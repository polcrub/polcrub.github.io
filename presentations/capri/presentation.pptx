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1" r:id="rId46"/>
    <p:sldId id="302" r:id="rId47"/>
  </p:sldIdLst>
  <p:sldSz cx="18288000" cy="10287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2D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43"/>
  </p:normalViewPr>
  <p:slideViewPr>
    <p:cSldViewPr snapToGrid="0">
      <p:cViewPr varScale="1">
        <p:scale>
          <a:sx n="77" d="100"/>
          <a:sy n="77" d="100"/>
        </p:scale>
        <p:origin x="23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!!source-0-dom-fill">
            <a:extLst>
              <a:ext uri="{FF2B5EF4-FFF2-40B4-BE49-F238E27FC236}">
                <a16:creationId xmlns:a16="http://schemas.microsoft.com/office/drawing/2014/main" id="{3DB437BD-9EFC-4E36-8F4E-EB5395921A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17" name="!!source-0-dom-1-1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57305"/>
            <a:ext cx="1087933" cy="1047640"/>
          </a:xfrm>
          <a:prstGeom prst="rect">
            <a:avLst/>
          </a:prstGeom>
        </p:spPr>
      </p:pic>
      <p:pic>
        <p:nvPicPr>
          <p:cNvPr id="18" name="!!source-0-dom-1-1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402384" y="857250"/>
            <a:ext cx="1047750" cy="1047750"/>
          </a:xfrm>
          <a:prstGeom prst="rect">
            <a:avLst/>
          </a:prstGeom>
        </p:spPr>
      </p:pic>
      <p:sp>
        <p:nvSpPr>
          <p:cNvPr id="4" name="!!source-0-dom-1-3-0-0-text-0">
            <a:extLst>
              <a:ext uri="{FF2B5EF4-FFF2-40B4-BE49-F238E27FC236}">
                <a16:creationId xmlns:a16="http://schemas.microsoft.com/office/drawing/2014/main" id="{82703DF1-C54F-4627-A3F2-4AD3B4900021}"/>
              </a:ext>
            </a:extLst>
          </p:cNvPr>
          <p:cNvSpPr>
            <a:spLocks noGrp="1"/>
          </p:cNvSpPr>
          <p:nvPr/>
        </p:nvSpPr>
        <p:spPr>
          <a:xfrm>
            <a:off x="12419261" y="885825"/>
            <a:ext cx="486861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European Fuel Cells and Hydrogen</a:t>
            </a:r>
          </a:p>
        </p:txBody>
      </p:sp>
      <p:sp>
        <p:nvSpPr>
          <p:cNvPr id="5" name="!!source-0-dom-1-3-1-0-text-0">
            <a:extLst>
              <a:ext uri="{FF2B5EF4-FFF2-40B4-BE49-F238E27FC236}">
                <a16:creationId xmlns:a16="http://schemas.microsoft.com/office/drawing/2014/main" id="{74084662-99EF-431D-A2FC-A4F570C4F85D}"/>
              </a:ext>
            </a:extLst>
          </p:cNvPr>
          <p:cNvSpPr>
            <a:spLocks noGrp="1"/>
          </p:cNvSpPr>
          <p:nvPr/>
        </p:nvSpPr>
        <p:spPr>
          <a:xfrm>
            <a:off x="12764245" y="1266825"/>
            <a:ext cx="452363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00" b="0" i="0" spc="104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PIERO LUNGHI CONFERENCE 2026</a:t>
            </a:r>
          </a:p>
        </p:txBody>
      </p:sp>
      <p:sp>
        <p:nvSpPr>
          <p:cNvPr id="6" name="!!source-0-dom-1-3-2-0-text-0">
            <a:extLst>
              <a:ext uri="{FF2B5EF4-FFF2-40B4-BE49-F238E27FC236}">
                <a16:creationId xmlns:a16="http://schemas.microsoft.com/office/drawing/2014/main" id="{B2E53499-00C2-412D-A3F3-1CDE0DE21035}"/>
              </a:ext>
            </a:extLst>
          </p:cNvPr>
          <p:cNvSpPr>
            <a:spLocks noGrp="1"/>
          </p:cNvSpPr>
          <p:nvPr/>
        </p:nvSpPr>
        <p:spPr>
          <a:xfrm>
            <a:off x="13070086" y="1600200"/>
            <a:ext cx="421778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Capri, Naples · 15–17 September 2026</a:t>
            </a:r>
          </a:p>
        </p:txBody>
      </p:sp>
      <p:sp>
        <p:nvSpPr>
          <p:cNvPr id="7" name="!!source-0-dom-3-1-fill">
            <a:extLst>
              <a:ext uri="{FF2B5EF4-FFF2-40B4-BE49-F238E27FC236}">
                <a16:creationId xmlns:a16="http://schemas.microsoft.com/office/drawing/2014/main" id="{73B0A3B1-B941-4060-A02E-21B431A06360}"/>
              </a:ext>
            </a:extLst>
          </p:cNvPr>
          <p:cNvSpPr>
            <a:spLocks noGrp="1"/>
          </p:cNvSpPr>
          <p:nvPr/>
        </p:nvSpPr>
        <p:spPr>
          <a:xfrm>
            <a:off x="1047750" y="3893046"/>
            <a:ext cx="1143000" cy="7620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" name="!!source-0-dom-3-3-0-text-0">
            <a:extLst>
              <a:ext uri="{FF2B5EF4-FFF2-40B4-BE49-F238E27FC236}">
                <a16:creationId xmlns:a16="http://schemas.microsoft.com/office/drawing/2014/main" id="{F9C0E14C-A1EB-4E18-A7E2-3C317EAB99D0}"/>
              </a:ext>
            </a:extLst>
          </p:cNvPr>
          <p:cNvSpPr>
            <a:spLocks noGrp="1"/>
          </p:cNvSpPr>
          <p:nvPr/>
        </p:nvSpPr>
        <p:spPr>
          <a:xfrm>
            <a:off x="1047750" y="4254996"/>
            <a:ext cx="12191702" cy="9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66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6600" b="0" i="0" spc="-16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Predictive operation of a hydrogen</a:t>
            </a:r>
          </a:p>
        </p:txBody>
      </p:sp>
      <p:sp>
        <p:nvSpPr>
          <p:cNvPr id="9" name="!!source-0-dom-3-3-0-text-1">
            <a:extLst>
              <a:ext uri="{FF2B5EF4-FFF2-40B4-BE49-F238E27FC236}">
                <a16:creationId xmlns:a16="http://schemas.microsoft.com/office/drawing/2014/main" id="{C4F2B35B-9FE7-4C03-B515-33EC25C67681}"/>
              </a:ext>
            </a:extLst>
          </p:cNvPr>
          <p:cNvSpPr>
            <a:spLocks noGrp="1"/>
          </p:cNvSpPr>
          <p:nvPr/>
        </p:nvSpPr>
        <p:spPr>
          <a:xfrm>
            <a:off x="1047750" y="5135017"/>
            <a:ext cx="13164146" cy="9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66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6600" b="0" i="0" spc="-16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refuelling</a:t>
            </a:r>
            <a:r>
              <a:rPr sz="6600" b="0" i="0" spc="-16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station with </a:t>
            </a:r>
            <a:r>
              <a:rPr lang="es-ES" sz="6600" b="0" i="0" spc="-16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scheduled</a:t>
            </a:r>
            <a:r>
              <a:rPr sz="6600" b="0" i="0" spc="-16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clients</a:t>
            </a:r>
          </a:p>
        </p:txBody>
      </p:sp>
      <p:sp>
        <p:nvSpPr>
          <p:cNvPr id="10" name="!!source-0-dom-5-1-1-0-text-0">
            <a:extLst>
              <a:ext uri="{FF2B5EF4-FFF2-40B4-BE49-F238E27FC236}">
                <a16:creationId xmlns:a16="http://schemas.microsoft.com/office/drawing/2014/main" id="{891B7C4F-57E4-4BF6-8489-5A2E01DFE867}"/>
              </a:ext>
            </a:extLst>
          </p:cNvPr>
          <p:cNvSpPr>
            <a:spLocks noGrp="1"/>
          </p:cNvSpPr>
          <p:nvPr/>
        </p:nvSpPr>
        <p:spPr>
          <a:xfrm>
            <a:off x="1047750" y="8060234"/>
            <a:ext cx="2080766" cy="4000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 dirty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Pol Cardona</a:t>
            </a:r>
          </a:p>
        </p:txBody>
      </p:sp>
      <p:sp>
        <p:nvSpPr>
          <p:cNvPr id="11" name="!!source-0-dom-5-1-3-0-text-0">
            <a:extLst>
              <a:ext uri="{FF2B5EF4-FFF2-40B4-BE49-F238E27FC236}">
                <a16:creationId xmlns:a16="http://schemas.microsoft.com/office/drawing/2014/main" id="{0B6A3797-DCA2-46B9-BA09-A39D154B0DDD}"/>
              </a:ext>
            </a:extLst>
          </p:cNvPr>
          <p:cNvSpPr>
            <a:spLocks noGrp="1"/>
          </p:cNvSpPr>
          <p:nvPr/>
        </p:nvSpPr>
        <p:spPr>
          <a:xfrm>
            <a:off x="1047750" y="8536484"/>
            <a:ext cx="798567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Supervisors: Dr. Carlos Ocampo-Martinez</a:t>
            </a:r>
            <a:r>
              <a:rPr lang="es-ES" sz="2025" b="0" i="0" spc="-5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,</a:t>
            </a:r>
            <a:r>
              <a:rPr sz="2025" b="0" i="0" spc="-5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Dr. Maria Serra Prat</a:t>
            </a:r>
          </a:p>
        </p:txBody>
      </p:sp>
      <p:sp>
        <p:nvSpPr>
          <p:cNvPr id="12" name="!!source-0-dom-5-1-5-0-text-0">
            <a:extLst>
              <a:ext uri="{FF2B5EF4-FFF2-40B4-BE49-F238E27FC236}">
                <a16:creationId xmlns:a16="http://schemas.microsoft.com/office/drawing/2014/main" id="{926D10CB-C0B4-401B-95D6-2BEB8C3255FB}"/>
              </a:ext>
            </a:extLst>
          </p:cNvPr>
          <p:cNvSpPr>
            <a:spLocks noGrp="1"/>
          </p:cNvSpPr>
          <p:nvPr/>
        </p:nvSpPr>
        <p:spPr>
          <a:xfrm>
            <a:off x="1047750" y="8946059"/>
            <a:ext cx="1160308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 dirty="0" err="1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Institut</a:t>
            </a:r>
            <a:r>
              <a:rPr sz="1950" b="0" i="0" spc="-5" dirty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de </a:t>
            </a:r>
            <a:r>
              <a:rPr sz="1950" b="0" i="0" spc="-5" dirty="0" err="1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Robòtica</a:t>
            </a:r>
            <a:r>
              <a:rPr sz="1950" b="0" i="0" spc="-5" dirty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950" b="0" i="0" spc="-5" dirty="0" err="1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i</a:t>
            </a:r>
            <a:r>
              <a:rPr sz="1950" b="0" i="0" spc="-5" dirty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950" b="0" i="0" spc="-5" dirty="0" err="1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Informàtica</a:t>
            </a:r>
            <a:r>
              <a:rPr sz="1950" b="0" i="0" spc="-5" dirty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Industrial, CSIC-UPC </a:t>
            </a:r>
            <a:r>
              <a:rPr lang="es-ES" sz="1950" b="0" i="0" spc="-5" dirty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|</a:t>
            </a:r>
            <a:r>
              <a:rPr sz="1950" b="0" i="0" spc="-5" dirty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Automatic Control Department, UPC ·</a:t>
            </a:r>
          </a:p>
        </p:txBody>
      </p:sp>
      <p:sp>
        <p:nvSpPr>
          <p:cNvPr id="13" name="!!source-0-dom-5-1-5-0-text-1">
            <a:extLst>
              <a:ext uri="{FF2B5EF4-FFF2-40B4-BE49-F238E27FC236}">
                <a16:creationId xmlns:a16="http://schemas.microsoft.com/office/drawing/2014/main" id="{C98D14B7-60A7-4A87-A6EA-15E92D5B79DC}"/>
              </a:ext>
            </a:extLst>
          </p:cNvPr>
          <p:cNvSpPr>
            <a:spLocks noGrp="1"/>
          </p:cNvSpPr>
          <p:nvPr/>
        </p:nvSpPr>
        <p:spPr>
          <a:xfrm>
            <a:off x="1047750" y="9292679"/>
            <a:ext cx="129882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Barcelona</a:t>
            </a:r>
          </a:p>
        </p:txBody>
      </p:sp>
      <p:sp>
        <p:nvSpPr>
          <p:cNvPr id="14" name="!!source-0-dom-5-3-0-text-0">
            <a:extLst>
              <a:ext uri="{FF2B5EF4-FFF2-40B4-BE49-F238E27FC236}">
                <a16:creationId xmlns:a16="http://schemas.microsoft.com/office/drawing/2014/main" id="{E365E516-972C-4CBF-B48F-A26A78A9DED8}"/>
              </a:ext>
            </a:extLst>
          </p:cNvPr>
          <p:cNvSpPr>
            <a:spLocks noGrp="1"/>
          </p:cNvSpPr>
          <p:nvPr/>
        </p:nvSpPr>
        <p:spPr>
          <a:xfrm>
            <a:off x="14051905" y="8999339"/>
            <a:ext cx="32359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CSIC/I-LINK2025/ILINK25160</a:t>
            </a:r>
          </a:p>
        </p:txBody>
      </p:sp>
      <p:sp>
        <p:nvSpPr>
          <p:cNvPr id="15" name="!!source-0-dom-5-3-2-text-0">
            <a:extLst>
              <a:ext uri="{FF2B5EF4-FFF2-40B4-BE49-F238E27FC236}">
                <a16:creationId xmlns:a16="http://schemas.microsoft.com/office/drawing/2014/main" id="{E9355805-3F2F-4F5E-AB89-E950767A55BC}"/>
              </a:ext>
            </a:extLst>
          </p:cNvPr>
          <p:cNvSpPr>
            <a:spLocks noGrp="1"/>
          </p:cNvSpPr>
          <p:nvPr/>
        </p:nvSpPr>
        <p:spPr>
          <a:xfrm>
            <a:off x="13242131" y="9319320"/>
            <a:ext cx="404574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SEAMLESS PID2023-148840OB-I00</a:t>
            </a:r>
          </a:p>
        </p:txBody>
      </p:sp>
    </p:spTree>
    <p:extLst>
      <p:ext uri="{BB962C8B-B14F-4D97-AF65-F5344CB8AC3E}">
        <p14:creationId xmlns:p14="http://schemas.microsoft.com/office/powerpoint/2010/main" val="1423786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!!source-1-dom-fill">
            <a:extLst>
              <a:ext uri="{FF2B5EF4-FFF2-40B4-BE49-F238E27FC236}">
                <a16:creationId xmlns:a16="http://schemas.microsoft.com/office/drawing/2014/main" id="{D238C6A3-4D41-477A-810A-F0D78EBD45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1-dom-1-0-text-0">
            <a:extLst>
              <a:ext uri="{FF2B5EF4-FFF2-40B4-BE49-F238E27FC236}">
                <a16:creationId xmlns:a16="http://schemas.microsoft.com/office/drawing/2014/main" id="{FCEB76ED-A1A5-4783-A30A-4FE52000B353}"/>
              </a:ext>
            </a:extLst>
          </p:cNvPr>
          <p:cNvSpPr>
            <a:spLocks noGrp="1"/>
          </p:cNvSpPr>
          <p:nvPr/>
        </p:nvSpPr>
        <p:spPr>
          <a:xfrm>
            <a:off x="16371987" y="381000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02 / 17</a:t>
            </a:r>
          </a:p>
        </p:txBody>
      </p:sp>
      <p:sp>
        <p:nvSpPr>
          <p:cNvPr id="3" name="!!source-1-dom-3-0-text-0">
            <a:extLst>
              <a:ext uri="{FF2B5EF4-FFF2-40B4-BE49-F238E27FC236}">
                <a16:creationId xmlns:a16="http://schemas.microsoft.com/office/drawing/2014/main" id="{6238EF97-C337-41F7-808A-D1356ABF4889}"/>
              </a:ext>
            </a:extLst>
          </p:cNvPr>
          <p:cNvSpPr>
            <a:spLocks noGrp="1"/>
          </p:cNvSpPr>
          <p:nvPr/>
        </p:nvSpPr>
        <p:spPr>
          <a:xfrm>
            <a:off x="1047750" y="923925"/>
            <a:ext cx="1993106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Outline</a:t>
            </a:r>
          </a:p>
        </p:txBody>
      </p:sp>
      <p:sp>
        <p:nvSpPr>
          <p:cNvPr id="4" name="!!source-1-dom-5-1-1-border-Bottom">
            <a:extLst>
              <a:ext uri="{FF2B5EF4-FFF2-40B4-BE49-F238E27FC236}">
                <a16:creationId xmlns:a16="http://schemas.microsoft.com/office/drawing/2014/main" id="{29C1BC17-8AF1-4F96-AF7B-F97126D36F18}"/>
              </a:ext>
            </a:extLst>
          </p:cNvPr>
          <p:cNvSpPr>
            <a:spLocks noGrp="1"/>
          </p:cNvSpPr>
          <p:nvPr/>
        </p:nvSpPr>
        <p:spPr>
          <a:xfrm>
            <a:off x="1047750" y="4495800"/>
            <a:ext cx="7715250" cy="953"/>
          </a:xfrm>
          <a:prstGeom prst="line">
            <a:avLst/>
          </a:prstGeom>
          <a:noFill/>
          <a:ln w="19050">
            <a:solidFill>
              <a:srgbClr val="EEEEEE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1-dom-5-1-1-0-0-text-0">
            <a:extLst>
              <a:ext uri="{FF2B5EF4-FFF2-40B4-BE49-F238E27FC236}">
                <a16:creationId xmlns:a16="http://schemas.microsoft.com/office/drawing/2014/main" id="{608CC6C8-D27C-4EF3-9742-014BE0F88D9F}"/>
              </a:ext>
            </a:extLst>
          </p:cNvPr>
          <p:cNvSpPr>
            <a:spLocks noGrp="1"/>
          </p:cNvSpPr>
          <p:nvPr/>
        </p:nvSpPr>
        <p:spPr>
          <a:xfrm>
            <a:off x="1047750" y="3448050"/>
            <a:ext cx="244971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00" b="0" i="0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600" b="0" i="0" spc="-9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1</a:t>
            </a:r>
          </a:p>
        </p:txBody>
      </p:sp>
      <p:sp>
        <p:nvSpPr>
          <p:cNvPr id="6" name="!!source-1-dom-5-1-1-1-0-0-text-0">
            <a:extLst>
              <a:ext uri="{FF2B5EF4-FFF2-40B4-BE49-F238E27FC236}">
                <a16:creationId xmlns:a16="http://schemas.microsoft.com/office/drawing/2014/main" id="{8296D905-FFA4-4232-A3C0-BBB74065885E}"/>
              </a:ext>
            </a:extLst>
          </p:cNvPr>
          <p:cNvSpPr>
            <a:spLocks noGrp="1"/>
          </p:cNvSpPr>
          <p:nvPr/>
        </p:nvSpPr>
        <p:spPr>
          <a:xfrm>
            <a:off x="2133600" y="3514725"/>
            <a:ext cx="1355378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7" name="!!source-1-dom-5-1-1-1-1-0-text-0">
            <a:extLst>
              <a:ext uri="{FF2B5EF4-FFF2-40B4-BE49-F238E27FC236}">
                <a16:creationId xmlns:a16="http://schemas.microsoft.com/office/drawing/2014/main" id="{DDACF6E4-08E6-495C-A106-656E7FE6450E}"/>
              </a:ext>
            </a:extLst>
          </p:cNvPr>
          <p:cNvSpPr>
            <a:spLocks noGrp="1"/>
          </p:cNvSpPr>
          <p:nvPr/>
        </p:nvSpPr>
        <p:spPr>
          <a:xfrm>
            <a:off x="2133600" y="3971925"/>
            <a:ext cx="646449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Hydrogen refuelling stations · the research question</a:t>
            </a:r>
          </a:p>
        </p:txBody>
      </p:sp>
      <p:sp>
        <p:nvSpPr>
          <p:cNvPr id="8" name="!!source-1-dom-5-1-3-border-Bottom">
            <a:extLst>
              <a:ext uri="{FF2B5EF4-FFF2-40B4-BE49-F238E27FC236}">
                <a16:creationId xmlns:a16="http://schemas.microsoft.com/office/drawing/2014/main" id="{2082E942-639E-4CF1-A7C5-0FA72FBAE38E}"/>
              </a:ext>
            </a:extLst>
          </p:cNvPr>
          <p:cNvSpPr>
            <a:spLocks noGrp="1"/>
          </p:cNvSpPr>
          <p:nvPr/>
        </p:nvSpPr>
        <p:spPr>
          <a:xfrm>
            <a:off x="1047750" y="5724525"/>
            <a:ext cx="7715250" cy="953"/>
          </a:xfrm>
          <a:prstGeom prst="line">
            <a:avLst/>
          </a:prstGeom>
          <a:noFill/>
          <a:ln w="19050">
            <a:solidFill>
              <a:srgbClr val="EEEEEE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!!source-1-dom-5-1-3-0-0-text-0">
            <a:extLst>
              <a:ext uri="{FF2B5EF4-FFF2-40B4-BE49-F238E27FC236}">
                <a16:creationId xmlns:a16="http://schemas.microsoft.com/office/drawing/2014/main" id="{7C78A16B-CE1E-43CD-AF50-8FCF58977E97}"/>
              </a:ext>
            </a:extLst>
          </p:cNvPr>
          <p:cNvSpPr>
            <a:spLocks noGrp="1"/>
          </p:cNvSpPr>
          <p:nvPr/>
        </p:nvSpPr>
        <p:spPr>
          <a:xfrm>
            <a:off x="1047750" y="4676775"/>
            <a:ext cx="267742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00" b="0" i="0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600" b="0" i="0" spc="-9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</a:t>
            </a:r>
          </a:p>
        </p:txBody>
      </p:sp>
      <p:sp>
        <p:nvSpPr>
          <p:cNvPr id="10" name="!!source-1-dom-5-1-3-1-0-0-text-0">
            <a:extLst>
              <a:ext uri="{FF2B5EF4-FFF2-40B4-BE49-F238E27FC236}">
                <a16:creationId xmlns:a16="http://schemas.microsoft.com/office/drawing/2014/main" id="{30D67D9F-1539-406A-88EB-4091947B275E}"/>
              </a:ext>
            </a:extLst>
          </p:cNvPr>
          <p:cNvSpPr>
            <a:spLocks noGrp="1"/>
          </p:cNvSpPr>
          <p:nvPr/>
        </p:nvSpPr>
        <p:spPr>
          <a:xfrm>
            <a:off x="2133600" y="4743450"/>
            <a:ext cx="1507629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11" name="!!source-1-dom-5-1-3-1-1-0-text-0">
            <a:extLst>
              <a:ext uri="{FF2B5EF4-FFF2-40B4-BE49-F238E27FC236}">
                <a16:creationId xmlns:a16="http://schemas.microsoft.com/office/drawing/2014/main" id="{C8C9A0E6-BD4B-4CBF-9FDD-FD2E8AA9927A}"/>
              </a:ext>
            </a:extLst>
          </p:cNvPr>
          <p:cNvSpPr>
            <a:spLocks noGrp="1"/>
          </p:cNvSpPr>
          <p:nvPr/>
        </p:nvSpPr>
        <p:spPr>
          <a:xfrm>
            <a:off x="2133600" y="5200650"/>
            <a:ext cx="637936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 supervisory hybrid MPC · lexicographic objectives</a:t>
            </a:r>
          </a:p>
        </p:txBody>
      </p:sp>
      <p:sp>
        <p:nvSpPr>
          <p:cNvPr id="12" name="!!source-1-dom-5-1-5-border-Bottom">
            <a:extLst>
              <a:ext uri="{FF2B5EF4-FFF2-40B4-BE49-F238E27FC236}">
                <a16:creationId xmlns:a16="http://schemas.microsoft.com/office/drawing/2014/main" id="{4E88DA72-7739-4FA4-AAAD-88AE829F4411}"/>
              </a:ext>
            </a:extLst>
          </p:cNvPr>
          <p:cNvSpPr>
            <a:spLocks noGrp="1"/>
          </p:cNvSpPr>
          <p:nvPr/>
        </p:nvSpPr>
        <p:spPr>
          <a:xfrm>
            <a:off x="1047750" y="7258050"/>
            <a:ext cx="7715250" cy="953"/>
          </a:xfrm>
          <a:prstGeom prst="line">
            <a:avLst/>
          </a:prstGeom>
          <a:noFill/>
          <a:ln w="19050">
            <a:solidFill>
              <a:srgbClr val="EEEEEE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1-dom-5-1-5-0-0-text-0">
            <a:extLst>
              <a:ext uri="{FF2B5EF4-FFF2-40B4-BE49-F238E27FC236}">
                <a16:creationId xmlns:a16="http://schemas.microsoft.com/office/drawing/2014/main" id="{B2E20EAE-AD50-4066-871D-58CB1E603C9E}"/>
              </a:ext>
            </a:extLst>
          </p:cNvPr>
          <p:cNvSpPr>
            <a:spLocks noGrp="1"/>
          </p:cNvSpPr>
          <p:nvPr/>
        </p:nvSpPr>
        <p:spPr>
          <a:xfrm>
            <a:off x="1047750" y="5905500"/>
            <a:ext cx="28828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00" b="0" i="0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600" b="0" i="0" spc="-9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3</a:t>
            </a:r>
          </a:p>
        </p:txBody>
      </p:sp>
      <p:sp>
        <p:nvSpPr>
          <p:cNvPr id="14" name="!!source-1-dom-5-1-5-1-0-0-text-0">
            <a:extLst>
              <a:ext uri="{FF2B5EF4-FFF2-40B4-BE49-F238E27FC236}">
                <a16:creationId xmlns:a16="http://schemas.microsoft.com/office/drawing/2014/main" id="{7D982953-C307-417A-9B69-A7BCDB2285AC}"/>
              </a:ext>
            </a:extLst>
          </p:cNvPr>
          <p:cNvSpPr>
            <a:spLocks noGrp="1"/>
          </p:cNvSpPr>
          <p:nvPr/>
        </p:nvSpPr>
        <p:spPr>
          <a:xfrm>
            <a:off x="2133600" y="5972175"/>
            <a:ext cx="1857673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15" name="!!source-1-dom-5-1-5-1-1-0-text-0">
            <a:extLst>
              <a:ext uri="{FF2B5EF4-FFF2-40B4-BE49-F238E27FC236}">
                <a16:creationId xmlns:a16="http://schemas.microsoft.com/office/drawing/2014/main" id="{AA19ED0F-8F71-4BAE-9D42-52D53DA57888}"/>
              </a:ext>
            </a:extLst>
          </p:cNvPr>
          <p:cNvSpPr>
            <a:spLocks noGrp="1"/>
          </p:cNvSpPr>
          <p:nvPr/>
        </p:nvSpPr>
        <p:spPr>
          <a:xfrm>
            <a:off x="2133600" y="6429375"/>
            <a:ext cx="628679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Cascaded refuelling · the usual premise · patterns ·</a:t>
            </a:r>
          </a:p>
        </p:txBody>
      </p:sp>
      <p:sp>
        <p:nvSpPr>
          <p:cNvPr id="16" name="!!source-1-dom-5-1-5-1-1-0-text-1">
            <a:extLst>
              <a:ext uri="{FF2B5EF4-FFF2-40B4-BE49-F238E27FC236}">
                <a16:creationId xmlns:a16="http://schemas.microsoft.com/office/drawing/2014/main" id="{767C6A66-1FF9-40D2-8EE0-A03438EEBE76}"/>
              </a:ext>
            </a:extLst>
          </p:cNvPr>
          <p:cNvSpPr>
            <a:spLocks noGrp="1"/>
          </p:cNvSpPr>
          <p:nvPr/>
        </p:nvSpPr>
        <p:spPr>
          <a:xfrm>
            <a:off x="2133600" y="6734175"/>
            <a:ext cx="165809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the objective</a:t>
            </a:r>
          </a:p>
        </p:txBody>
      </p:sp>
      <p:sp>
        <p:nvSpPr>
          <p:cNvPr id="17" name="!!source-1-dom-5-3-1-border-Bottom">
            <a:extLst>
              <a:ext uri="{FF2B5EF4-FFF2-40B4-BE49-F238E27FC236}">
                <a16:creationId xmlns:a16="http://schemas.microsoft.com/office/drawing/2014/main" id="{C9E8E662-BF5A-49AA-A47C-2317FC6AC7E1}"/>
              </a:ext>
            </a:extLst>
          </p:cNvPr>
          <p:cNvSpPr>
            <a:spLocks noGrp="1"/>
          </p:cNvSpPr>
          <p:nvPr/>
        </p:nvSpPr>
        <p:spPr>
          <a:xfrm>
            <a:off x="9524999" y="4495800"/>
            <a:ext cx="7715251" cy="953"/>
          </a:xfrm>
          <a:prstGeom prst="line">
            <a:avLst/>
          </a:prstGeom>
          <a:noFill/>
          <a:ln w="19050">
            <a:solidFill>
              <a:srgbClr val="EEEEEE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!!source-1-dom-5-3-1-0-0-text-0">
            <a:extLst>
              <a:ext uri="{FF2B5EF4-FFF2-40B4-BE49-F238E27FC236}">
                <a16:creationId xmlns:a16="http://schemas.microsoft.com/office/drawing/2014/main" id="{34A2278A-75F4-442D-9531-A74CC130F9C2}"/>
              </a:ext>
            </a:extLst>
          </p:cNvPr>
          <p:cNvSpPr>
            <a:spLocks noGrp="1"/>
          </p:cNvSpPr>
          <p:nvPr/>
        </p:nvSpPr>
        <p:spPr>
          <a:xfrm>
            <a:off x="9524999" y="3448050"/>
            <a:ext cx="285156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00" b="0" i="0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600" b="0" i="0" spc="-9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4</a:t>
            </a:r>
          </a:p>
        </p:txBody>
      </p:sp>
      <p:sp>
        <p:nvSpPr>
          <p:cNvPr id="19" name="!!source-1-dom-5-3-1-1-0-0-text-0">
            <a:extLst>
              <a:ext uri="{FF2B5EF4-FFF2-40B4-BE49-F238E27FC236}">
                <a16:creationId xmlns:a16="http://schemas.microsoft.com/office/drawing/2014/main" id="{75A6D9B7-D0AC-4CE0-A27F-604F3FC9A992}"/>
              </a:ext>
            </a:extLst>
          </p:cNvPr>
          <p:cNvSpPr>
            <a:spLocks noGrp="1"/>
          </p:cNvSpPr>
          <p:nvPr/>
        </p:nvSpPr>
        <p:spPr>
          <a:xfrm>
            <a:off x="10610851" y="3514725"/>
            <a:ext cx="162490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20" name="!!source-1-dom-5-3-1-1-1-0-text-0">
            <a:extLst>
              <a:ext uri="{FF2B5EF4-FFF2-40B4-BE49-F238E27FC236}">
                <a16:creationId xmlns:a16="http://schemas.microsoft.com/office/drawing/2014/main" id="{8273F01B-1981-4013-B19F-0BF4341BB8B9}"/>
              </a:ext>
            </a:extLst>
          </p:cNvPr>
          <p:cNvSpPr>
            <a:spLocks noGrp="1"/>
          </p:cNvSpPr>
          <p:nvPr/>
        </p:nvSpPr>
        <p:spPr>
          <a:xfrm>
            <a:off x="10610851" y="3971925"/>
            <a:ext cx="578078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How a booking enters the model, tank by tank</a:t>
            </a:r>
          </a:p>
        </p:txBody>
      </p:sp>
      <p:sp>
        <p:nvSpPr>
          <p:cNvPr id="21" name="!!source-1-dom-5-3-3-border-Bottom">
            <a:extLst>
              <a:ext uri="{FF2B5EF4-FFF2-40B4-BE49-F238E27FC236}">
                <a16:creationId xmlns:a16="http://schemas.microsoft.com/office/drawing/2014/main" id="{DAA9E1AA-51E1-4E85-B622-7D978B34785C}"/>
              </a:ext>
            </a:extLst>
          </p:cNvPr>
          <p:cNvSpPr>
            <a:spLocks noGrp="1"/>
          </p:cNvSpPr>
          <p:nvPr/>
        </p:nvSpPr>
        <p:spPr>
          <a:xfrm>
            <a:off x="9524999" y="5724525"/>
            <a:ext cx="7715251" cy="953"/>
          </a:xfrm>
          <a:prstGeom prst="line">
            <a:avLst/>
          </a:prstGeom>
          <a:noFill/>
          <a:ln w="19050">
            <a:solidFill>
              <a:srgbClr val="EEEEEE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1-dom-5-3-3-0-0-text-0">
            <a:extLst>
              <a:ext uri="{FF2B5EF4-FFF2-40B4-BE49-F238E27FC236}">
                <a16:creationId xmlns:a16="http://schemas.microsoft.com/office/drawing/2014/main" id="{F5D4D449-6828-4D39-87CE-821D741A6D60}"/>
              </a:ext>
            </a:extLst>
          </p:cNvPr>
          <p:cNvSpPr>
            <a:spLocks noGrp="1"/>
          </p:cNvSpPr>
          <p:nvPr/>
        </p:nvSpPr>
        <p:spPr>
          <a:xfrm>
            <a:off x="9524999" y="4676775"/>
            <a:ext cx="281137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00" b="0" i="0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600" b="0" i="0" spc="-9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5</a:t>
            </a:r>
          </a:p>
        </p:txBody>
      </p:sp>
      <p:sp>
        <p:nvSpPr>
          <p:cNvPr id="23" name="!!source-1-dom-5-3-3-1-0-0-text-0">
            <a:extLst>
              <a:ext uri="{FF2B5EF4-FFF2-40B4-BE49-F238E27FC236}">
                <a16:creationId xmlns:a16="http://schemas.microsoft.com/office/drawing/2014/main" id="{DAB4B62D-7642-4CA2-8B1C-A677391B6A76}"/>
              </a:ext>
            </a:extLst>
          </p:cNvPr>
          <p:cNvSpPr>
            <a:spLocks noGrp="1"/>
          </p:cNvSpPr>
          <p:nvPr/>
        </p:nvSpPr>
        <p:spPr>
          <a:xfrm>
            <a:off x="10610851" y="4743450"/>
            <a:ext cx="1270843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24" name="!!source-1-dom-5-3-3-1-1-0-text-0">
            <a:extLst>
              <a:ext uri="{FF2B5EF4-FFF2-40B4-BE49-F238E27FC236}">
                <a16:creationId xmlns:a16="http://schemas.microsoft.com/office/drawing/2014/main" id="{16CB0CBB-A989-4383-9FFB-607FA7BF51C4}"/>
              </a:ext>
            </a:extLst>
          </p:cNvPr>
          <p:cNvSpPr>
            <a:spLocks noGrp="1"/>
          </p:cNvSpPr>
          <p:nvPr/>
        </p:nvSpPr>
        <p:spPr>
          <a:xfrm>
            <a:off x="10610851" y="5200650"/>
            <a:ext cx="6053136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 preliminary six-hour case, three booked clients</a:t>
            </a:r>
          </a:p>
        </p:txBody>
      </p:sp>
      <p:sp>
        <p:nvSpPr>
          <p:cNvPr id="25" name="!!source-1-dom-5-3-5-border-Bottom">
            <a:extLst>
              <a:ext uri="{FF2B5EF4-FFF2-40B4-BE49-F238E27FC236}">
                <a16:creationId xmlns:a16="http://schemas.microsoft.com/office/drawing/2014/main" id="{FC30EEBF-2290-43F4-B8B3-8EBBCF6B4819}"/>
              </a:ext>
            </a:extLst>
          </p:cNvPr>
          <p:cNvSpPr>
            <a:spLocks noGrp="1"/>
          </p:cNvSpPr>
          <p:nvPr/>
        </p:nvSpPr>
        <p:spPr>
          <a:xfrm>
            <a:off x="9524999" y="6953250"/>
            <a:ext cx="7715251" cy="953"/>
          </a:xfrm>
          <a:prstGeom prst="line">
            <a:avLst/>
          </a:prstGeom>
          <a:noFill/>
          <a:ln w="19050">
            <a:solidFill>
              <a:srgbClr val="EEEEEE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1-dom-5-3-5-0-0-text-0">
            <a:extLst>
              <a:ext uri="{FF2B5EF4-FFF2-40B4-BE49-F238E27FC236}">
                <a16:creationId xmlns:a16="http://schemas.microsoft.com/office/drawing/2014/main" id="{E9E9A7E0-BB53-4F79-931A-4CC04B1F78DA}"/>
              </a:ext>
            </a:extLst>
          </p:cNvPr>
          <p:cNvSpPr>
            <a:spLocks noGrp="1"/>
          </p:cNvSpPr>
          <p:nvPr/>
        </p:nvSpPr>
        <p:spPr>
          <a:xfrm>
            <a:off x="9524999" y="5905500"/>
            <a:ext cx="294086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00" b="0" i="0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600" b="0" i="0" spc="-9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6</a:t>
            </a:r>
          </a:p>
        </p:txBody>
      </p:sp>
      <p:sp>
        <p:nvSpPr>
          <p:cNvPr id="27" name="!!source-1-dom-5-3-5-1-0-0-text-0">
            <a:extLst>
              <a:ext uri="{FF2B5EF4-FFF2-40B4-BE49-F238E27FC236}">
                <a16:creationId xmlns:a16="http://schemas.microsoft.com/office/drawing/2014/main" id="{06D07DF9-7D05-41C7-B443-72F56DD5E37C}"/>
              </a:ext>
            </a:extLst>
          </p:cNvPr>
          <p:cNvSpPr>
            <a:spLocks noGrp="1"/>
          </p:cNvSpPr>
          <p:nvPr/>
        </p:nvSpPr>
        <p:spPr>
          <a:xfrm>
            <a:off x="10610851" y="5972175"/>
            <a:ext cx="2063352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28" name="!!source-1-dom-5-3-5-1-1-0-text-0">
            <a:extLst>
              <a:ext uri="{FF2B5EF4-FFF2-40B4-BE49-F238E27FC236}">
                <a16:creationId xmlns:a16="http://schemas.microsoft.com/office/drawing/2014/main" id="{3D288C5D-BBD5-4D13-B598-B50DA5DACA6C}"/>
              </a:ext>
            </a:extLst>
          </p:cNvPr>
          <p:cNvSpPr>
            <a:spLocks noGrp="1"/>
          </p:cNvSpPr>
          <p:nvPr/>
        </p:nvSpPr>
        <p:spPr>
          <a:xfrm>
            <a:off x="10610851" y="6429375"/>
            <a:ext cx="5025926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What this paper answers · what remains</a:t>
            </a:r>
          </a:p>
        </p:txBody>
      </p:sp>
      <p:pic>
        <p:nvPicPr>
          <p:cNvPr id="60" name="!!source-1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61" name="!!source-1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549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!!source-2-dom-fill">
            <a:extLst>
              <a:ext uri="{FF2B5EF4-FFF2-40B4-BE49-F238E27FC236}">
                <a16:creationId xmlns:a16="http://schemas.microsoft.com/office/drawing/2014/main" id="{D3C7FF8D-C9CA-4773-85A9-8B0265FC28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2-dom-1-0-0-border-Bottom">
            <a:extLst>
              <a:ext uri="{FF2B5EF4-FFF2-40B4-BE49-F238E27FC236}">
                <a16:creationId xmlns:a16="http://schemas.microsoft.com/office/drawing/2014/main" id="{B4FEBB03-BFC4-4A18-8118-22C93E8A6BCC}"/>
              </a:ext>
            </a:extLst>
          </p:cNvPr>
          <p:cNvSpPr>
            <a:spLocks noGrp="1"/>
          </p:cNvSpPr>
          <p:nvPr/>
        </p:nvSpPr>
        <p:spPr>
          <a:xfrm>
            <a:off x="1047750" y="690562"/>
            <a:ext cx="1107728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!!source-2-dom-1-0-0-0-text-0">
            <a:extLst>
              <a:ext uri="{FF2B5EF4-FFF2-40B4-BE49-F238E27FC236}">
                <a16:creationId xmlns:a16="http://schemas.microsoft.com/office/drawing/2014/main" id="{F09CED2F-0398-4E43-B78A-AA49DF4B06B7}"/>
              </a:ext>
            </a:extLst>
          </p:cNvPr>
          <p:cNvSpPr>
            <a:spLocks noGrp="1"/>
          </p:cNvSpPr>
          <p:nvPr/>
        </p:nvSpPr>
        <p:spPr>
          <a:xfrm>
            <a:off x="1047750" y="381000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4" name="!!source-2-dom-1-0-1-0-text-0">
            <a:extLst>
              <a:ext uri="{FF2B5EF4-FFF2-40B4-BE49-F238E27FC236}">
                <a16:creationId xmlns:a16="http://schemas.microsoft.com/office/drawing/2014/main" id="{D7C46F35-899A-42D2-88F2-B271E779A979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5" name="!!source-2-dom-1-0-2-0-text-0">
            <a:extLst>
              <a:ext uri="{FF2B5EF4-FFF2-40B4-BE49-F238E27FC236}">
                <a16:creationId xmlns:a16="http://schemas.microsoft.com/office/drawing/2014/main" id="{55A72473-4B45-47E8-9BED-8CC85ED30EEB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2-dom-1-0-3-0-text-0">
            <a:extLst>
              <a:ext uri="{FF2B5EF4-FFF2-40B4-BE49-F238E27FC236}">
                <a16:creationId xmlns:a16="http://schemas.microsoft.com/office/drawing/2014/main" id="{FACE9854-C3D0-42CF-A674-1923A312D9CC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2-dom-1-0-4-0-text-0">
            <a:extLst>
              <a:ext uri="{FF2B5EF4-FFF2-40B4-BE49-F238E27FC236}">
                <a16:creationId xmlns:a16="http://schemas.microsoft.com/office/drawing/2014/main" id="{ECB46108-0651-402F-B1B2-8EF93882EAD0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2-dom-1-0-5-0-text-0">
            <a:extLst>
              <a:ext uri="{FF2B5EF4-FFF2-40B4-BE49-F238E27FC236}">
                <a16:creationId xmlns:a16="http://schemas.microsoft.com/office/drawing/2014/main" id="{4A25E53B-856A-467F-8638-3AF75FD60877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2-dom-1-1-0-text-0">
            <a:extLst>
              <a:ext uri="{FF2B5EF4-FFF2-40B4-BE49-F238E27FC236}">
                <a16:creationId xmlns:a16="http://schemas.microsoft.com/office/drawing/2014/main" id="{107C10E3-663E-41D8-9482-93BA4C46C1A9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03 / 17</a:t>
            </a:r>
          </a:p>
        </p:txBody>
      </p:sp>
      <p:sp>
        <p:nvSpPr>
          <p:cNvPr id="10" name="!!source-2-dom-3-1-0-0-text-0">
            <a:extLst>
              <a:ext uri="{FF2B5EF4-FFF2-40B4-BE49-F238E27FC236}">
                <a16:creationId xmlns:a16="http://schemas.microsoft.com/office/drawing/2014/main" id="{64A42E07-D50B-4942-86B8-483B73388D47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9505355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Hydrogen Refuelling Stations (HRSs)</a:t>
            </a:r>
          </a:p>
        </p:txBody>
      </p:sp>
      <p:sp>
        <p:nvSpPr>
          <p:cNvPr id="11" name="!!source-2-dom-3-1-1-0-0-text-0">
            <a:extLst>
              <a:ext uri="{FF2B5EF4-FFF2-40B4-BE49-F238E27FC236}">
                <a16:creationId xmlns:a16="http://schemas.microsoft.com/office/drawing/2014/main" id="{72E6CF11-F029-42B5-9572-4A39B68963B6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917227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Main characteristics: flexible in sourcing, complex in preparation</a:t>
            </a:r>
          </a:p>
        </p:txBody>
      </p:sp>
      <p:sp>
        <p:nvSpPr>
          <p:cNvPr id="12" name="!!source-2-dom-5-1-fill">
            <a:extLst>
              <a:ext uri="{FF2B5EF4-FFF2-40B4-BE49-F238E27FC236}">
                <a16:creationId xmlns:a16="http://schemas.microsoft.com/office/drawing/2014/main" id="{708DD614-74FD-4089-9615-C8E65268654F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381000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2-dom-5-1-outline">
            <a:extLst>
              <a:ext uri="{FF2B5EF4-FFF2-40B4-BE49-F238E27FC236}">
                <a16:creationId xmlns:a16="http://schemas.microsoft.com/office/drawing/2014/main" id="{109350E0-B72B-4A0D-BB68-7B05E89804F3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3781425" cy="5136059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2-dom-5-1-1-1-fill">
            <a:extLst>
              <a:ext uri="{FF2B5EF4-FFF2-40B4-BE49-F238E27FC236}">
                <a16:creationId xmlns:a16="http://schemas.microsoft.com/office/drawing/2014/main" id="{EE8F20E4-E89F-4396-AA21-8FF7F3299311}"/>
              </a:ext>
            </a:extLst>
          </p:cNvPr>
          <p:cNvSpPr>
            <a:spLocks noGrp="1"/>
          </p:cNvSpPr>
          <p:nvPr/>
        </p:nvSpPr>
        <p:spPr>
          <a:xfrm>
            <a:off x="2647950" y="3663404"/>
            <a:ext cx="609600" cy="6096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2-dom-5-1-1-1-0-text-0">
            <a:extLst>
              <a:ext uri="{FF2B5EF4-FFF2-40B4-BE49-F238E27FC236}">
                <a16:creationId xmlns:a16="http://schemas.microsoft.com/office/drawing/2014/main" id="{1D8EC4C8-DD82-4E37-8406-F64C988890DA}"/>
              </a:ext>
            </a:extLst>
          </p:cNvPr>
          <p:cNvSpPr>
            <a:spLocks noGrp="1"/>
          </p:cNvSpPr>
          <p:nvPr/>
        </p:nvSpPr>
        <p:spPr>
          <a:xfrm>
            <a:off x="2896642" y="3791992"/>
            <a:ext cx="15969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2-dom-5-1-1-3-0-text-0">
            <a:extLst>
              <a:ext uri="{FF2B5EF4-FFF2-40B4-BE49-F238E27FC236}">
                <a16:creationId xmlns:a16="http://schemas.microsoft.com/office/drawing/2014/main" id="{536816B2-AEA9-43C1-AEE2-FE7990B59444}"/>
              </a:ext>
            </a:extLst>
          </p:cNvPr>
          <p:cNvSpPr>
            <a:spLocks noGrp="1"/>
          </p:cNvSpPr>
          <p:nvPr/>
        </p:nvSpPr>
        <p:spPr>
          <a:xfrm>
            <a:off x="2139256" y="4463504"/>
            <a:ext cx="16744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FLEXIBILITY</a:t>
            </a:r>
          </a:p>
        </p:txBody>
      </p:sp>
      <p:sp>
        <p:nvSpPr>
          <p:cNvPr id="17" name="!!source-2-dom-5-1-1-5-0-text-0">
            <a:extLst>
              <a:ext uri="{FF2B5EF4-FFF2-40B4-BE49-F238E27FC236}">
                <a16:creationId xmlns:a16="http://schemas.microsoft.com/office/drawing/2014/main" id="{3CA01114-1A55-4E10-98FF-3E2672223B45}"/>
              </a:ext>
            </a:extLst>
          </p:cNvPr>
          <p:cNvSpPr>
            <a:spLocks noGrp="1"/>
          </p:cNvSpPr>
          <p:nvPr/>
        </p:nvSpPr>
        <p:spPr>
          <a:xfrm>
            <a:off x="2270522" y="4930229"/>
            <a:ext cx="1412081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</a:t>
            </a:r>
          </a:p>
        </p:txBody>
      </p:sp>
      <p:sp>
        <p:nvSpPr>
          <p:cNvPr id="18" name="!!source-2-dom-5-1-1-5-0-text-1">
            <a:extLst>
              <a:ext uri="{FF2B5EF4-FFF2-40B4-BE49-F238E27FC236}">
                <a16:creationId xmlns:a16="http://schemas.microsoft.com/office/drawing/2014/main" id="{40E63110-47FA-4EAD-80EE-D275D25815D2}"/>
              </a:ext>
            </a:extLst>
          </p:cNvPr>
          <p:cNvSpPr>
            <a:spLocks noGrp="1"/>
          </p:cNvSpPr>
          <p:nvPr/>
        </p:nvSpPr>
        <p:spPr>
          <a:xfrm>
            <a:off x="2353122" y="5263604"/>
            <a:ext cx="124673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sourcing</a:t>
            </a:r>
          </a:p>
        </p:txBody>
      </p:sp>
      <p:sp>
        <p:nvSpPr>
          <p:cNvPr id="19" name="!!source-2-dom-5-1-1-7-0-0-text-0">
            <a:extLst>
              <a:ext uri="{FF2B5EF4-FFF2-40B4-BE49-F238E27FC236}">
                <a16:creationId xmlns:a16="http://schemas.microsoft.com/office/drawing/2014/main" id="{A1ED6284-CA22-4040-A346-09BD08671466}"/>
              </a:ext>
            </a:extLst>
          </p:cNvPr>
          <p:cNvSpPr>
            <a:spLocks noGrp="1"/>
          </p:cNvSpPr>
          <p:nvPr/>
        </p:nvSpPr>
        <p:spPr>
          <a:xfrm>
            <a:off x="2575024" y="5787480"/>
            <a:ext cx="80292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on site</a:t>
            </a:r>
          </a:p>
        </p:txBody>
      </p:sp>
      <p:sp>
        <p:nvSpPr>
          <p:cNvPr id="20" name="!!source-2-dom-5-1-1-7-1-0-text-0">
            <a:extLst>
              <a:ext uri="{FF2B5EF4-FFF2-40B4-BE49-F238E27FC236}">
                <a16:creationId xmlns:a16="http://schemas.microsoft.com/office/drawing/2014/main" id="{1DC2B191-0E97-44D1-A452-38CAF2800782}"/>
              </a:ext>
            </a:extLst>
          </p:cNvPr>
          <p:cNvSpPr>
            <a:spLocks noGrp="1"/>
          </p:cNvSpPr>
          <p:nvPr/>
        </p:nvSpPr>
        <p:spPr>
          <a:xfrm>
            <a:off x="2574578" y="6149429"/>
            <a:ext cx="80396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off site</a:t>
            </a:r>
          </a:p>
        </p:txBody>
      </p:sp>
      <p:sp>
        <p:nvSpPr>
          <p:cNvPr id="21" name="!!source-2-dom-5-1-3-1-0-fill">
            <a:extLst>
              <a:ext uri="{FF2B5EF4-FFF2-40B4-BE49-F238E27FC236}">
                <a16:creationId xmlns:a16="http://schemas.microsoft.com/office/drawing/2014/main" id="{35418F66-0E23-4F7A-BE34-BBF09CB3DD64}"/>
              </a:ext>
            </a:extLst>
          </p:cNvPr>
          <p:cNvSpPr>
            <a:spLocks noGrp="1"/>
          </p:cNvSpPr>
          <p:nvPr/>
        </p:nvSpPr>
        <p:spPr>
          <a:xfrm>
            <a:off x="1381125" y="28003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2-dom-5-1-3-1-0-0-text-0">
            <a:extLst>
              <a:ext uri="{FF2B5EF4-FFF2-40B4-BE49-F238E27FC236}">
                <a16:creationId xmlns:a16="http://schemas.microsoft.com/office/drawing/2014/main" id="{AFEC0CE6-BDE2-441E-9FF9-3ED071A4B326}"/>
              </a:ext>
            </a:extLst>
          </p:cNvPr>
          <p:cNvSpPr>
            <a:spLocks noGrp="1"/>
          </p:cNvSpPr>
          <p:nvPr/>
        </p:nvSpPr>
        <p:spPr>
          <a:xfrm>
            <a:off x="1576388" y="288607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3" name="!!source-2-dom-5-1-3-1-1-0-0-text-0">
            <a:extLst>
              <a:ext uri="{FF2B5EF4-FFF2-40B4-BE49-F238E27FC236}">
                <a16:creationId xmlns:a16="http://schemas.microsoft.com/office/drawing/2014/main" id="{1E2FB591-F1B2-4DB8-8FC5-DC4FE3582065}"/>
              </a:ext>
            </a:extLst>
          </p:cNvPr>
          <p:cNvSpPr>
            <a:spLocks noGrp="1"/>
          </p:cNvSpPr>
          <p:nvPr/>
        </p:nvSpPr>
        <p:spPr>
          <a:xfrm>
            <a:off x="2047875" y="2724150"/>
            <a:ext cx="3061543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 sourcing</a:t>
            </a:r>
          </a:p>
        </p:txBody>
      </p:sp>
      <p:sp>
        <p:nvSpPr>
          <p:cNvPr id="24" name="!!source-2-dom-5-1-3-1-1-1-0-text-0">
            <a:extLst>
              <a:ext uri="{FF2B5EF4-FFF2-40B4-BE49-F238E27FC236}">
                <a16:creationId xmlns:a16="http://schemas.microsoft.com/office/drawing/2014/main" id="{C10304AC-63E2-426F-956D-42F956F7B9EA}"/>
              </a:ext>
            </a:extLst>
          </p:cNvPr>
          <p:cNvSpPr>
            <a:spLocks noGrp="1"/>
          </p:cNvSpPr>
          <p:nvPr/>
        </p:nvSpPr>
        <p:spPr>
          <a:xfrm>
            <a:off x="2047875" y="3095625"/>
            <a:ext cx="343778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produced on site, or delivered</a:t>
            </a:r>
          </a:p>
        </p:txBody>
      </p:sp>
      <p:sp>
        <p:nvSpPr>
          <p:cNvPr id="25" name="!!source-2-dom-5-1-3-3-0-outline">
            <a:extLst>
              <a:ext uri="{FF2B5EF4-FFF2-40B4-BE49-F238E27FC236}">
                <a16:creationId xmlns:a16="http://schemas.microsoft.com/office/drawing/2014/main" id="{E52D20ED-6E13-4C25-9A8F-09011FAC929F}"/>
              </a:ext>
            </a:extLst>
          </p:cNvPr>
          <p:cNvSpPr>
            <a:spLocks noGrp="1"/>
          </p:cNvSpPr>
          <p:nvPr/>
        </p:nvSpPr>
        <p:spPr>
          <a:xfrm>
            <a:off x="1395412" y="4745980"/>
            <a:ext cx="1989088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2-dom-5-1-3-3-0-0-0-text-0">
            <a:extLst>
              <a:ext uri="{FF2B5EF4-FFF2-40B4-BE49-F238E27FC236}">
                <a16:creationId xmlns:a16="http://schemas.microsoft.com/office/drawing/2014/main" id="{BB51D42F-B47B-4A02-B6DB-BF59449CADE8}"/>
              </a:ext>
            </a:extLst>
          </p:cNvPr>
          <p:cNvSpPr>
            <a:spLocks noGrp="1"/>
          </p:cNvSpPr>
          <p:nvPr/>
        </p:nvSpPr>
        <p:spPr>
          <a:xfrm>
            <a:off x="1581150" y="4874568"/>
            <a:ext cx="166523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Electrolyser</a:t>
            </a:r>
          </a:p>
        </p:txBody>
      </p:sp>
      <p:sp>
        <p:nvSpPr>
          <p:cNvPr id="27" name="!!source-2-dom-5-1-3-3-0-1-0-text-0">
            <a:extLst>
              <a:ext uri="{FF2B5EF4-FFF2-40B4-BE49-F238E27FC236}">
                <a16:creationId xmlns:a16="http://schemas.microsoft.com/office/drawing/2014/main" id="{3E545B36-C224-4A08-8088-32A05AD27BDC}"/>
              </a:ext>
            </a:extLst>
          </p:cNvPr>
          <p:cNvSpPr>
            <a:spLocks noGrp="1"/>
          </p:cNvSpPr>
          <p:nvPr/>
        </p:nvSpPr>
        <p:spPr>
          <a:xfrm>
            <a:off x="2012305" y="5236518"/>
            <a:ext cx="80292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 site</a:t>
            </a:r>
          </a:p>
        </p:txBody>
      </p:sp>
      <p:sp>
        <p:nvSpPr>
          <p:cNvPr id="28" name="!!source-2-dom-5-1-3-3-1-0-fill">
            <a:extLst>
              <a:ext uri="{FF2B5EF4-FFF2-40B4-BE49-F238E27FC236}">
                <a16:creationId xmlns:a16="http://schemas.microsoft.com/office/drawing/2014/main" id="{361F0B74-ED45-4A85-92CD-211E98C3476C}"/>
              </a:ext>
            </a:extLst>
          </p:cNvPr>
          <p:cNvSpPr>
            <a:spLocks noGrp="1"/>
          </p:cNvSpPr>
          <p:nvPr/>
        </p:nvSpPr>
        <p:spPr>
          <a:xfrm>
            <a:off x="3398788" y="5174605"/>
            <a:ext cx="1115913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2-dom-5-1-3-3-1-1-border-Top">
            <a:extLst>
              <a:ext uri="{FF2B5EF4-FFF2-40B4-BE49-F238E27FC236}">
                <a16:creationId xmlns:a16="http://schemas.microsoft.com/office/drawing/2014/main" id="{03B70641-59F4-45F7-BB32-9200FE5859DF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2-dom-5-1-3-3-1-1-border-Bottom">
            <a:extLst>
              <a:ext uri="{FF2B5EF4-FFF2-40B4-BE49-F238E27FC236}">
                <a16:creationId xmlns:a16="http://schemas.microsoft.com/office/drawing/2014/main" id="{EC008A9F-7EA6-412F-B121-1826822B3FD3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2-dom-5-1-3-3-1-1-border-Left">
            <a:extLst>
              <a:ext uri="{FF2B5EF4-FFF2-40B4-BE49-F238E27FC236}">
                <a16:creationId xmlns:a16="http://schemas.microsoft.com/office/drawing/2014/main" id="{3719E39F-FD69-4C86-8F9F-72D4C02920A1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2-dom-5-1-3-3-2-fill">
            <a:extLst>
              <a:ext uri="{FF2B5EF4-FFF2-40B4-BE49-F238E27FC236}">
                <a16:creationId xmlns:a16="http://schemas.microsoft.com/office/drawing/2014/main" id="{02EF96E3-FAEB-4CE2-AF6E-BF30DA8E7A8E}"/>
              </a:ext>
            </a:extLst>
          </p:cNvPr>
          <p:cNvSpPr>
            <a:spLocks noGrp="1"/>
          </p:cNvSpPr>
          <p:nvPr/>
        </p:nvSpPr>
        <p:spPr>
          <a:xfrm>
            <a:off x="4667101" y="4731693"/>
            <a:ext cx="2487513" cy="9239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2-dom-5-1-3-3-2-outline">
            <a:extLst>
              <a:ext uri="{FF2B5EF4-FFF2-40B4-BE49-F238E27FC236}">
                <a16:creationId xmlns:a16="http://schemas.microsoft.com/office/drawing/2014/main" id="{6D285E79-F03B-4C8D-B6C9-DDD39024CD2D}"/>
              </a:ext>
            </a:extLst>
          </p:cNvPr>
          <p:cNvSpPr>
            <a:spLocks noGrp="1"/>
          </p:cNvSpPr>
          <p:nvPr/>
        </p:nvSpPr>
        <p:spPr>
          <a:xfrm>
            <a:off x="4681388" y="4745980"/>
            <a:ext cx="2458938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2-dom-5-1-3-3-2-0-0-text-0">
            <a:extLst>
              <a:ext uri="{FF2B5EF4-FFF2-40B4-BE49-F238E27FC236}">
                <a16:creationId xmlns:a16="http://schemas.microsoft.com/office/drawing/2014/main" id="{BF20597B-6FB9-4160-B488-19E61403EFA9}"/>
              </a:ext>
            </a:extLst>
          </p:cNvPr>
          <p:cNvSpPr>
            <a:spLocks noGrp="1"/>
          </p:cNvSpPr>
          <p:nvPr/>
        </p:nvSpPr>
        <p:spPr>
          <a:xfrm>
            <a:off x="4867126" y="4874568"/>
            <a:ext cx="213508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Station storage</a:t>
            </a:r>
          </a:p>
        </p:txBody>
      </p:sp>
      <p:sp>
        <p:nvSpPr>
          <p:cNvPr id="35" name="!!source-2-dom-5-1-3-3-2-1-0-text-0">
            <a:extLst>
              <a:ext uri="{FF2B5EF4-FFF2-40B4-BE49-F238E27FC236}">
                <a16:creationId xmlns:a16="http://schemas.microsoft.com/office/drawing/2014/main" id="{FB046D44-ECDA-4B8D-9E63-DE58395C6889}"/>
              </a:ext>
            </a:extLst>
          </p:cNvPr>
          <p:cNvSpPr>
            <a:spLocks noGrp="1"/>
          </p:cNvSpPr>
          <p:nvPr/>
        </p:nvSpPr>
        <p:spPr>
          <a:xfrm>
            <a:off x="5253632" y="5236518"/>
            <a:ext cx="136207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pressurised</a:t>
            </a:r>
          </a:p>
        </p:txBody>
      </p:sp>
      <p:sp>
        <p:nvSpPr>
          <p:cNvPr id="36" name="!!source-2-dom-5-1-3-3-3-0-border-Top">
            <a:extLst>
              <a:ext uri="{FF2B5EF4-FFF2-40B4-BE49-F238E27FC236}">
                <a16:creationId xmlns:a16="http://schemas.microsoft.com/office/drawing/2014/main" id="{323A56EE-580D-49A9-922A-6346BDE16028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2-dom-5-1-3-3-3-0-border-Right">
            <a:extLst>
              <a:ext uri="{FF2B5EF4-FFF2-40B4-BE49-F238E27FC236}">
                <a16:creationId xmlns:a16="http://schemas.microsoft.com/office/drawing/2014/main" id="{0340220C-06DC-4693-ABEF-052F8014392B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152400" y="0"/>
                </a:moveTo>
                <a:lnTo>
                  <a:pt x="152400" y="190500"/>
                </a:lnTo>
                <a:lnTo>
                  <a:pt x="0" y="9525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2-dom-5-1-3-3-3-0-border-Bottom">
            <a:extLst>
              <a:ext uri="{FF2B5EF4-FFF2-40B4-BE49-F238E27FC236}">
                <a16:creationId xmlns:a16="http://schemas.microsoft.com/office/drawing/2014/main" id="{BBB5E6E9-0EFE-4869-BF62-6F4585C396C1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2-dom-5-1-3-3-3-1-fill">
            <a:extLst>
              <a:ext uri="{FF2B5EF4-FFF2-40B4-BE49-F238E27FC236}">
                <a16:creationId xmlns:a16="http://schemas.microsoft.com/office/drawing/2014/main" id="{1CB92E8D-8817-4C6E-B6A2-6434CE4E6004}"/>
              </a:ext>
            </a:extLst>
          </p:cNvPr>
          <p:cNvSpPr>
            <a:spLocks noGrp="1"/>
          </p:cNvSpPr>
          <p:nvPr/>
        </p:nvSpPr>
        <p:spPr>
          <a:xfrm>
            <a:off x="7307015" y="5174605"/>
            <a:ext cx="1115913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2-dom-5-1-3-3-4-outline">
            <a:extLst>
              <a:ext uri="{FF2B5EF4-FFF2-40B4-BE49-F238E27FC236}">
                <a16:creationId xmlns:a16="http://schemas.microsoft.com/office/drawing/2014/main" id="{E6688D75-6270-4223-9C42-9371CB0D1FDD}"/>
              </a:ext>
            </a:extLst>
          </p:cNvPr>
          <p:cNvSpPr>
            <a:spLocks noGrp="1"/>
          </p:cNvSpPr>
          <p:nvPr/>
        </p:nvSpPr>
        <p:spPr>
          <a:xfrm>
            <a:off x="8437215" y="4745980"/>
            <a:ext cx="1940272" cy="895350"/>
          </a:xfrm>
          <a:prstGeom prst="rect">
            <a:avLst/>
          </a:prstGeom>
          <a:noFill/>
          <a:ln w="28575">
            <a:solidFill>
              <a:srgbClr val="8A7B71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2-dom-5-1-3-3-4-0-0-text-0">
            <a:extLst>
              <a:ext uri="{FF2B5EF4-FFF2-40B4-BE49-F238E27FC236}">
                <a16:creationId xmlns:a16="http://schemas.microsoft.com/office/drawing/2014/main" id="{D3FA69CA-193C-4FFC-9240-4DBFCB80B642}"/>
              </a:ext>
            </a:extLst>
          </p:cNvPr>
          <p:cNvSpPr>
            <a:spLocks noGrp="1"/>
          </p:cNvSpPr>
          <p:nvPr/>
        </p:nvSpPr>
        <p:spPr>
          <a:xfrm>
            <a:off x="8622952" y="4874568"/>
            <a:ext cx="1616423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Tube trailer</a:t>
            </a:r>
          </a:p>
        </p:txBody>
      </p:sp>
      <p:sp>
        <p:nvSpPr>
          <p:cNvPr id="42" name="!!source-2-dom-5-1-3-3-4-1-0-text-0">
            <a:extLst>
              <a:ext uri="{FF2B5EF4-FFF2-40B4-BE49-F238E27FC236}">
                <a16:creationId xmlns:a16="http://schemas.microsoft.com/office/drawing/2014/main" id="{F67F2FDC-90FF-4719-BA5F-721C21D0FAB9}"/>
              </a:ext>
            </a:extLst>
          </p:cNvPr>
          <p:cNvSpPr>
            <a:spLocks noGrp="1"/>
          </p:cNvSpPr>
          <p:nvPr/>
        </p:nvSpPr>
        <p:spPr>
          <a:xfrm>
            <a:off x="9029105" y="5236518"/>
            <a:ext cx="8039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off site</a:t>
            </a:r>
          </a:p>
        </p:txBody>
      </p:sp>
      <p:sp>
        <p:nvSpPr>
          <p:cNvPr id="43" name="!!source-2-dom-5-1-3-5-0-text-0">
            <a:extLst>
              <a:ext uri="{FF2B5EF4-FFF2-40B4-BE49-F238E27FC236}">
                <a16:creationId xmlns:a16="http://schemas.microsoft.com/office/drawing/2014/main" id="{525FD323-A881-4C63-832A-ECE017A484D9}"/>
              </a:ext>
            </a:extLst>
          </p:cNvPr>
          <p:cNvSpPr>
            <a:spLocks noGrp="1"/>
          </p:cNvSpPr>
          <p:nvPr/>
        </p:nvSpPr>
        <p:spPr>
          <a:xfrm>
            <a:off x="1381125" y="7034510"/>
            <a:ext cx="495463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Which source, and when, is a decision.</a:t>
            </a:r>
          </a:p>
        </p:txBody>
      </p:sp>
      <p:sp>
        <p:nvSpPr>
          <p:cNvPr id="44" name="!!source-2-dom-5-5-fill">
            <a:extLst>
              <a:ext uri="{FF2B5EF4-FFF2-40B4-BE49-F238E27FC236}">
                <a16:creationId xmlns:a16="http://schemas.microsoft.com/office/drawing/2014/main" id="{E6D0647F-879E-4804-831B-F96208577622}"/>
              </a:ext>
            </a:extLst>
          </p:cNvPr>
          <p:cNvSpPr>
            <a:spLocks noGrp="1"/>
          </p:cNvSpPr>
          <p:nvPr/>
        </p:nvSpPr>
        <p:spPr>
          <a:xfrm>
            <a:off x="5143500" y="2466975"/>
            <a:ext cx="3809999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2-dom-5-5-outline">
            <a:extLst>
              <a:ext uri="{FF2B5EF4-FFF2-40B4-BE49-F238E27FC236}">
                <a16:creationId xmlns:a16="http://schemas.microsoft.com/office/drawing/2014/main" id="{6507C592-057C-4D06-8F45-E61D6EEB5CEC}"/>
              </a:ext>
            </a:extLst>
          </p:cNvPr>
          <p:cNvSpPr>
            <a:spLocks noGrp="1"/>
          </p:cNvSpPr>
          <p:nvPr/>
        </p:nvSpPr>
        <p:spPr>
          <a:xfrm>
            <a:off x="5157788" y="2481263"/>
            <a:ext cx="3781424" cy="5136059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!!source-2-dom-5-5-1-1-fill">
            <a:extLst>
              <a:ext uri="{FF2B5EF4-FFF2-40B4-BE49-F238E27FC236}">
                <a16:creationId xmlns:a16="http://schemas.microsoft.com/office/drawing/2014/main" id="{9A8DF4C1-E48E-4E31-9E45-8DEE9D722B45}"/>
              </a:ext>
            </a:extLst>
          </p:cNvPr>
          <p:cNvSpPr>
            <a:spLocks noGrp="1"/>
          </p:cNvSpPr>
          <p:nvPr/>
        </p:nvSpPr>
        <p:spPr>
          <a:xfrm>
            <a:off x="6743700" y="3134767"/>
            <a:ext cx="609600" cy="6096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2-dom-5-5-1-1-0-text-0">
            <a:extLst>
              <a:ext uri="{FF2B5EF4-FFF2-40B4-BE49-F238E27FC236}">
                <a16:creationId xmlns:a16="http://schemas.microsoft.com/office/drawing/2014/main" id="{6C06436E-D181-4B74-B799-619892EDB39C}"/>
              </a:ext>
            </a:extLst>
          </p:cNvPr>
          <p:cNvSpPr>
            <a:spLocks noGrp="1"/>
          </p:cNvSpPr>
          <p:nvPr/>
        </p:nvSpPr>
        <p:spPr>
          <a:xfrm>
            <a:off x="6964115" y="3263354"/>
            <a:ext cx="2162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8" name="!!source-2-dom-5-5-1-3-0-text-0">
            <a:extLst>
              <a:ext uri="{FF2B5EF4-FFF2-40B4-BE49-F238E27FC236}">
                <a16:creationId xmlns:a16="http://schemas.microsoft.com/office/drawing/2014/main" id="{D1B90733-A4F4-4976-8E50-8276D790FBDB}"/>
              </a:ext>
            </a:extLst>
          </p:cNvPr>
          <p:cNvSpPr>
            <a:spLocks noGrp="1"/>
          </p:cNvSpPr>
          <p:nvPr/>
        </p:nvSpPr>
        <p:spPr>
          <a:xfrm>
            <a:off x="6235005" y="3934867"/>
            <a:ext cx="16744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FLEXIBILITY</a:t>
            </a:r>
          </a:p>
        </p:txBody>
      </p:sp>
      <p:sp>
        <p:nvSpPr>
          <p:cNvPr id="49" name="!!source-2-dom-5-5-1-5-0-text-0">
            <a:extLst>
              <a:ext uri="{FF2B5EF4-FFF2-40B4-BE49-F238E27FC236}">
                <a16:creationId xmlns:a16="http://schemas.microsoft.com/office/drawing/2014/main" id="{F7252612-7F45-4A45-BC47-FB3C0268858B}"/>
              </a:ext>
            </a:extLst>
          </p:cNvPr>
          <p:cNvSpPr>
            <a:spLocks noGrp="1"/>
          </p:cNvSpPr>
          <p:nvPr/>
        </p:nvSpPr>
        <p:spPr>
          <a:xfrm>
            <a:off x="6411813" y="4401592"/>
            <a:ext cx="132099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Electrical</a:t>
            </a:r>
          </a:p>
        </p:txBody>
      </p:sp>
      <p:sp>
        <p:nvSpPr>
          <p:cNvPr id="50" name="!!source-2-dom-5-5-1-5-0-text-1">
            <a:extLst>
              <a:ext uri="{FF2B5EF4-FFF2-40B4-BE49-F238E27FC236}">
                <a16:creationId xmlns:a16="http://schemas.microsoft.com/office/drawing/2014/main" id="{A89314DD-EF16-4DA8-A652-3C42BE8B1953}"/>
              </a:ext>
            </a:extLst>
          </p:cNvPr>
          <p:cNvSpPr>
            <a:spLocks noGrp="1"/>
          </p:cNvSpPr>
          <p:nvPr/>
        </p:nvSpPr>
        <p:spPr>
          <a:xfrm>
            <a:off x="6566744" y="4734967"/>
            <a:ext cx="101098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energy</a:t>
            </a:r>
          </a:p>
        </p:txBody>
      </p:sp>
      <p:sp>
        <p:nvSpPr>
          <p:cNvPr id="51" name="!!source-2-dom-5-5-1-5-0-text-2">
            <a:extLst>
              <a:ext uri="{FF2B5EF4-FFF2-40B4-BE49-F238E27FC236}">
                <a16:creationId xmlns:a16="http://schemas.microsoft.com/office/drawing/2014/main" id="{9BBEF8BB-C256-4B61-B76F-5FDEC830EA80}"/>
              </a:ext>
            </a:extLst>
          </p:cNvPr>
          <p:cNvSpPr>
            <a:spLocks noGrp="1"/>
          </p:cNvSpPr>
          <p:nvPr/>
        </p:nvSpPr>
        <p:spPr>
          <a:xfrm>
            <a:off x="6448871" y="5068341"/>
            <a:ext cx="1246733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sourcing</a:t>
            </a:r>
          </a:p>
        </p:txBody>
      </p:sp>
      <p:sp>
        <p:nvSpPr>
          <p:cNvPr id="52" name="!!source-2-dom-5-5-1-7-0-0-text-0">
            <a:extLst>
              <a:ext uri="{FF2B5EF4-FFF2-40B4-BE49-F238E27FC236}">
                <a16:creationId xmlns:a16="http://schemas.microsoft.com/office/drawing/2014/main" id="{87A54E4C-39B4-450F-8995-E1BA73708755}"/>
              </a:ext>
            </a:extLst>
          </p:cNvPr>
          <p:cNvSpPr>
            <a:spLocks noGrp="1"/>
          </p:cNvSpPr>
          <p:nvPr/>
        </p:nvSpPr>
        <p:spPr>
          <a:xfrm>
            <a:off x="6391275" y="5592217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renewables</a:t>
            </a:r>
          </a:p>
        </p:txBody>
      </p:sp>
      <p:sp>
        <p:nvSpPr>
          <p:cNvPr id="53" name="!!source-2-dom-5-5-1-7-1-0-text-0">
            <a:extLst>
              <a:ext uri="{FF2B5EF4-FFF2-40B4-BE49-F238E27FC236}">
                <a16:creationId xmlns:a16="http://schemas.microsoft.com/office/drawing/2014/main" id="{1FA96002-F16A-4DAC-8ABC-573E1C631FB3}"/>
              </a:ext>
            </a:extLst>
          </p:cNvPr>
          <p:cNvSpPr>
            <a:spLocks noGrp="1"/>
          </p:cNvSpPr>
          <p:nvPr/>
        </p:nvSpPr>
        <p:spPr>
          <a:xfrm>
            <a:off x="6620768" y="5954167"/>
            <a:ext cx="9029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storage</a:t>
            </a:r>
          </a:p>
        </p:txBody>
      </p:sp>
      <p:sp>
        <p:nvSpPr>
          <p:cNvPr id="54" name="!!source-2-dom-5-5-1-7-2-0-text-0">
            <a:extLst>
              <a:ext uri="{FF2B5EF4-FFF2-40B4-BE49-F238E27FC236}">
                <a16:creationId xmlns:a16="http://schemas.microsoft.com/office/drawing/2014/main" id="{09355FB2-BC5B-4B5D-ACC2-138137E99E10}"/>
              </a:ext>
            </a:extLst>
          </p:cNvPr>
          <p:cNvSpPr>
            <a:spLocks noGrp="1"/>
          </p:cNvSpPr>
          <p:nvPr/>
        </p:nvSpPr>
        <p:spPr>
          <a:xfrm>
            <a:off x="6816923" y="6316117"/>
            <a:ext cx="51063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grid</a:t>
            </a:r>
          </a:p>
        </p:txBody>
      </p:sp>
      <p:sp>
        <p:nvSpPr>
          <p:cNvPr id="55" name="!!source-2-dom-5-5-1-7-3-0-text-0">
            <a:extLst>
              <a:ext uri="{FF2B5EF4-FFF2-40B4-BE49-F238E27FC236}">
                <a16:creationId xmlns:a16="http://schemas.microsoft.com/office/drawing/2014/main" id="{4E85676F-81ED-497D-9C7E-079FF494A594}"/>
              </a:ext>
            </a:extLst>
          </p:cNvPr>
          <p:cNvSpPr>
            <a:spLocks noGrp="1"/>
          </p:cNvSpPr>
          <p:nvPr/>
        </p:nvSpPr>
        <p:spPr>
          <a:xfrm>
            <a:off x="6633419" y="6678067"/>
            <a:ext cx="87778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market</a:t>
            </a:r>
          </a:p>
        </p:txBody>
      </p:sp>
      <p:sp>
        <p:nvSpPr>
          <p:cNvPr id="56" name="!!source-2-dom-5-5-3-1-0-fill">
            <a:extLst>
              <a:ext uri="{FF2B5EF4-FFF2-40B4-BE49-F238E27FC236}">
                <a16:creationId xmlns:a16="http://schemas.microsoft.com/office/drawing/2014/main" id="{D4895260-DE1E-401B-BF65-B1248D6FFFFB}"/>
              </a:ext>
            </a:extLst>
          </p:cNvPr>
          <p:cNvSpPr>
            <a:spLocks noGrp="1"/>
          </p:cNvSpPr>
          <p:nvPr/>
        </p:nvSpPr>
        <p:spPr>
          <a:xfrm>
            <a:off x="5476875" y="28003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2-dom-5-5-3-1-0-0-text-0">
            <a:extLst>
              <a:ext uri="{FF2B5EF4-FFF2-40B4-BE49-F238E27FC236}">
                <a16:creationId xmlns:a16="http://schemas.microsoft.com/office/drawing/2014/main" id="{B7BA2556-9224-4C31-8ECB-ED35E2981C2E}"/>
              </a:ext>
            </a:extLst>
          </p:cNvPr>
          <p:cNvSpPr>
            <a:spLocks noGrp="1"/>
          </p:cNvSpPr>
          <p:nvPr/>
        </p:nvSpPr>
        <p:spPr>
          <a:xfrm>
            <a:off x="5645795" y="2886075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8" name="!!source-2-dom-5-5-3-1-1-0-0-text-0">
            <a:extLst>
              <a:ext uri="{FF2B5EF4-FFF2-40B4-BE49-F238E27FC236}">
                <a16:creationId xmlns:a16="http://schemas.microsoft.com/office/drawing/2014/main" id="{284B87B8-31D2-46E2-92B3-379CD2DA9BDC}"/>
              </a:ext>
            </a:extLst>
          </p:cNvPr>
          <p:cNvSpPr>
            <a:spLocks noGrp="1"/>
          </p:cNvSpPr>
          <p:nvPr/>
        </p:nvSpPr>
        <p:spPr>
          <a:xfrm>
            <a:off x="6143625" y="2724150"/>
            <a:ext cx="4142333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Electrical energy sourcing</a:t>
            </a:r>
          </a:p>
        </p:txBody>
      </p:sp>
      <p:sp>
        <p:nvSpPr>
          <p:cNvPr id="59" name="!!source-2-dom-5-5-3-1-1-1-0-text-0">
            <a:extLst>
              <a:ext uri="{FF2B5EF4-FFF2-40B4-BE49-F238E27FC236}">
                <a16:creationId xmlns:a16="http://schemas.microsoft.com/office/drawing/2014/main" id="{C06EADEA-99CC-43E7-A6AD-067770B50ECA}"/>
              </a:ext>
            </a:extLst>
          </p:cNvPr>
          <p:cNvSpPr>
            <a:spLocks noGrp="1"/>
          </p:cNvSpPr>
          <p:nvPr/>
        </p:nvSpPr>
        <p:spPr>
          <a:xfrm>
            <a:off x="6143625" y="3095625"/>
            <a:ext cx="399514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one bus, several sources, two loads</a:t>
            </a:r>
          </a:p>
        </p:txBody>
      </p:sp>
      <p:sp>
        <p:nvSpPr>
          <p:cNvPr id="60" name="!!source-2-dom-5-5-3-3-0-0-0-outline">
            <a:extLst>
              <a:ext uri="{FF2B5EF4-FFF2-40B4-BE49-F238E27FC236}">
                <a16:creationId xmlns:a16="http://schemas.microsoft.com/office/drawing/2014/main" id="{453C9378-997A-495C-827E-DCA89742CE46}"/>
              </a:ext>
            </a:extLst>
          </p:cNvPr>
          <p:cNvSpPr>
            <a:spLocks noGrp="1"/>
          </p:cNvSpPr>
          <p:nvPr/>
        </p:nvSpPr>
        <p:spPr>
          <a:xfrm>
            <a:off x="5491163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!!source-2-dom-5-5-3-3-0-0-0-0-0-text-0">
            <a:extLst>
              <a:ext uri="{FF2B5EF4-FFF2-40B4-BE49-F238E27FC236}">
                <a16:creationId xmlns:a16="http://schemas.microsoft.com/office/drawing/2014/main" id="{639EA4FA-9A95-4188-A60F-4910754B75EE}"/>
              </a:ext>
            </a:extLst>
          </p:cNvPr>
          <p:cNvSpPr>
            <a:spLocks noGrp="1"/>
          </p:cNvSpPr>
          <p:nvPr/>
        </p:nvSpPr>
        <p:spPr>
          <a:xfrm>
            <a:off x="5696099" y="4026842"/>
            <a:ext cx="171881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Renewables</a:t>
            </a:r>
          </a:p>
        </p:txBody>
      </p:sp>
      <p:sp>
        <p:nvSpPr>
          <p:cNvPr id="62" name="!!source-2-dom-5-5-3-3-0-0-0-1-0-text-0">
            <a:extLst>
              <a:ext uri="{FF2B5EF4-FFF2-40B4-BE49-F238E27FC236}">
                <a16:creationId xmlns:a16="http://schemas.microsoft.com/office/drawing/2014/main" id="{8C7F7D3F-0BD9-4135-8E66-12B5A03AAA2A}"/>
              </a:ext>
            </a:extLst>
          </p:cNvPr>
          <p:cNvSpPr>
            <a:spLocks noGrp="1"/>
          </p:cNvSpPr>
          <p:nvPr/>
        </p:nvSpPr>
        <p:spPr>
          <a:xfrm>
            <a:off x="6035576" y="4388793"/>
            <a:ext cx="103986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PV, wind</a:t>
            </a:r>
          </a:p>
        </p:txBody>
      </p:sp>
      <p:sp>
        <p:nvSpPr>
          <p:cNvPr id="63" name="!!source-2-dom-5-5-3-3-0-0-1-0-fill">
            <a:extLst>
              <a:ext uri="{FF2B5EF4-FFF2-40B4-BE49-F238E27FC236}">
                <a16:creationId xmlns:a16="http://schemas.microsoft.com/office/drawing/2014/main" id="{779D4D3E-6C7B-4457-BB6E-616C93A0B602}"/>
              </a:ext>
            </a:extLst>
          </p:cNvPr>
          <p:cNvSpPr>
            <a:spLocks noGrp="1"/>
          </p:cNvSpPr>
          <p:nvPr/>
        </p:nvSpPr>
        <p:spPr>
          <a:xfrm>
            <a:off x="6512719" y="4807893"/>
            <a:ext cx="38100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2-dom-5-5-3-3-0-1-0-outline">
            <a:extLst>
              <a:ext uri="{FF2B5EF4-FFF2-40B4-BE49-F238E27FC236}">
                <a16:creationId xmlns:a16="http://schemas.microsoft.com/office/drawing/2014/main" id="{02BC75F4-0E5C-40DC-9FC1-CCE972D2CA3D}"/>
              </a:ext>
            </a:extLst>
          </p:cNvPr>
          <p:cNvSpPr>
            <a:spLocks noGrp="1"/>
          </p:cNvSpPr>
          <p:nvPr/>
        </p:nvSpPr>
        <p:spPr>
          <a:xfrm>
            <a:off x="7791450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2-dom-5-5-3-3-0-1-0-0-0-text-0">
            <a:extLst>
              <a:ext uri="{FF2B5EF4-FFF2-40B4-BE49-F238E27FC236}">
                <a16:creationId xmlns:a16="http://schemas.microsoft.com/office/drawing/2014/main" id="{899B10A0-1CB6-40B4-A207-775612E2C8D2}"/>
              </a:ext>
            </a:extLst>
          </p:cNvPr>
          <p:cNvSpPr>
            <a:spLocks noGrp="1"/>
          </p:cNvSpPr>
          <p:nvPr/>
        </p:nvSpPr>
        <p:spPr>
          <a:xfrm>
            <a:off x="8301187" y="4026842"/>
            <a:ext cx="110936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Storage</a:t>
            </a:r>
          </a:p>
        </p:txBody>
      </p:sp>
      <p:sp>
        <p:nvSpPr>
          <p:cNvPr id="66" name="!!source-2-dom-5-5-3-3-0-1-0-1-0-text-0">
            <a:extLst>
              <a:ext uri="{FF2B5EF4-FFF2-40B4-BE49-F238E27FC236}">
                <a16:creationId xmlns:a16="http://schemas.microsoft.com/office/drawing/2014/main" id="{7C76D2AE-531F-4431-9281-95F044A13F4F}"/>
              </a:ext>
            </a:extLst>
          </p:cNvPr>
          <p:cNvSpPr>
            <a:spLocks noGrp="1"/>
          </p:cNvSpPr>
          <p:nvPr/>
        </p:nvSpPr>
        <p:spPr>
          <a:xfrm>
            <a:off x="8422183" y="4388793"/>
            <a:ext cx="86722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battery</a:t>
            </a:r>
          </a:p>
        </p:txBody>
      </p:sp>
      <p:sp>
        <p:nvSpPr>
          <p:cNvPr id="67" name="!!source-2-dom-5-5-3-3-0-1-1-0-fill">
            <a:extLst>
              <a:ext uri="{FF2B5EF4-FFF2-40B4-BE49-F238E27FC236}">
                <a16:creationId xmlns:a16="http://schemas.microsoft.com/office/drawing/2014/main" id="{9048B862-B79F-4026-AE25-EF9F93186DDD}"/>
              </a:ext>
            </a:extLst>
          </p:cNvPr>
          <p:cNvSpPr>
            <a:spLocks noGrp="1"/>
          </p:cNvSpPr>
          <p:nvPr/>
        </p:nvSpPr>
        <p:spPr>
          <a:xfrm>
            <a:off x="8813006" y="4807893"/>
            <a:ext cx="38101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2-dom-5-5-3-3-0-2-0-outline">
            <a:extLst>
              <a:ext uri="{FF2B5EF4-FFF2-40B4-BE49-F238E27FC236}">
                <a16:creationId xmlns:a16="http://schemas.microsoft.com/office/drawing/2014/main" id="{C1F0B57E-C28D-4F12-95E4-9C667576C3EC}"/>
              </a:ext>
            </a:extLst>
          </p:cNvPr>
          <p:cNvSpPr>
            <a:spLocks noGrp="1"/>
          </p:cNvSpPr>
          <p:nvPr/>
        </p:nvSpPr>
        <p:spPr>
          <a:xfrm>
            <a:off x="10091738" y="3898255"/>
            <a:ext cx="2081212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2-dom-5-5-3-3-0-2-0-0-0-text-0">
            <a:extLst>
              <a:ext uri="{FF2B5EF4-FFF2-40B4-BE49-F238E27FC236}">
                <a16:creationId xmlns:a16="http://schemas.microsoft.com/office/drawing/2014/main" id="{5905652C-4515-438E-9A79-0D12047E45AD}"/>
              </a:ext>
            </a:extLst>
          </p:cNvPr>
          <p:cNvSpPr>
            <a:spLocks noGrp="1"/>
          </p:cNvSpPr>
          <p:nvPr/>
        </p:nvSpPr>
        <p:spPr>
          <a:xfrm>
            <a:off x="10843766" y="4026842"/>
            <a:ext cx="6246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Grid</a:t>
            </a:r>
          </a:p>
        </p:txBody>
      </p:sp>
      <p:sp>
        <p:nvSpPr>
          <p:cNvPr id="70" name="!!source-2-dom-5-5-3-3-0-2-0-1-0-text-0">
            <a:extLst>
              <a:ext uri="{FF2B5EF4-FFF2-40B4-BE49-F238E27FC236}">
                <a16:creationId xmlns:a16="http://schemas.microsoft.com/office/drawing/2014/main" id="{23841D4B-210C-411C-84C9-D6493C1A87DC}"/>
              </a:ext>
            </a:extLst>
          </p:cNvPr>
          <p:cNvSpPr>
            <a:spLocks noGrp="1"/>
          </p:cNvSpPr>
          <p:nvPr/>
        </p:nvSpPr>
        <p:spPr>
          <a:xfrm>
            <a:off x="10310366" y="4388793"/>
            <a:ext cx="169158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import, export</a:t>
            </a:r>
          </a:p>
        </p:txBody>
      </p:sp>
      <p:sp>
        <p:nvSpPr>
          <p:cNvPr id="71" name="!!source-2-dom-5-5-3-3-0-2-1-0-fill">
            <a:extLst>
              <a:ext uri="{FF2B5EF4-FFF2-40B4-BE49-F238E27FC236}">
                <a16:creationId xmlns:a16="http://schemas.microsoft.com/office/drawing/2014/main" id="{69D69C81-9D89-4636-92B7-C6C5B17964F5}"/>
              </a:ext>
            </a:extLst>
          </p:cNvPr>
          <p:cNvSpPr>
            <a:spLocks noGrp="1"/>
          </p:cNvSpPr>
          <p:nvPr/>
        </p:nvSpPr>
        <p:spPr>
          <a:xfrm>
            <a:off x="11113294" y="4807893"/>
            <a:ext cx="38099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2-dom-5-5-3-3-0-3-0-outline">
            <a:extLst>
              <a:ext uri="{FF2B5EF4-FFF2-40B4-BE49-F238E27FC236}">
                <a16:creationId xmlns:a16="http://schemas.microsoft.com/office/drawing/2014/main" id="{463990FE-456C-4502-9CFF-C5615606E97B}"/>
              </a:ext>
            </a:extLst>
          </p:cNvPr>
          <p:cNvSpPr>
            <a:spLocks noGrp="1"/>
          </p:cNvSpPr>
          <p:nvPr/>
        </p:nvSpPr>
        <p:spPr>
          <a:xfrm>
            <a:off x="12392025" y="3898255"/>
            <a:ext cx="2081212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2-dom-5-5-3-3-0-3-0-0-0-text-0">
            <a:extLst>
              <a:ext uri="{FF2B5EF4-FFF2-40B4-BE49-F238E27FC236}">
                <a16:creationId xmlns:a16="http://schemas.microsoft.com/office/drawing/2014/main" id="{46CA1830-CBC3-4FF8-8D30-B5F36A8ED56D}"/>
              </a:ext>
            </a:extLst>
          </p:cNvPr>
          <p:cNvSpPr>
            <a:spLocks noGrp="1"/>
          </p:cNvSpPr>
          <p:nvPr/>
        </p:nvSpPr>
        <p:spPr>
          <a:xfrm>
            <a:off x="12947749" y="4026842"/>
            <a:ext cx="101738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Market</a:t>
            </a:r>
          </a:p>
        </p:txBody>
      </p:sp>
      <p:sp>
        <p:nvSpPr>
          <p:cNvPr id="74" name="!!source-2-dom-5-5-3-3-0-3-0-1-0-text-0">
            <a:extLst>
              <a:ext uri="{FF2B5EF4-FFF2-40B4-BE49-F238E27FC236}">
                <a16:creationId xmlns:a16="http://schemas.microsoft.com/office/drawing/2014/main" id="{E9909ECA-CDD2-4C68-9268-5A959EF80895}"/>
              </a:ext>
            </a:extLst>
          </p:cNvPr>
          <p:cNvSpPr>
            <a:spLocks noGrp="1"/>
          </p:cNvSpPr>
          <p:nvPr/>
        </p:nvSpPr>
        <p:spPr>
          <a:xfrm>
            <a:off x="12583864" y="4388793"/>
            <a:ext cx="174500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prices, services</a:t>
            </a:r>
          </a:p>
        </p:txBody>
      </p:sp>
      <p:sp>
        <p:nvSpPr>
          <p:cNvPr id="75" name="!!source-2-dom-5-5-3-3-0-3-1-0-fill">
            <a:extLst>
              <a:ext uri="{FF2B5EF4-FFF2-40B4-BE49-F238E27FC236}">
                <a16:creationId xmlns:a16="http://schemas.microsoft.com/office/drawing/2014/main" id="{825C4013-A60D-4333-9D8F-41F40173DF32}"/>
              </a:ext>
            </a:extLst>
          </p:cNvPr>
          <p:cNvSpPr>
            <a:spLocks noGrp="1"/>
          </p:cNvSpPr>
          <p:nvPr/>
        </p:nvSpPr>
        <p:spPr>
          <a:xfrm>
            <a:off x="13413582" y="4807893"/>
            <a:ext cx="38099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2-dom-5-5-3-3-1-0-fill">
            <a:extLst>
              <a:ext uri="{FF2B5EF4-FFF2-40B4-BE49-F238E27FC236}">
                <a16:creationId xmlns:a16="http://schemas.microsoft.com/office/drawing/2014/main" id="{1A2E9F3E-A40E-46BF-A7C9-6D0FF80904CD}"/>
              </a:ext>
            </a:extLst>
          </p:cNvPr>
          <p:cNvSpPr>
            <a:spLocks noGrp="1"/>
          </p:cNvSpPr>
          <p:nvPr/>
        </p:nvSpPr>
        <p:spPr>
          <a:xfrm>
            <a:off x="5476875" y="5165081"/>
            <a:ext cx="3170337" cy="571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2-dom-5-5-3-3-1-1-0-text-0">
            <a:extLst>
              <a:ext uri="{FF2B5EF4-FFF2-40B4-BE49-F238E27FC236}">
                <a16:creationId xmlns:a16="http://schemas.microsoft.com/office/drawing/2014/main" id="{681A6749-9E7A-4293-BA54-A97AA776D253}"/>
              </a:ext>
            </a:extLst>
          </p:cNvPr>
          <p:cNvSpPr>
            <a:spLocks noGrp="1"/>
          </p:cNvSpPr>
          <p:nvPr/>
        </p:nvSpPr>
        <p:spPr>
          <a:xfrm>
            <a:off x="8837712" y="5055542"/>
            <a:ext cx="233645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ELECTRICAL BUS</a:t>
            </a:r>
          </a:p>
        </p:txBody>
      </p:sp>
      <p:sp>
        <p:nvSpPr>
          <p:cNvPr id="78" name="!!source-2-dom-5-5-3-3-1-2-fill">
            <a:extLst>
              <a:ext uri="{FF2B5EF4-FFF2-40B4-BE49-F238E27FC236}">
                <a16:creationId xmlns:a16="http://schemas.microsoft.com/office/drawing/2014/main" id="{BAFA6A19-1FD1-4C03-9EEA-FE1D124FD2BE}"/>
              </a:ext>
            </a:extLst>
          </p:cNvPr>
          <p:cNvSpPr>
            <a:spLocks noGrp="1"/>
          </p:cNvSpPr>
          <p:nvPr/>
        </p:nvSpPr>
        <p:spPr>
          <a:xfrm>
            <a:off x="11317040" y="5165081"/>
            <a:ext cx="3170485" cy="571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2-dom-5-5-3-3-2-1-0-0-fill">
            <a:extLst>
              <a:ext uri="{FF2B5EF4-FFF2-40B4-BE49-F238E27FC236}">
                <a16:creationId xmlns:a16="http://schemas.microsoft.com/office/drawing/2014/main" id="{804BEBE0-1424-4435-B897-E34079081671}"/>
              </a:ext>
            </a:extLst>
          </p:cNvPr>
          <p:cNvSpPr>
            <a:spLocks noGrp="1"/>
          </p:cNvSpPr>
          <p:nvPr/>
        </p:nvSpPr>
        <p:spPr>
          <a:xfrm>
            <a:off x="8771037" y="5331767"/>
            <a:ext cx="38100" cy="247651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0" name="!!source-2-dom-5-5-3-3-2-1-1-outline">
            <a:extLst>
              <a:ext uri="{FF2B5EF4-FFF2-40B4-BE49-F238E27FC236}">
                <a16:creationId xmlns:a16="http://schemas.microsoft.com/office/drawing/2014/main" id="{92543483-0D97-4C6D-B8BC-A5F6914D0371}"/>
              </a:ext>
            </a:extLst>
          </p:cNvPr>
          <p:cNvSpPr>
            <a:spLocks noGrp="1"/>
          </p:cNvSpPr>
          <p:nvPr/>
        </p:nvSpPr>
        <p:spPr>
          <a:xfrm>
            <a:off x="7763470" y="5593705"/>
            <a:ext cx="2053382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!!source-2-dom-5-5-3-3-2-1-1-0-0-text-0">
            <a:extLst>
              <a:ext uri="{FF2B5EF4-FFF2-40B4-BE49-F238E27FC236}">
                <a16:creationId xmlns:a16="http://schemas.microsoft.com/office/drawing/2014/main" id="{14EBFE13-83CD-4A4B-8EFC-EA3C284629F1}"/>
              </a:ext>
            </a:extLst>
          </p:cNvPr>
          <p:cNvSpPr>
            <a:spLocks noGrp="1"/>
          </p:cNvSpPr>
          <p:nvPr/>
        </p:nvSpPr>
        <p:spPr>
          <a:xfrm>
            <a:off x="7981355" y="5722293"/>
            <a:ext cx="166523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Electrolyser</a:t>
            </a:r>
          </a:p>
        </p:txBody>
      </p:sp>
      <p:sp>
        <p:nvSpPr>
          <p:cNvPr id="82" name="!!source-2-dom-5-5-3-3-2-1-1-1-0-text-0">
            <a:extLst>
              <a:ext uri="{FF2B5EF4-FFF2-40B4-BE49-F238E27FC236}">
                <a16:creationId xmlns:a16="http://schemas.microsoft.com/office/drawing/2014/main" id="{04D95914-8DFE-4A3A-880A-FC5990FBEC9C}"/>
              </a:ext>
            </a:extLst>
          </p:cNvPr>
          <p:cNvSpPr>
            <a:spLocks noGrp="1"/>
          </p:cNvSpPr>
          <p:nvPr/>
        </p:nvSpPr>
        <p:spPr>
          <a:xfrm>
            <a:off x="8151168" y="6084243"/>
            <a:ext cx="132561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production</a:t>
            </a:r>
          </a:p>
        </p:txBody>
      </p:sp>
      <p:sp>
        <p:nvSpPr>
          <p:cNvPr id="83" name="!!source-2-dom-5-5-3-3-2-2-0-0-fill">
            <a:extLst>
              <a:ext uri="{FF2B5EF4-FFF2-40B4-BE49-F238E27FC236}">
                <a16:creationId xmlns:a16="http://schemas.microsoft.com/office/drawing/2014/main" id="{3E72A2C2-F020-45C2-9E7F-E07B2A9DC690}"/>
              </a:ext>
            </a:extLst>
          </p:cNvPr>
          <p:cNvSpPr>
            <a:spLocks noGrp="1"/>
          </p:cNvSpPr>
          <p:nvPr/>
        </p:nvSpPr>
        <p:spPr>
          <a:xfrm>
            <a:off x="11099304" y="5331767"/>
            <a:ext cx="38101" cy="247651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4" name="!!source-2-dom-5-5-3-3-2-2-1-outline">
            <a:extLst>
              <a:ext uri="{FF2B5EF4-FFF2-40B4-BE49-F238E27FC236}">
                <a16:creationId xmlns:a16="http://schemas.microsoft.com/office/drawing/2014/main" id="{2EE28BCC-36AF-4B58-B09D-6AEB61B9F042}"/>
              </a:ext>
            </a:extLst>
          </p:cNvPr>
          <p:cNvSpPr>
            <a:spLocks noGrp="1"/>
          </p:cNvSpPr>
          <p:nvPr/>
        </p:nvSpPr>
        <p:spPr>
          <a:xfrm>
            <a:off x="10035927" y="5593705"/>
            <a:ext cx="2164854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2-dom-5-5-3-3-2-2-1-0-0-text-0">
            <a:extLst>
              <a:ext uri="{FF2B5EF4-FFF2-40B4-BE49-F238E27FC236}">
                <a16:creationId xmlns:a16="http://schemas.microsoft.com/office/drawing/2014/main" id="{E3319B15-6CD9-4C39-A5AF-191C784E2E39}"/>
              </a:ext>
            </a:extLst>
          </p:cNvPr>
          <p:cNvSpPr>
            <a:spLocks noGrp="1"/>
          </p:cNvSpPr>
          <p:nvPr/>
        </p:nvSpPr>
        <p:spPr>
          <a:xfrm>
            <a:off x="10221664" y="5722293"/>
            <a:ext cx="184100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Compressors</a:t>
            </a:r>
          </a:p>
        </p:txBody>
      </p:sp>
      <p:sp>
        <p:nvSpPr>
          <p:cNvPr id="86" name="!!source-2-dom-5-5-3-3-2-2-1-1-0-text-0">
            <a:extLst>
              <a:ext uri="{FF2B5EF4-FFF2-40B4-BE49-F238E27FC236}">
                <a16:creationId xmlns:a16="http://schemas.microsoft.com/office/drawing/2014/main" id="{3FA55999-7B2F-4C18-A11D-FBA276D5D85A}"/>
              </a:ext>
            </a:extLst>
          </p:cNvPr>
          <p:cNvSpPr>
            <a:spLocks noGrp="1"/>
          </p:cNvSpPr>
          <p:nvPr/>
        </p:nvSpPr>
        <p:spPr>
          <a:xfrm>
            <a:off x="10448180" y="6084243"/>
            <a:ext cx="13879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preparation</a:t>
            </a:r>
          </a:p>
        </p:txBody>
      </p:sp>
      <p:sp>
        <p:nvSpPr>
          <p:cNvPr id="87" name="!!source-2-dom-5-5-3-5-0-text-0">
            <a:extLst>
              <a:ext uri="{FF2B5EF4-FFF2-40B4-BE49-F238E27FC236}">
                <a16:creationId xmlns:a16="http://schemas.microsoft.com/office/drawing/2014/main" id="{E554C272-4295-4F7D-9AE3-274AB6AFAE7E}"/>
              </a:ext>
            </a:extLst>
          </p:cNvPr>
          <p:cNvSpPr>
            <a:spLocks noGrp="1"/>
          </p:cNvSpPr>
          <p:nvPr/>
        </p:nvSpPr>
        <p:spPr>
          <a:xfrm>
            <a:off x="5476875" y="7034510"/>
            <a:ext cx="5524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Production and compression are the loads.</a:t>
            </a:r>
          </a:p>
        </p:txBody>
      </p:sp>
      <p:sp>
        <p:nvSpPr>
          <p:cNvPr id="88" name="!!source-2-dom-5-9-fill">
            <a:extLst>
              <a:ext uri="{FF2B5EF4-FFF2-40B4-BE49-F238E27FC236}">
                <a16:creationId xmlns:a16="http://schemas.microsoft.com/office/drawing/2014/main" id="{1364FA1E-A04F-4565-B6CC-F5779A4D481D}"/>
              </a:ext>
            </a:extLst>
          </p:cNvPr>
          <p:cNvSpPr>
            <a:spLocks noGrp="1"/>
          </p:cNvSpPr>
          <p:nvPr/>
        </p:nvSpPr>
        <p:spPr>
          <a:xfrm>
            <a:off x="9239249" y="2466975"/>
            <a:ext cx="381000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9" name="!!source-2-dom-5-9-outline">
            <a:extLst>
              <a:ext uri="{FF2B5EF4-FFF2-40B4-BE49-F238E27FC236}">
                <a16:creationId xmlns:a16="http://schemas.microsoft.com/office/drawing/2014/main" id="{FE66EB08-E775-45D2-BE9F-41C478CAB3F4}"/>
              </a:ext>
            </a:extLst>
          </p:cNvPr>
          <p:cNvSpPr>
            <a:spLocks noGrp="1"/>
          </p:cNvSpPr>
          <p:nvPr/>
        </p:nvSpPr>
        <p:spPr>
          <a:xfrm>
            <a:off x="9253537" y="2481263"/>
            <a:ext cx="3781425" cy="5136059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!!source-2-dom-5-9-1-1-fill">
            <a:extLst>
              <a:ext uri="{FF2B5EF4-FFF2-40B4-BE49-F238E27FC236}">
                <a16:creationId xmlns:a16="http://schemas.microsoft.com/office/drawing/2014/main" id="{9F79FA00-8046-457F-884F-58237470353A}"/>
              </a:ext>
            </a:extLst>
          </p:cNvPr>
          <p:cNvSpPr>
            <a:spLocks noGrp="1"/>
          </p:cNvSpPr>
          <p:nvPr/>
        </p:nvSpPr>
        <p:spPr>
          <a:xfrm>
            <a:off x="10839450" y="3353842"/>
            <a:ext cx="609601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1" name="!!source-2-dom-5-9-1-1-0-text-0">
            <a:extLst>
              <a:ext uri="{FF2B5EF4-FFF2-40B4-BE49-F238E27FC236}">
                <a16:creationId xmlns:a16="http://schemas.microsoft.com/office/drawing/2014/main" id="{7798B83E-5855-4AB9-B28F-0CC50056AFD6}"/>
              </a:ext>
            </a:extLst>
          </p:cNvPr>
          <p:cNvSpPr>
            <a:spLocks noGrp="1"/>
          </p:cNvSpPr>
          <p:nvPr/>
        </p:nvSpPr>
        <p:spPr>
          <a:xfrm>
            <a:off x="11059567" y="3482429"/>
            <a:ext cx="21684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2" name="!!source-2-dom-5-9-1-3-0-text-0">
            <a:extLst>
              <a:ext uri="{FF2B5EF4-FFF2-40B4-BE49-F238E27FC236}">
                <a16:creationId xmlns:a16="http://schemas.microsoft.com/office/drawing/2014/main" id="{B1204DC6-8C5E-464F-AE1D-8B7F098E6D5A}"/>
              </a:ext>
            </a:extLst>
          </p:cNvPr>
          <p:cNvSpPr>
            <a:spLocks noGrp="1"/>
          </p:cNvSpPr>
          <p:nvPr/>
        </p:nvSpPr>
        <p:spPr>
          <a:xfrm>
            <a:off x="10277029" y="4153942"/>
            <a:ext cx="178191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93" name="!!source-2-dom-5-9-1-5-0-text-0">
            <a:extLst>
              <a:ext uri="{FF2B5EF4-FFF2-40B4-BE49-F238E27FC236}">
                <a16:creationId xmlns:a16="http://schemas.microsoft.com/office/drawing/2014/main" id="{C3EA8953-AEDC-4CAB-B387-50E20AD7F082}"/>
              </a:ext>
            </a:extLst>
          </p:cNvPr>
          <p:cNvSpPr>
            <a:spLocks noGrp="1"/>
          </p:cNvSpPr>
          <p:nvPr/>
        </p:nvSpPr>
        <p:spPr>
          <a:xfrm>
            <a:off x="10346530" y="4620667"/>
            <a:ext cx="164306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Pressurised</a:t>
            </a:r>
          </a:p>
        </p:txBody>
      </p:sp>
      <p:sp>
        <p:nvSpPr>
          <p:cNvPr id="94" name="!!source-2-dom-5-9-1-5-0-text-1">
            <a:extLst>
              <a:ext uri="{FF2B5EF4-FFF2-40B4-BE49-F238E27FC236}">
                <a16:creationId xmlns:a16="http://schemas.microsoft.com/office/drawing/2014/main" id="{09C0760E-3B37-4964-8CA1-447C37093411}"/>
              </a:ext>
            </a:extLst>
          </p:cNvPr>
          <p:cNvSpPr>
            <a:spLocks noGrp="1"/>
          </p:cNvSpPr>
          <p:nvPr/>
        </p:nvSpPr>
        <p:spPr>
          <a:xfrm>
            <a:off x="10327630" y="4954042"/>
            <a:ext cx="168071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storage and</a:t>
            </a:r>
          </a:p>
        </p:txBody>
      </p:sp>
      <p:sp>
        <p:nvSpPr>
          <p:cNvPr id="95" name="!!source-2-dom-5-9-1-5-0-text-2">
            <a:extLst>
              <a:ext uri="{FF2B5EF4-FFF2-40B4-BE49-F238E27FC236}">
                <a16:creationId xmlns:a16="http://schemas.microsoft.com/office/drawing/2014/main" id="{723C5432-5200-4C7A-9CFC-77E25CCA68F8}"/>
              </a:ext>
            </a:extLst>
          </p:cNvPr>
          <p:cNvSpPr>
            <a:spLocks noGrp="1"/>
          </p:cNvSpPr>
          <p:nvPr/>
        </p:nvSpPr>
        <p:spPr>
          <a:xfrm>
            <a:off x="10259020" y="5287416"/>
            <a:ext cx="1818085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compression</a:t>
            </a:r>
          </a:p>
        </p:txBody>
      </p:sp>
      <p:sp>
        <p:nvSpPr>
          <p:cNvPr id="96" name="!!source-2-dom-5-9-1-7-0-0-text-0">
            <a:extLst>
              <a:ext uri="{FF2B5EF4-FFF2-40B4-BE49-F238E27FC236}">
                <a16:creationId xmlns:a16="http://schemas.microsoft.com/office/drawing/2014/main" id="{88C033CE-CE91-4AEF-A00F-17F15B664307}"/>
              </a:ext>
            </a:extLst>
          </p:cNvPr>
          <p:cNvSpPr>
            <a:spLocks noGrp="1"/>
          </p:cNvSpPr>
          <p:nvPr/>
        </p:nvSpPr>
        <p:spPr>
          <a:xfrm>
            <a:off x="10751939" y="5811292"/>
            <a:ext cx="83224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several</a:t>
            </a:r>
          </a:p>
        </p:txBody>
      </p:sp>
      <p:sp>
        <p:nvSpPr>
          <p:cNvPr id="97" name="!!source-2-dom-5-9-1-7-0-0-text-1">
            <a:extLst>
              <a:ext uri="{FF2B5EF4-FFF2-40B4-BE49-F238E27FC236}">
                <a16:creationId xmlns:a16="http://schemas.microsoft.com/office/drawing/2014/main" id="{691CCEE6-4E91-4628-9B07-C2A6A1F0CC7F}"/>
              </a:ext>
            </a:extLst>
          </p:cNvPr>
          <p:cNvSpPr>
            <a:spLocks noGrp="1"/>
          </p:cNvSpPr>
          <p:nvPr/>
        </p:nvSpPr>
        <p:spPr>
          <a:xfrm>
            <a:off x="10307092" y="6097042"/>
            <a:ext cx="172179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pressure levels</a:t>
            </a:r>
          </a:p>
        </p:txBody>
      </p:sp>
      <p:sp>
        <p:nvSpPr>
          <p:cNvPr id="98" name="!!source-2-dom-5-9-1-7-1-0-text-0">
            <a:extLst>
              <a:ext uri="{FF2B5EF4-FFF2-40B4-BE49-F238E27FC236}">
                <a16:creationId xmlns:a16="http://schemas.microsoft.com/office/drawing/2014/main" id="{BCBD66D1-D3C8-406B-A369-4D3AED880AF4}"/>
              </a:ext>
            </a:extLst>
          </p:cNvPr>
          <p:cNvSpPr>
            <a:spLocks noGrp="1"/>
          </p:cNvSpPr>
          <p:nvPr/>
        </p:nvSpPr>
        <p:spPr>
          <a:xfrm>
            <a:off x="10412462" y="6458992"/>
            <a:ext cx="151120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compressors</a:t>
            </a:r>
          </a:p>
        </p:txBody>
      </p:sp>
      <p:sp>
        <p:nvSpPr>
          <p:cNvPr id="99" name="!!source-2-dom-5-9-3-1-0-fill">
            <a:extLst>
              <a:ext uri="{FF2B5EF4-FFF2-40B4-BE49-F238E27FC236}">
                <a16:creationId xmlns:a16="http://schemas.microsoft.com/office/drawing/2014/main" id="{8DA2BA4E-E06F-4974-8A7C-371B84EB88E4}"/>
              </a:ext>
            </a:extLst>
          </p:cNvPr>
          <p:cNvSpPr>
            <a:spLocks noGrp="1"/>
          </p:cNvSpPr>
          <p:nvPr/>
        </p:nvSpPr>
        <p:spPr>
          <a:xfrm>
            <a:off x="957262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2-dom-5-9-3-1-0-0-text-0">
            <a:extLst>
              <a:ext uri="{FF2B5EF4-FFF2-40B4-BE49-F238E27FC236}">
                <a16:creationId xmlns:a16="http://schemas.microsoft.com/office/drawing/2014/main" id="{2A8DFF03-8DEE-41E6-98FE-DB219E4264A3}"/>
              </a:ext>
            </a:extLst>
          </p:cNvPr>
          <p:cNvSpPr>
            <a:spLocks noGrp="1"/>
          </p:cNvSpPr>
          <p:nvPr/>
        </p:nvSpPr>
        <p:spPr>
          <a:xfrm>
            <a:off x="9741248" y="2886075"/>
            <a:ext cx="205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1" name="!!source-2-dom-5-9-3-1-1-0-0-text-0">
            <a:extLst>
              <a:ext uri="{FF2B5EF4-FFF2-40B4-BE49-F238E27FC236}">
                <a16:creationId xmlns:a16="http://schemas.microsoft.com/office/drawing/2014/main" id="{A51AD94D-8C09-492E-B36D-6704973664DE}"/>
              </a:ext>
            </a:extLst>
          </p:cNvPr>
          <p:cNvSpPr>
            <a:spLocks noGrp="1"/>
          </p:cNvSpPr>
          <p:nvPr/>
        </p:nvSpPr>
        <p:spPr>
          <a:xfrm>
            <a:off x="10239374" y="2724150"/>
            <a:ext cx="592886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Pressurised storage and compression</a:t>
            </a:r>
          </a:p>
        </p:txBody>
      </p:sp>
      <p:sp>
        <p:nvSpPr>
          <p:cNvPr id="102" name="!!source-2-dom-5-9-3-1-1-1-0-text-0">
            <a:extLst>
              <a:ext uri="{FF2B5EF4-FFF2-40B4-BE49-F238E27FC236}">
                <a16:creationId xmlns:a16="http://schemas.microsoft.com/office/drawing/2014/main" id="{8EE88CE5-B9F1-4E5F-8461-61AACB25811B}"/>
              </a:ext>
            </a:extLst>
          </p:cNvPr>
          <p:cNvSpPr>
            <a:spLocks noGrp="1"/>
          </p:cNvSpPr>
          <p:nvPr/>
        </p:nvSpPr>
        <p:spPr>
          <a:xfrm>
            <a:off x="10239374" y="3095625"/>
            <a:ext cx="438700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lifted in stages to the vehicle standard</a:t>
            </a:r>
          </a:p>
        </p:txBody>
      </p:sp>
      <p:sp>
        <p:nvSpPr>
          <p:cNvPr id="103" name="!!source-2-dom-5-9-3-3-0-0-fill">
            <a:extLst>
              <a:ext uri="{FF2B5EF4-FFF2-40B4-BE49-F238E27FC236}">
                <a16:creationId xmlns:a16="http://schemas.microsoft.com/office/drawing/2014/main" id="{C7CC3F9D-0D82-445C-9E3F-03F341169622}"/>
              </a:ext>
            </a:extLst>
          </p:cNvPr>
          <p:cNvSpPr>
            <a:spLocks noGrp="1"/>
          </p:cNvSpPr>
          <p:nvPr/>
        </p:nvSpPr>
        <p:spPr>
          <a:xfrm>
            <a:off x="9572625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2-dom-5-9-3-3-0-0-outline">
            <a:extLst>
              <a:ext uri="{FF2B5EF4-FFF2-40B4-BE49-F238E27FC236}">
                <a16:creationId xmlns:a16="http://schemas.microsoft.com/office/drawing/2014/main" id="{3558B106-0B14-4E6D-B35E-1065469865C5}"/>
              </a:ext>
            </a:extLst>
          </p:cNvPr>
          <p:cNvSpPr>
            <a:spLocks noGrp="1"/>
          </p:cNvSpPr>
          <p:nvPr/>
        </p:nvSpPr>
        <p:spPr>
          <a:xfrm>
            <a:off x="9586913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" name="!!source-2-dom-5-9-3-3-0-0-0-fill">
            <a:extLst>
              <a:ext uri="{FF2B5EF4-FFF2-40B4-BE49-F238E27FC236}">
                <a16:creationId xmlns:a16="http://schemas.microsoft.com/office/drawing/2014/main" id="{F5A1E052-B77D-4AF5-AC63-DD0ECC89D9CC}"/>
              </a:ext>
            </a:extLst>
          </p:cNvPr>
          <p:cNvSpPr>
            <a:spLocks noGrp="1"/>
          </p:cNvSpPr>
          <p:nvPr/>
        </p:nvSpPr>
        <p:spPr>
          <a:xfrm>
            <a:off x="9601201" y="5231755"/>
            <a:ext cx="666749" cy="342900"/>
          </a:xfrm>
          <a:custGeom>
            <a:avLst/>
            <a:gdLst/>
            <a:ahLst/>
            <a:cxnLst/>
            <a:rect l="0" t="0" r="0" b="0"/>
            <a:pathLst>
              <a:path w="666749" h="342900">
                <a:moveTo>
                  <a:pt x="0" y="0"/>
                </a:moveTo>
                <a:lnTo>
                  <a:pt x="666749" y="0"/>
                </a:lnTo>
                <a:lnTo>
                  <a:pt x="666749" y="238125"/>
                </a:lnTo>
                <a:lnTo>
                  <a:pt x="664736" y="258565"/>
                </a:lnTo>
                <a:lnTo>
                  <a:pt x="658774" y="278220"/>
                </a:lnTo>
                <a:lnTo>
                  <a:pt x="649091" y="296335"/>
                </a:lnTo>
                <a:lnTo>
                  <a:pt x="636061" y="312212"/>
                </a:lnTo>
                <a:lnTo>
                  <a:pt x="620184" y="325242"/>
                </a:lnTo>
                <a:lnTo>
                  <a:pt x="602070" y="334924"/>
                </a:lnTo>
                <a:lnTo>
                  <a:pt x="582415" y="340887"/>
                </a:lnTo>
                <a:lnTo>
                  <a:pt x="561974" y="342900"/>
                </a:lnTo>
                <a:lnTo>
                  <a:pt x="104775" y="342900"/>
                </a:lnTo>
                <a:lnTo>
                  <a:pt x="84334" y="340887"/>
                </a:lnTo>
                <a:lnTo>
                  <a:pt x="64679" y="334924"/>
                </a:lnTo>
                <a:lnTo>
                  <a:pt x="46565" y="325242"/>
                </a:lnTo>
                <a:lnTo>
                  <a:pt x="30688" y="312212"/>
                </a:lnTo>
                <a:lnTo>
                  <a:pt x="17658" y="296335"/>
                </a:lnTo>
                <a:lnTo>
                  <a:pt x="7976" y="278220"/>
                </a:lnTo>
                <a:lnTo>
                  <a:pt x="2013" y="258565"/>
                </a:lnTo>
                <a:lnTo>
                  <a:pt x="0" y="2381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!!source-2-dom-5-9-3-3-0-1-0-text-0">
            <a:extLst>
              <a:ext uri="{FF2B5EF4-FFF2-40B4-BE49-F238E27FC236}">
                <a16:creationId xmlns:a16="http://schemas.microsoft.com/office/drawing/2014/main" id="{2884B326-F10F-4D17-90C7-059BA1B3F630}"/>
              </a:ext>
            </a:extLst>
          </p:cNvPr>
          <p:cNvSpPr>
            <a:spLocks noGrp="1"/>
          </p:cNvSpPr>
          <p:nvPr/>
        </p:nvSpPr>
        <p:spPr>
          <a:xfrm>
            <a:off x="9706868" y="5679430"/>
            <a:ext cx="50289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low</a:t>
            </a:r>
          </a:p>
        </p:txBody>
      </p:sp>
      <p:sp>
        <p:nvSpPr>
          <p:cNvPr id="107" name="!!source-2-dom-5-9-3-3-1-0-fill">
            <a:extLst>
              <a:ext uri="{FF2B5EF4-FFF2-40B4-BE49-F238E27FC236}">
                <a16:creationId xmlns:a16="http://schemas.microsoft.com/office/drawing/2014/main" id="{F3C4C825-47AF-4F48-A315-B4D82941B118}"/>
              </a:ext>
            </a:extLst>
          </p:cNvPr>
          <p:cNvSpPr>
            <a:spLocks noGrp="1"/>
          </p:cNvSpPr>
          <p:nvPr/>
        </p:nvSpPr>
        <p:spPr>
          <a:xfrm>
            <a:off x="10296525" y="5174605"/>
            <a:ext cx="43085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2-dom-5-9-3-3-1-1-border-Top">
            <a:extLst>
              <a:ext uri="{FF2B5EF4-FFF2-40B4-BE49-F238E27FC236}">
                <a16:creationId xmlns:a16="http://schemas.microsoft.com/office/drawing/2014/main" id="{0BACB1B2-7B16-4BD7-8707-CFFA417C1914}"/>
              </a:ext>
            </a:extLst>
          </p:cNvPr>
          <p:cNvSpPr>
            <a:spLocks noGrp="1"/>
          </p:cNvSpPr>
          <p:nvPr/>
        </p:nvSpPr>
        <p:spPr>
          <a:xfrm>
            <a:off x="1072738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2-dom-5-9-3-3-1-1-border-Bottom">
            <a:extLst>
              <a:ext uri="{FF2B5EF4-FFF2-40B4-BE49-F238E27FC236}">
                <a16:creationId xmlns:a16="http://schemas.microsoft.com/office/drawing/2014/main" id="{9B6F3371-4AEF-449D-9E35-49D75B4C55C3}"/>
              </a:ext>
            </a:extLst>
          </p:cNvPr>
          <p:cNvSpPr>
            <a:spLocks noGrp="1"/>
          </p:cNvSpPr>
          <p:nvPr/>
        </p:nvSpPr>
        <p:spPr>
          <a:xfrm>
            <a:off x="1072738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2-dom-5-9-3-3-1-1-border-Left">
            <a:extLst>
              <a:ext uri="{FF2B5EF4-FFF2-40B4-BE49-F238E27FC236}">
                <a16:creationId xmlns:a16="http://schemas.microsoft.com/office/drawing/2014/main" id="{2453ACD1-2E93-46CD-8BD4-8EF3AA920B8C}"/>
              </a:ext>
            </a:extLst>
          </p:cNvPr>
          <p:cNvSpPr>
            <a:spLocks noGrp="1"/>
          </p:cNvSpPr>
          <p:nvPr/>
        </p:nvSpPr>
        <p:spPr>
          <a:xfrm>
            <a:off x="1072738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2-dom-5-9-3-3-2-fill">
            <a:extLst>
              <a:ext uri="{FF2B5EF4-FFF2-40B4-BE49-F238E27FC236}">
                <a16:creationId xmlns:a16="http://schemas.microsoft.com/office/drawing/2014/main" id="{0399AC45-8BC3-4659-9B98-70C9F6D844F7}"/>
              </a:ext>
            </a:extLst>
          </p:cNvPr>
          <p:cNvSpPr>
            <a:spLocks noGrp="1"/>
          </p:cNvSpPr>
          <p:nvPr/>
        </p:nvSpPr>
        <p:spPr>
          <a:xfrm>
            <a:off x="10879783" y="4946005"/>
            <a:ext cx="762000" cy="495300"/>
          </a:xfrm>
          <a:custGeom>
            <a:avLst/>
            <a:gdLst/>
            <a:ahLst/>
            <a:cxnLst/>
            <a:rect l="0" t="0" r="0" b="0"/>
            <a:pathLst>
              <a:path w="762000" h="495300">
                <a:moveTo>
                  <a:pt x="0" y="0"/>
                </a:moveTo>
                <a:lnTo>
                  <a:pt x="762000" y="0"/>
                </a:lnTo>
                <a:lnTo>
                  <a:pt x="381000" y="4953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2-dom-5-9-3-3-2-0-text-0">
            <a:extLst>
              <a:ext uri="{FF2B5EF4-FFF2-40B4-BE49-F238E27FC236}">
                <a16:creationId xmlns:a16="http://schemas.microsoft.com/office/drawing/2014/main" id="{3DDDF870-9CF2-4C71-ADE1-28B429D3F0CE}"/>
              </a:ext>
            </a:extLst>
          </p:cNvPr>
          <p:cNvSpPr>
            <a:spLocks noGrp="1"/>
          </p:cNvSpPr>
          <p:nvPr/>
        </p:nvSpPr>
        <p:spPr>
          <a:xfrm>
            <a:off x="11171039" y="4984105"/>
            <a:ext cx="22696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</a:t>
            </a:r>
          </a:p>
        </p:txBody>
      </p:sp>
      <p:sp>
        <p:nvSpPr>
          <p:cNvPr id="113" name="!!source-2-dom-5-9-3-3-3-0-fill">
            <a:extLst>
              <a:ext uri="{FF2B5EF4-FFF2-40B4-BE49-F238E27FC236}">
                <a16:creationId xmlns:a16="http://schemas.microsoft.com/office/drawing/2014/main" id="{4C63394A-EAEB-43C6-AFB9-4922003E228E}"/>
              </a:ext>
            </a:extLst>
          </p:cNvPr>
          <p:cNvSpPr>
            <a:spLocks noGrp="1"/>
          </p:cNvSpPr>
          <p:nvPr/>
        </p:nvSpPr>
        <p:spPr>
          <a:xfrm>
            <a:off x="11641782" y="5174605"/>
            <a:ext cx="43100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2-dom-5-9-3-3-3-1-border-Top">
            <a:extLst>
              <a:ext uri="{FF2B5EF4-FFF2-40B4-BE49-F238E27FC236}">
                <a16:creationId xmlns:a16="http://schemas.microsoft.com/office/drawing/2014/main" id="{1EEB18C6-CC9F-4232-947D-0C0EEDBDED43}"/>
              </a:ext>
            </a:extLst>
          </p:cNvPr>
          <p:cNvSpPr>
            <a:spLocks noGrp="1"/>
          </p:cNvSpPr>
          <p:nvPr/>
        </p:nvSpPr>
        <p:spPr>
          <a:xfrm>
            <a:off x="12072789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0"/>
                </a:moveTo>
                <a:lnTo>
                  <a:pt x="152399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2-dom-5-9-3-3-3-1-border-Bottom">
            <a:extLst>
              <a:ext uri="{FF2B5EF4-FFF2-40B4-BE49-F238E27FC236}">
                <a16:creationId xmlns:a16="http://schemas.microsoft.com/office/drawing/2014/main" id="{B840AD10-7246-42E5-A023-453EB2CD58B0}"/>
              </a:ext>
            </a:extLst>
          </p:cNvPr>
          <p:cNvSpPr>
            <a:spLocks noGrp="1"/>
          </p:cNvSpPr>
          <p:nvPr/>
        </p:nvSpPr>
        <p:spPr>
          <a:xfrm>
            <a:off x="12072789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190500"/>
                </a:moveTo>
                <a:lnTo>
                  <a:pt x="152400" y="95250"/>
                </a:lnTo>
                <a:lnTo>
                  <a:pt x="152399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2-dom-5-9-3-3-3-1-border-Left">
            <a:extLst>
              <a:ext uri="{FF2B5EF4-FFF2-40B4-BE49-F238E27FC236}">
                <a16:creationId xmlns:a16="http://schemas.microsoft.com/office/drawing/2014/main" id="{C4AE88C6-9233-4975-A445-00D966B485EF}"/>
              </a:ext>
            </a:extLst>
          </p:cNvPr>
          <p:cNvSpPr>
            <a:spLocks noGrp="1"/>
          </p:cNvSpPr>
          <p:nvPr/>
        </p:nvSpPr>
        <p:spPr>
          <a:xfrm>
            <a:off x="12072789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7" name="!!source-2-dom-5-9-3-3-4-0-fill">
            <a:extLst>
              <a:ext uri="{FF2B5EF4-FFF2-40B4-BE49-F238E27FC236}">
                <a16:creationId xmlns:a16="http://schemas.microsoft.com/office/drawing/2014/main" id="{9ABB18F2-1EBA-4494-8FE3-E3F5F08E0C6D}"/>
              </a:ext>
            </a:extLst>
          </p:cNvPr>
          <p:cNvSpPr>
            <a:spLocks noGrp="1"/>
          </p:cNvSpPr>
          <p:nvPr/>
        </p:nvSpPr>
        <p:spPr>
          <a:xfrm>
            <a:off x="12406312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2-dom-5-9-3-3-4-0-outline">
            <a:extLst>
              <a:ext uri="{FF2B5EF4-FFF2-40B4-BE49-F238E27FC236}">
                <a16:creationId xmlns:a16="http://schemas.microsoft.com/office/drawing/2014/main" id="{DC50483C-1090-464A-9597-C13ABF2B8416}"/>
              </a:ext>
            </a:extLst>
          </p:cNvPr>
          <p:cNvSpPr>
            <a:spLocks noGrp="1"/>
          </p:cNvSpPr>
          <p:nvPr/>
        </p:nvSpPr>
        <p:spPr>
          <a:xfrm>
            <a:off x="12420600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2-dom-5-9-3-3-4-0-0-fill">
            <a:extLst>
              <a:ext uri="{FF2B5EF4-FFF2-40B4-BE49-F238E27FC236}">
                <a16:creationId xmlns:a16="http://schemas.microsoft.com/office/drawing/2014/main" id="{25C9A64B-DCA8-46A4-96F2-0706EF069649}"/>
              </a:ext>
            </a:extLst>
          </p:cNvPr>
          <p:cNvSpPr>
            <a:spLocks noGrp="1"/>
          </p:cNvSpPr>
          <p:nvPr/>
        </p:nvSpPr>
        <p:spPr>
          <a:xfrm>
            <a:off x="12434888" y="4888855"/>
            <a:ext cx="666750" cy="685800"/>
          </a:xfrm>
          <a:custGeom>
            <a:avLst/>
            <a:gdLst/>
            <a:ahLst/>
            <a:cxnLst/>
            <a:rect l="0" t="0" r="0" b="0"/>
            <a:pathLst>
              <a:path w="666750" h="685800">
                <a:moveTo>
                  <a:pt x="0" y="0"/>
                </a:moveTo>
                <a:lnTo>
                  <a:pt x="666750" y="0"/>
                </a:lnTo>
                <a:lnTo>
                  <a:pt x="666750" y="581025"/>
                </a:lnTo>
                <a:lnTo>
                  <a:pt x="664737" y="601466"/>
                </a:lnTo>
                <a:lnTo>
                  <a:pt x="658775" y="621121"/>
                </a:lnTo>
                <a:lnTo>
                  <a:pt x="649093" y="639235"/>
                </a:lnTo>
                <a:lnTo>
                  <a:pt x="636063" y="655112"/>
                </a:lnTo>
                <a:lnTo>
                  <a:pt x="620185" y="668142"/>
                </a:lnTo>
                <a:lnTo>
                  <a:pt x="602071" y="677825"/>
                </a:lnTo>
                <a:lnTo>
                  <a:pt x="582416" y="683787"/>
                </a:lnTo>
                <a:lnTo>
                  <a:pt x="561975" y="685800"/>
                </a:lnTo>
                <a:lnTo>
                  <a:pt x="104775" y="685800"/>
                </a:lnTo>
                <a:lnTo>
                  <a:pt x="84334" y="683787"/>
                </a:lnTo>
                <a:lnTo>
                  <a:pt x="64679" y="677825"/>
                </a:lnTo>
                <a:lnTo>
                  <a:pt x="46565" y="668142"/>
                </a:lnTo>
                <a:lnTo>
                  <a:pt x="30688" y="655112"/>
                </a:lnTo>
                <a:lnTo>
                  <a:pt x="17658" y="639235"/>
                </a:lnTo>
                <a:lnTo>
                  <a:pt x="7976" y="621121"/>
                </a:lnTo>
                <a:lnTo>
                  <a:pt x="2013" y="601466"/>
                </a:lnTo>
                <a:lnTo>
                  <a:pt x="0" y="5810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2-dom-5-9-3-3-4-1-0-text-0">
            <a:extLst>
              <a:ext uri="{FF2B5EF4-FFF2-40B4-BE49-F238E27FC236}">
                <a16:creationId xmlns:a16="http://schemas.microsoft.com/office/drawing/2014/main" id="{088115C6-8A83-439E-9C1E-589DFFEF7AD7}"/>
              </a:ext>
            </a:extLst>
          </p:cNvPr>
          <p:cNvSpPr>
            <a:spLocks noGrp="1"/>
          </p:cNvSpPr>
          <p:nvPr/>
        </p:nvSpPr>
        <p:spPr>
          <a:xfrm>
            <a:off x="12225188" y="5679430"/>
            <a:ext cx="113392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medium</a:t>
            </a:r>
          </a:p>
        </p:txBody>
      </p:sp>
      <p:sp>
        <p:nvSpPr>
          <p:cNvPr id="121" name="!!source-2-dom-5-9-3-3-5-0-fill">
            <a:extLst>
              <a:ext uri="{FF2B5EF4-FFF2-40B4-BE49-F238E27FC236}">
                <a16:creationId xmlns:a16="http://schemas.microsoft.com/office/drawing/2014/main" id="{0BE2A0BF-BBD8-4740-B235-F7224923BEA9}"/>
              </a:ext>
            </a:extLst>
          </p:cNvPr>
          <p:cNvSpPr>
            <a:spLocks noGrp="1"/>
          </p:cNvSpPr>
          <p:nvPr/>
        </p:nvSpPr>
        <p:spPr>
          <a:xfrm>
            <a:off x="13311486" y="5174605"/>
            <a:ext cx="43085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!!source-2-dom-5-9-3-3-5-1-border-Top">
            <a:extLst>
              <a:ext uri="{FF2B5EF4-FFF2-40B4-BE49-F238E27FC236}">
                <a16:creationId xmlns:a16="http://schemas.microsoft.com/office/drawing/2014/main" id="{80F9213F-61CA-4069-AE3D-862E5B481C46}"/>
              </a:ext>
            </a:extLst>
          </p:cNvPr>
          <p:cNvSpPr>
            <a:spLocks noGrp="1"/>
          </p:cNvSpPr>
          <p:nvPr/>
        </p:nvSpPr>
        <p:spPr>
          <a:xfrm>
            <a:off x="1374234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2-dom-5-9-3-3-5-1-border-Bottom">
            <a:extLst>
              <a:ext uri="{FF2B5EF4-FFF2-40B4-BE49-F238E27FC236}">
                <a16:creationId xmlns:a16="http://schemas.microsoft.com/office/drawing/2014/main" id="{8D9D9A5D-19CD-4100-9EC5-C85E92A2CC5D}"/>
              </a:ext>
            </a:extLst>
          </p:cNvPr>
          <p:cNvSpPr>
            <a:spLocks noGrp="1"/>
          </p:cNvSpPr>
          <p:nvPr/>
        </p:nvSpPr>
        <p:spPr>
          <a:xfrm>
            <a:off x="1374234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4" name="!!source-2-dom-5-9-3-3-5-1-border-Left">
            <a:extLst>
              <a:ext uri="{FF2B5EF4-FFF2-40B4-BE49-F238E27FC236}">
                <a16:creationId xmlns:a16="http://schemas.microsoft.com/office/drawing/2014/main" id="{26A8DCD3-AD67-4CD9-97B4-B8140532A9A6}"/>
              </a:ext>
            </a:extLst>
          </p:cNvPr>
          <p:cNvSpPr>
            <a:spLocks noGrp="1"/>
          </p:cNvSpPr>
          <p:nvPr/>
        </p:nvSpPr>
        <p:spPr>
          <a:xfrm>
            <a:off x="1374234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5" name="!!source-2-dom-5-9-3-3-6-fill">
            <a:extLst>
              <a:ext uri="{FF2B5EF4-FFF2-40B4-BE49-F238E27FC236}">
                <a16:creationId xmlns:a16="http://schemas.microsoft.com/office/drawing/2014/main" id="{85B3E9D0-AA4B-4E0F-BD3A-6C9D9633C28C}"/>
              </a:ext>
            </a:extLst>
          </p:cNvPr>
          <p:cNvSpPr>
            <a:spLocks noGrp="1"/>
          </p:cNvSpPr>
          <p:nvPr/>
        </p:nvSpPr>
        <p:spPr>
          <a:xfrm>
            <a:off x="13894743" y="4946005"/>
            <a:ext cx="762000" cy="495300"/>
          </a:xfrm>
          <a:custGeom>
            <a:avLst/>
            <a:gdLst/>
            <a:ahLst/>
            <a:cxnLst/>
            <a:rect l="0" t="0" r="0" b="0"/>
            <a:pathLst>
              <a:path w="762000" h="495300">
                <a:moveTo>
                  <a:pt x="0" y="0"/>
                </a:moveTo>
                <a:lnTo>
                  <a:pt x="762000" y="0"/>
                </a:lnTo>
                <a:lnTo>
                  <a:pt x="381000" y="4953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2-dom-5-9-3-3-6-0-text-0">
            <a:extLst>
              <a:ext uri="{FF2B5EF4-FFF2-40B4-BE49-F238E27FC236}">
                <a16:creationId xmlns:a16="http://schemas.microsoft.com/office/drawing/2014/main" id="{188415EB-062A-4DA1-AAE9-C4E2330149DB}"/>
              </a:ext>
            </a:extLst>
          </p:cNvPr>
          <p:cNvSpPr>
            <a:spLocks noGrp="1"/>
          </p:cNvSpPr>
          <p:nvPr/>
        </p:nvSpPr>
        <p:spPr>
          <a:xfrm>
            <a:off x="14186000" y="4984105"/>
            <a:ext cx="22696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</a:t>
            </a:r>
          </a:p>
        </p:txBody>
      </p:sp>
      <p:sp>
        <p:nvSpPr>
          <p:cNvPr id="127" name="!!source-2-dom-5-9-3-3-7-0-fill">
            <a:extLst>
              <a:ext uri="{FF2B5EF4-FFF2-40B4-BE49-F238E27FC236}">
                <a16:creationId xmlns:a16="http://schemas.microsoft.com/office/drawing/2014/main" id="{73CF40AF-48D7-4CC8-9444-7796C0D7D893}"/>
              </a:ext>
            </a:extLst>
          </p:cNvPr>
          <p:cNvSpPr>
            <a:spLocks noGrp="1"/>
          </p:cNvSpPr>
          <p:nvPr/>
        </p:nvSpPr>
        <p:spPr>
          <a:xfrm>
            <a:off x="14656743" y="5174605"/>
            <a:ext cx="431006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8" name="!!source-2-dom-5-9-3-3-7-1-border-Top">
            <a:extLst>
              <a:ext uri="{FF2B5EF4-FFF2-40B4-BE49-F238E27FC236}">
                <a16:creationId xmlns:a16="http://schemas.microsoft.com/office/drawing/2014/main" id="{E3A65277-CD7C-4932-9664-982BA0E1ED75}"/>
              </a:ext>
            </a:extLst>
          </p:cNvPr>
          <p:cNvSpPr>
            <a:spLocks noGrp="1"/>
          </p:cNvSpPr>
          <p:nvPr/>
        </p:nvSpPr>
        <p:spPr>
          <a:xfrm>
            <a:off x="15087748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2-dom-5-9-3-3-7-1-border-Bottom">
            <a:extLst>
              <a:ext uri="{FF2B5EF4-FFF2-40B4-BE49-F238E27FC236}">
                <a16:creationId xmlns:a16="http://schemas.microsoft.com/office/drawing/2014/main" id="{0F46ECAF-8CF6-47D4-81F1-B9353F3D4629}"/>
              </a:ext>
            </a:extLst>
          </p:cNvPr>
          <p:cNvSpPr>
            <a:spLocks noGrp="1"/>
          </p:cNvSpPr>
          <p:nvPr/>
        </p:nvSpPr>
        <p:spPr>
          <a:xfrm>
            <a:off x="15087748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0" name="!!source-2-dom-5-9-3-3-7-1-border-Left">
            <a:extLst>
              <a:ext uri="{FF2B5EF4-FFF2-40B4-BE49-F238E27FC236}">
                <a16:creationId xmlns:a16="http://schemas.microsoft.com/office/drawing/2014/main" id="{F631EBC0-7242-4E88-858B-137B2C011293}"/>
              </a:ext>
            </a:extLst>
          </p:cNvPr>
          <p:cNvSpPr>
            <a:spLocks noGrp="1"/>
          </p:cNvSpPr>
          <p:nvPr/>
        </p:nvSpPr>
        <p:spPr>
          <a:xfrm>
            <a:off x="15087748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1" name="!!source-2-dom-5-9-3-3-8-0-fill">
            <a:extLst>
              <a:ext uri="{FF2B5EF4-FFF2-40B4-BE49-F238E27FC236}">
                <a16:creationId xmlns:a16="http://schemas.microsoft.com/office/drawing/2014/main" id="{2A162FFE-8516-4C14-9AAD-8B3D8F8016E7}"/>
              </a:ext>
            </a:extLst>
          </p:cNvPr>
          <p:cNvSpPr>
            <a:spLocks noGrp="1"/>
          </p:cNvSpPr>
          <p:nvPr/>
        </p:nvSpPr>
        <p:spPr>
          <a:xfrm>
            <a:off x="15240149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2" name="!!source-2-dom-5-9-3-3-8-0-outline">
            <a:extLst>
              <a:ext uri="{FF2B5EF4-FFF2-40B4-BE49-F238E27FC236}">
                <a16:creationId xmlns:a16="http://schemas.microsoft.com/office/drawing/2014/main" id="{470D883F-38C3-4218-A479-9CDD90D8E5C2}"/>
              </a:ext>
            </a:extLst>
          </p:cNvPr>
          <p:cNvSpPr>
            <a:spLocks noGrp="1"/>
          </p:cNvSpPr>
          <p:nvPr/>
        </p:nvSpPr>
        <p:spPr>
          <a:xfrm>
            <a:off x="15254436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3" name="!!source-2-dom-5-9-3-3-8-0-0-fill">
            <a:extLst>
              <a:ext uri="{FF2B5EF4-FFF2-40B4-BE49-F238E27FC236}">
                <a16:creationId xmlns:a16="http://schemas.microsoft.com/office/drawing/2014/main" id="{F9AB1816-0010-4166-AC1A-F2A56A876515}"/>
              </a:ext>
            </a:extLst>
          </p:cNvPr>
          <p:cNvSpPr>
            <a:spLocks noGrp="1"/>
          </p:cNvSpPr>
          <p:nvPr/>
        </p:nvSpPr>
        <p:spPr>
          <a:xfrm>
            <a:off x="15268724" y="4545955"/>
            <a:ext cx="666749" cy="1028700"/>
          </a:xfrm>
          <a:custGeom>
            <a:avLst/>
            <a:gdLst/>
            <a:ahLst/>
            <a:cxnLst/>
            <a:rect l="0" t="0" r="0" b="0"/>
            <a:pathLst>
              <a:path w="666749" h="1028700">
                <a:moveTo>
                  <a:pt x="0" y="0"/>
                </a:moveTo>
                <a:lnTo>
                  <a:pt x="666749" y="0"/>
                </a:lnTo>
                <a:lnTo>
                  <a:pt x="666749" y="923925"/>
                </a:lnTo>
                <a:lnTo>
                  <a:pt x="664736" y="944366"/>
                </a:lnTo>
                <a:lnTo>
                  <a:pt x="658774" y="964021"/>
                </a:lnTo>
                <a:lnTo>
                  <a:pt x="649091" y="982135"/>
                </a:lnTo>
                <a:lnTo>
                  <a:pt x="636061" y="998012"/>
                </a:lnTo>
                <a:lnTo>
                  <a:pt x="620184" y="1011042"/>
                </a:lnTo>
                <a:lnTo>
                  <a:pt x="602070" y="1020725"/>
                </a:lnTo>
                <a:lnTo>
                  <a:pt x="582415" y="1026687"/>
                </a:lnTo>
                <a:lnTo>
                  <a:pt x="561974" y="1028700"/>
                </a:lnTo>
                <a:lnTo>
                  <a:pt x="104775" y="1028700"/>
                </a:lnTo>
                <a:lnTo>
                  <a:pt x="84334" y="1026687"/>
                </a:lnTo>
                <a:lnTo>
                  <a:pt x="64679" y="1020725"/>
                </a:lnTo>
                <a:lnTo>
                  <a:pt x="46565" y="1011042"/>
                </a:lnTo>
                <a:lnTo>
                  <a:pt x="30688" y="998012"/>
                </a:lnTo>
                <a:lnTo>
                  <a:pt x="17658" y="982135"/>
                </a:lnTo>
                <a:lnTo>
                  <a:pt x="7976" y="964021"/>
                </a:lnTo>
                <a:lnTo>
                  <a:pt x="2013" y="944366"/>
                </a:lnTo>
                <a:lnTo>
                  <a:pt x="0" y="9239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2-dom-5-9-3-3-8-1-0-text-0">
            <a:extLst>
              <a:ext uri="{FF2B5EF4-FFF2-40B4-BE49-F238E27FC236}">
                <a16:creationId xmlns:a16="http://schemas.microsoft.com/office/drawing/2014/main" id="{7BC0B04A-7F12-4185-847A-A36F7493F96C}"/>
              </a:ext>
            </a:extLst>
          </p:cNvPr>
          <p:cNvSpPr>
            <a:spLocks noGrp="1"/>
          </p:cNvSpPr>
          <p:nvPr/>
        </p:nvSpPr>
        <p:spPr>
          <a:xfrm>
            <a:off x="15310693" y="5679430"/>
            <a:ext cx="63043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high</a:t>
            </a:r>
          </a:p>
        </p:txBody>
      </p:sp>
      <p:sp>
        <p:nvSpPr>
          <p:cNvPr id="135" name="!!source-2-dom-5-9-3-3-9-0-fill">
            <a:extLst>
              <a:ext uri="{FF2B5EF4-FFF2-40B4-BE49-F238E27FC236}">
                <a16:creationId xmlns:a16="http://schemas.microsoft.com/office/drawing/2014/main" id="{0D48D316-C661-48DB-8246-B2A7CB258529}"/>
              </a:ext>
            </a:extLst>
          </p:cNvPr>
          <p:cNvSpPr>
            <a:spLocks noGrp="1"/>
          </p:cNvSpPr>
          <p:nvPr/>
        </p:nvSpPr>
        <p:spPr>
          <a:xfrm>
            <a:off x="15964049" y="5174605"/>
            <a:ext cx="431007" cy="3810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6" name="!!source-2-dom-5-9-3-3-9-1-border-Top">
            <a:extLst>
              <a:ext uri="{FF2B5EF4-FFF2-40B4-BE49-F238E27FC236}">
                <a16:creationId xmlns:a16="http://schemas.microsoft.com/office/drawing/2014/main" id="{214E7E52-A9BF-41B8-B2F2-F203B1501C59}"/>
              </a:ext>
            </a:extLst>
          </p:cNvPr>
          <p:cNvSpPr>
            <a:spLocks noGrp="1"/>
          </p:cNvSpPr>
          <p:nvPr/>
        </p:nvSpPr>
        <p:spPr>
          <a:xfrm>
            <a:off x="16395056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0"/>
                </a:moveTo>
                <a:lnTo>
                  <a:pt x="152399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!!source-2-dom-5-9-3-3-9-1-border-Bottom">
            <a:extLst>
              <a:ext uri="{FF2B5EF4-FFF2-40B4-BE49-F238E27FC236}">
                <a16:creationId xmlns:a16="http://schemas.microsoft.com/office/drawing/2014/main" id="{2687C586-C917-494E-91DF-F4C92263B614}"/>
              </a:ext>
            </a:extLst>
          </p:cNvPr>
          <p:cNvSpPr>
            <a:spLocks noGrp="1"/>
          </p:cNvSpPr>
          <p:nvPr/>
        </p:nvSpPr>
        <p:spPr>
          <a:xfrm>
            <a:off x="16395056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190500"/>
                </a:moveTo>
                <a:lnTo>
                  <a:pt x="152400" y="95250"/>
                </a:lnTo>
                <a:lnTo>
                  <a:pt x="152399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8" name="!!source-2-dom-5-9-3-3-9-1-border-Left">
            <a:extLst>
              <a:ext uri="{FF2B5EF4-FFF2-40B4-BE49-F238E27FC236}">
                <a16:creationId xmlns:a16="http://schemas.microsoft.com/office/drawing/2014/main" id="{1204A79C-D970-4C33-9D76-CD2895BDC5F2}"/>
              </a:ext>
            </a:extLst>
          </p:cNvPr>
          <p:cNvSpPr>
            <a:spLocks noGrp="1"/>
          </p:cNvSpPr>
          <p:nvPr/>
        </p:nvSpPr>
        <p:spPr>
          <a:xfrm>
            <a:off x="16395056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9" name="!!source-2-dom-5-9-3-3-10-outline">
            <a:extLst>
              <a:ext uri="{FF2B5EF4-FFF2-40B4-BE49-F238E27FC236}">
                <a16:creationId xmlns:a16="http://schemas.microsoft.com/office/drawing/2014/main" id="{1FA947AA-FC39-40ED-A37F-ED6AA15A0D62}"/>
              </a:ext>
            </a:extLst>
          </p:cNvPr>
          <p:cNvSpPr>
            <a:spLocks noGrp="1"/>
          </p:cNvSpPr>
          <p:nvPr/>
        </p:nvSpPr>
        <p:spPr>
          <a:xfrm>
            <a:off x="16561742" y="4745980"/>
            <a:ext cx="2007246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0" name="!!source-2-dom-5-9-3-3-10-0-0-text-0">
            <a:extLst>
              <a:ext uri="{FF2B5EF4-FFF2-40B4-BE49-F238E27FC236}">
                <a16:creationId xmlns:a16="http://schemas.microsoft.com/office/drawing/2014/main" id="{F0BCFE39-88CE-47DB-AD5C-C4028CB68610}"/>
              </a:ext>
            </a:extLst>
          </p:cNvPr>
          <p:cNvSpPr>
            <a:spLocks noGrp="1"/>
          </p:cNvSpPr>
          <p:nvPr/>
        </p:nvSpPr>
        <p:spPr>
          <a:xfrm>
            <a:off x="17064335" y="4874568"/>
            <a:ext cx="1049685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141" name="!!source-2-dom-5-9-3-3-10-1-0-text-0">
            <a:extLst>
              <a:ext uri="{FF2B5EF4-FFF2-40B4-BE49-F238E27FC236}">
                <a16:creationId xmlns:a16="http://schemas.microsoft.com/office/drawing/2014/main" id="{401DEB09-FBBE-488B-8193-68116D24CB12}"/>
              </a:ext>
            </a:extLst>
          </p:cNvPr>
          <p:cNvSpPr>
            <a:spLocks noGrp="1"/>
          </p:cNvSpPr>
          <p:nvPr/>
        </p:nvSpPr>
        <p:spPr>
          <a:xfrm>
            <a:off x="16747481" y="5236518"/>
            <a:ext cx="168339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350 or 700 bar</a:t>
            </a:r>
          </a:p>
        </p:txBody>
      </p:sp>
      <p:sp>
        <p:nvSpPr>
          <p:cNvPr id="142" name="!!source-2-dom-5-9-3-5-0-text-0">
            <a:extLst>
              <a:ext uri="{FF2B5EF4-FFF2-40B4-BE49-F238E27FC236}">
                <a16:creationId xmlns:a16="http://schemas.microsoft.com/office/drawing/2014/main" id="{46DA2E89-AA00-45BB-B1EE-84858FDA0668}"/>
              </a:ext>
            </a:extLst>
          </p:cNvPr>
          <p:cNvSpPr>
            <a:spLocks noGrp="1"/>
          </p:cNvSpPr>
          <p:nvPr/>
        </p:nvSpPr>
        <p:spPr>
          <a:xfrm>
            <a:off x="9572625" y="7034510"/>
            <a:ext cx="538237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Which tank to fill, and when, is a decision.</a:t>
            </a:r>
          </a:p>
        </p:txBody>
      </p:sp>
      <p:sp>
        <p:nvSpPr>
          <p:cNvPr id="143" name="!!source-2-dom-5-13-fill">
            <a:extLst>
              <a:ext uri="{FF2B5EF4-FFF2-40B4-BE49-F238E27FC236}">
                <a16:creationId xmlns:a16="http://schemas.microsoft.com/office/drawing/2014/main" id="{8133EB40-9CAB-4D48-B8AF-8148F0CBCA57}"/>
              </a:ext>
            </a:extLst>
          </p:cNvPr>
          <p:cNvSpPr>
            <a:spLocks noGrp="1"/>
          </p:cNvSpPr>
          <p:nvPr/>
        </p:nvSpPr>
        <p:spPr>
          <a:xfrm>
            <a:off x="13335000" y="2466975"/>
            <a:ext cx="381000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4" name="!!source-2-dom-5-13-outline">
            <a:extLst>
              <a:ext uri="{FF2B5EF4-FFF2-40B4-BE49-F238E27FC236}">
                <a16:creationId xmlns:a16="http://schemas.microsoft.com/office/drawing/2014/main" id="{C15ACB27-605E-4100-8F47-DB41BBA77033}"/>
              </a:ext>
            </a:extLst>
          </p:cNvPr>
          <p:cNvSpPr>
            <a:spLocks noGrp="1"/>
          </p:cNvSpPr>
          <p:nvPr/>
        </p:nvSpPr>
        <p:spPr>
          <a:xfrm>
            <a:off x="13349287" y="2481263"/>
            <a:ext cx="3781425" cy="5136059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2-dom-5-13-1-1-fill">
            <a:extLst>
              <a:ext uri="{FF2B5EF4-FFF2-40B4-BE49-F238E27FC236}">
                <a16:creationId xmlns:a16="http://schemas.microsoft.com/office/drawing/2014/main" id="{8E0A30DA-9877-4C45-AAB6-1BE021F9C150}"/>
              </a:ext>
            </a:extLst>
          </p:cNvPr>
          <p:cNvSpPr>
            <a:spLocks noGrp="1"/>
          </p:cNvSpPr>
          <p:nvPr/>
        </p:nvSpPr>
        <p:spPr>
          <a:xfrm>
            <a:off x="14935200" y="3377654"/>
            <a:ext cx="609599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6" name="!!source-2-dom-5-13-1-1-0-text-0">
            <a:extLst>
              <a:ext uri="{FF2B5EF4-FFF2-40B4-BE49-F238E27FC236}">
                <a16:creationId xmlns:a16="http://schemas.microsoft.com/office/drawing/2014/main" id="{4D6966E0-547E-4A81-A768-D65C5E555702}"/>
              </a:ext>
            </a:extLst>
          </p:cNvPr>
          <p:cNvSpPr>
            <a:spLocks noGrp="1"/>
          </p:cNvSpPr>
          <p:nvPr/>
        </p:nvSpPr>
        <p:spPr>
          <a:xfrm>
            <a:off x="15141476" y="3506242"/>
            <a:ext cx="24452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47" name="!!source-2-dom-5-13-1-3-0-text-0">
            <a:extLst>
              <a:ext uri="{FF2B5EF4-FFF2-40B4-BE49-F238E27FC236}">
                <a16:creationId xmlns:a16="http://schemas.microsoft.com/office/drawing/2014/main" id="{0A3094A1-3F8B-47CB-AF38-5128DFCD227C}"/>
              </a:ext>
            </a:extLst>
          </p:cNvPr>
          <p:cNvSpPr>
            <a:spLocks noGrp="1"/>
          </p:cNvSpPr>
          <p:nvPr/>
        </p:nvSpPr>
        <p:spPr>
          <a:xfrm>
            <a:off x="14372778" y="4177754"/>
            <a:ext cx="178192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148" name="!!source-2-dom-5-13-1-5-0-text-0">
            <a:extLst>
              <a:ext uri="{FF2B5EF4-FFF2-40B4-BE49-F238E27FC236}">
                <a16:creationId xmlns:a16="http://schemas.microsoft.com/office/drawing/2014/main" id="{546859FD-B491-4FFF-BA9C-784F1BFF8C88}"/>
              </a:ext>
            </a:extLst>
          </p:cNvPr>
          <p:cNvSpPr>
            <a:spLocks noGrp="1"/>
          </p:cNvSpPr>
          <p:nvPr/>
        </p:nvSpPr>
        <p:spPr>
          <a:xfrm>
            <a:off x="14570572" y="4644479"/>
            <a:ext cx="138648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Cascaded</a:t>
            </a:r>
          </a:p>
        </p:txBody>
      </p:sp>
      <p:sp>
        <p:nvSpPr>
          <p:cNvPr id="149" name="!!source-2-dom-5-13-1-5-0-text-1">
            <a:extLst>
              <a:ext uri="{FF2B5EF4-FFF2-40B4-BE49-F238E27FC236}">
                <a16:creationId xmlns:a16="http://schemas.microsoft.com/office/drawing/2014/main" id="{A11BD122-2CFD-4E5F-802B-A924FDA66AB3}"/>
              </a:ext>
            </a:extLst>
          </p:cNvPr>
          <p:cNvSpPr>
            <a:spLocks noGrp="1"/>
          </p:cNvSpPr>
          <p:nvPr/>
        </p:nvSpPr>
        <p:spPr>
          <a:xfrm>
            <a:off x="14484103" y="4977854"/>
            <a:ext cx="155942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lang="es-ES" sz="2100" b="0" i="0" spc="-5" dirty="0" err="1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refuelling</a:t>
            </a:r>
            <a:endParaRPr sz="2100" b="0" i="0" spc="-5" dirty="0">
              <a:solidFill>
                <a:srgbClr val="4E2E1A">
                  <a:alpha val="100000"/>
                </a:srgbClr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50" name="!!source-2-dom-5-13-1-7-0-0-text-0">
            <a:extLst>
              <a:ext uri="{FF2B5EF4-FFF2-40B4-BE49-F238E27FC236}">
                <a16:creationId xmlns:a16="http://schemas.microsoft.com/office/drawing/2014/main" id="{666DBEB6-9744-4EFF-8D4A-08319E4BE90E}"/>
              </a:ext>
            </a:extLst>
          </p:cNvPr>
          <p:cNvSpPr>
            <a:spLocks noGrp="1"/>
          </p:cNvSpPr>
          <p:nvPr/>
        </p:nvSpPr>
        <p:spPr>
          <a:xfrm>
            <a:off x="14790836" y="5501730"/>
            <a:ext cx="94580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tanks in</a:t>
            </a:r>
          </a:p>
        </p:txBody>
      </p:sp>
      <p:sp>
        <p:nvSpPr>
          <p:cNvPr id="151" name="!!source-2-dom-5-13-1-7-0-0-text-1">
            <a:extLst>
              <a:ext uri="{FF2B5EF4-FFF2-40B4-BE49-F238E27FC236}">
                <a16:creationId xmlns:a16="http://schemas.microsoft.com/office/drawing/2014/main" id="{48D6090A-9B92-4751-9707-E9C7BFC4CD5B}"/>
              </a:ext>
            </a:extLst>
          </p:cNvPr>
          <p:cNvSpPr>
            <a:spLocks noGrp="1"/>
          </p:cNvSpPr>
          <p:nvPr/>
        </p:nvSpPr>
        <p:spPr>
          <a:xfrm>
            <a:off x="14682193" y="5787480"/>
            <a:ext cx="11632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sequence</a:t>
            </a:r>
          </a:p>
        </p:txBody>
      </p:sp>
      <p:sp>
        <p:nvSpPr>
          <p:cNvPr id="152" name="!!source-2-dom-5-13-1-7-1-0-text-0">
            <a:extLst>
              <a:ext uri="{FF2B5EF4-FFF2-40B4-BE49-F238E27FC236}">
                <a16:creationId xmlns:a16="http://schemas.microsoft.com/office/drawing/2014/main" id="{23BDDBCA-78DB-46F2-B306-50389D3CAB2C}"/>
              </a:ext>
            </a:extLst>
          </p:cNvPr>
          <p:cNvSpPr>
            <a:spLocks noGrp="1"/>
          </p:cNvSpPr>
          <p:nvPr/>
        </p:nvSpPr>
        <p:spPr>
          <a:xfrm>
            <a:off x="14670435" y="6149429"/>
            <a:ext cx="118675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filling and</a:t>
            </a:r>
          </a:p>
        </p:txBody>
      </p:sp>
      <p:sp>
        <p:nvSpPr>
          <p:cNvPr id="153" name="!!source-2-dom-5-13-1-7-1-0-text-1">
            <a:extLst>
              <a:ext uri="{FF2B5EF4-FFF2-40B4-BE49-F238E27FC236}">
                <a16:creationId xmlns:a16="http://schemas.microsoft.com/office/drawing/2014/main" id="{9597D21C-89BA-4B0D-A725-37A2B6648BE9}"/>
              </a:ext>
            </a:extLst>
          </p:cNvPr>
          <p:cNvSpPr>
            <a:spLocks noGrp="1"/>
          </p:cNvSpPr>
          <p:nvPr/>
        </p:nvSpPr>
        <p:spPr>
          <a:xfrm>
            <a:off x="14694099" y="6435179"/>
            <a:ext cx="113927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refuelling</a:t>
            </a:r>
          </a:p>
        </p:txBody>
      </p:sp>
      <p:sp>
        <p:nvSpPr>
          <p:cNvPr id="154" name="!!source-2-dom-5-13-3-1-0-fill">
            <a:extLst>
              <a:ext uri="{FF2B5EF4-FFF2-40B4-BE49-F238E27FC236}">
                <a16:creationId xmlns:a16="http://schemas.microsoft.com/office/drawing/2014/main" id="{60E44201-EE24-4E7F-9EB4-A1F6E4AD3414}"/>
              </a:ext>
            </a:extLst>
          </p:cNvPr>
          <p:cNvSpPr>
            <a:spLocks noGrp="1"/>
          </p:cNvSpPr>
          <p:nvPr/>
        </p:nvSpPr>
        <p:spPr>
          <a:xfrm>
            <a:off x="1366837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2-dom-5-13-3-1-0-0-text-0">
            <a:extLst>
              <a:ext uri="{FF2B5EF4-FFF2-40B4-BE49-F238E27FC236}">
                <a16:creationId xmlns:a16="http://schemas.microsoft.com/office/drawing/2014/main" id="{FCFA75E3-D986-4752-84C9-700ADD20DC5F}"/>
              </a:ext>
            </a:extLst>
          </p:cNvPr>
          <p:cNvSpPr>
            <a:spLocks noGrp="1"/>
          </p:cNvSpPr>
          <p:nvPr/>
        </p:nvSpPr>
        <p:spPr>
          <a:xfrm>
            <a:off x="13824049" y="2886075"/>
            <a:ext cx="2314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56" name="!!source-2-dom-5-13-3-1-1-0-0-text-0">
            <a:extLst>
              <a:ext uri="{FF2B5EF4-FFF2-40B4-BE49-F238E27FC236}">
                <a16:creationId xmlns:a16="http://schemas.microsoft.com/office/drawing/2014/main" id="{1607FD6E-D6E8-421D-84ED-8AF11ABF8A80}"/>
              </a:ext>
            </a:extLst>
          </p:cNvPr>
          <p:cNvSpPr>
            <a:spLocks noGrp="1"/>
          </p:cNvSpPr>
          <p:nvPr/>
        </p:nvSpPr>
        <p:spPr>
          <a:xfrm>
            <a:off x="14335125" y="2724150"/>
            <a:ext cx="338956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Cascaded dispensing</a:t>
            </a:r>
          </a:p>
        </p:txBody>
      </p:sp>
      <p:sp>
        <p:nvSpPr>
          <p:cNvPr id="157" name="!!source-2-dom-5-13-3-1-1-1-0-text-0">
            <a:extLst>
              <a:ext uri="{FF2B5EF4-FFF2-40B4-BE49-F238E27FC236}">
                <a16:creationId xmlns:a16="http://schemas.microsoft.com/office/drawing/2014/main" id="{66865320-879C-4B43-98C3-32190071941D}"/>
              </a:ext>
            </a:extLst>
          </p:cNvPr>
          <p:cNvSpPr>
            <a:spLocks noGrp="1"/>
          </p:cNvSpPr>
          <p:nvPr/>
        </p:nvSpPr>
        <p:spPr>
          <a:xfrm>
            <a:off x="14335125" y="3095625"/>
            <a:ext cx="438269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tanks opened in order, no compressor</a:t>
            </a:r>
          </a:p>
        </p:txBody>
      </p:sp>
      <p:sp>
        <p:nvSpPr>
          <p:cNvPr id="158" name="!!source-2-dom-5-13-3-3-0-0-0-fill">
            <a:extLst>
              <a:ext uri="{FF2B5EF4-FFF2-40B4-BE49-F238E27FC236}">
                <a16:creationId xmlns:a16="http://schemas.microsoft.com/office/drawing/2014/main" id="{DE9B624C-0F26-4061-B55A-B81E9938AAD4}"/>
              </a:ext>
            </a:extLst>
          </p:cNvPr>
          <p:cNvSpPr>
            <a:spLocks noGrp="1"/>
          </p:cNvSpPr>
          <p:nvPr/>
        </p:nvSpPr>
        <p:spPr>
          <a:xfrm>
            <a:off x="13668375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9" name="!!source-2-dom-5-13-3-3-0-0-0-outline">
            <a:extLst>
              <a:ext uri="{FF2B5EF4-FFF2-40B4-BE49-F238E27FC236}">
                <a16:creationId xmlns:a16="http://schemas.microsoft.com/office/drawing/2014/main" id="{E9F9F4A0-DF79-4D8D-A4A3-A082561DE31D}"/>
              </a:ext>
            </a:extLst>
          </p:cNvPr>
          <p:cNvSpPr>
            <a:spLocks noGrp="1"/>
          </p:cNvSpPr>
          <p:nvPr/>
        </p:nvSpPr>
        <p:spPr>
          <a:xfrm>
            <a:off x="13682663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0" name="!!source-2-dom-5-13-3-3-0-0-0-0-fill">
            <a:extLst>
              <a:ext uri="{FF2B5EF4-FFF2-40B4-BE49-F238E27FC236}">
                <a16:creationId xmlns:a16="http://schemas.microsoft.com/office/drawing/2014/main" id="{CF5790B4-37BA-4CBD-9865-D081212F8DF7}"/>
              </a:ext>
            </a:extLst>
          </p:cNvPr>
          <p:cNvSpPr>
            <a:spLocks noGrp="1"/>
          </p:cNvSpPr>
          <p:nvPr/>
        </p:nvSpPr>
        <p:spPr>
          <a:xfrm>
            <a:off x="13696950" y="5060305"/>
            <a:ext cx="666750" cy="514350"/>
          </a:xfrm>
          <a:custGeom>
            <a:avLst/>
            <a:gdLst/>
            <a:ahLst/>
            <a:cxnLst/>
            <a:rect l="0" t="0" r="0" b="0"/>
            <a:pathLst>
              <a:path w="666750" h="514350">
                <a:moveTo>
                  <a:pt x="0" y="0"/>
                </a:moveTo>
                <a:lnTo>
                  <a:pt x="666750" y="0"/>
                </a:lnTo>
                <a:lnTo>
                  <a:pt x="666750" y="409575"/>
                </a:lnTo>
                <a:lnTo>
                  <a:pt x="664737" y="430016"/>
                </a:lnTo>
                <a:lnTo>
                  <a:pt x="658775" y="449671"/>
                </a:lnTo>
                <a:lnTo>
                  <a:pt x="649093" y="467785"/>
                </a:lnTo>
                <a:lnTo>
                  <a:pt x="636063" y="483662"/>
                </a:lnTo>
                <a:lnTo>
                  <a:pt x="620185" y="496692"/>
                </a:lnTo>
                <a:lnTo>
                  <a:pt x="602071" y="506375"/>
                </a:lnTo>
                <a:lnTo>
                  <a:pt x="582416" y="512337"/>
                </a:lnTo>
                <a:lnTo>
                  <a:pt x="561975" y="514350"/>
                </a:lnTo>
                <a:lnTo>
                  <a:pt x="104775" y="514350"/>
                </a:lnTo>
                <a:lnTo>
                  <a:pt x="84334" y="512337"/>
                </a:lnTo>
                <a:lnTo>
                  <a:pt x="64679" y="506375"/>
                </a:lnTo>
                <a:lnTo>
                  <a:pt x="46565" y="496692"/>
                </a:lnTo>
                <a:lnTo>
                  <a:pt x="30688" y="483662"/>
                </a:lnTo>
                <a:lnTo>
                  <a:pt x="17658" y="467785"/>
                </a:lnTo>
                <a:lnTo>
                  <a:pt x="7976" y="449671"/>
                </a:lnTo>
                <a:lnTo>
                  <a:pt x="2013" y="430016"/>
                </a:lnTo>
                <a:lnTo>
                  <a:pt x="0" y="40957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1" name="!!source-2-dom-5-13-3-3-0-0-1-0-text-0">
            <a:extLst>
              <a:ext uri="{FF2B5EF4-FFF2-40B4-BE49-F238E27FC236}">
                <a16:creationId xmlns:a16="http://schemas.microsoft.com/office/drawing/2014/main" id="{3C53BACA-D75E-4F3C-AECE-238DED8C483D}"/>
              </a:ext>
            </a:extLst>
          </p:cNvPr>
          <p:cNvSpPr>
            <a:spLocks noGrp="1"/>
          </p:cNvSpPr>
          <p:nvPr/>
        </p:nvSpPr>
        <p:spPr>
          <a:xfrm>
            <a:off x="13866763" y="5679430"/>
            <a:ext cx="374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1st</a:t>
            </a:r>
          </a:p>
        </p:txBody>
      </p:sp>
      <p:sp>
        <p:nvSpPr>
          <p:cNvPr id="162" name="!!source-2-dom-5-13-3-3-0-1-0-fill">
            <a:extLst>
              <a:ext uri="{FF2B5EF4-FFF2-40B4-BE49-F238E27FC236}">
                <a16:creationId xmlns:a16="http://schemas.microsoft.com/office/drawing/2014/main" id="{B6A9D6C3-F2D0-4E80-9B18-8100BD6DA2EA}"/>
              </a:ext>
            </a:extLst>
          </p:cNvPr>
          <p:cNvSpPr>
            <a:spLocks noGrp="1"/>
          </p:cNvSpPr>
          <p:nvPr/>
        </p:nvSpPr>
        <p:spPr>
          <a:xfrm>
            <a:off x="14563725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3" name="!!source-2-dom-5-13-3-3-0-1-0-outline">
            <a:extLst>
              <a:ext uri="{FF2B5EF4-FFF2-40B4-BE49-F238E27FC236}">
                <a16:creationId xmlns:a16="http://schemas.microsoft.com/office/drawing/2014/main" id="{CADC5DE6-A8E9-4896-93CE-21843824FBA0}"/>
              </a:ext>
            </a:extLst>
          </p:cNvPr>
          <p:cNvSpPr>
            <a:spLocks noGrp="1"/>
          </p:cNvSpPr>
          <p:nvPr/>
        </p:nvSpPr>
        <p:spPr>
          <a:xfrm>
            <a:off x="14578012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5" name="!!source-2-dom-5-13-3-3-0-1-1-0-text-0">
            <a:extLst>
              <a:ext uri="{FF2B5EF4-FFF2-40B4-BE49-F238E27FC236}">
                <a16:creationId xmlns:a16="http://schemas.microsoft.com/office/drawing/2014/main" id="{1EDE17D5-DF3E-450A-872E-FD10CEBF6131}"/>
              </a:ext>
            </a:extLst>
          </p:cNvPr>
          <p:cNvSpPr>
            <a:spLocks noGrp="1"/>
          </p:cNvSpPr>
          <p:nvPr/>
        </p:nvSpPr>
        <p:spPr>
          <a:xfrm>
            <a:off x="14683532" y="5679430"/>
            <a:ext cx="53191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2nd</a:t>
            </a:r>
          </a:p>
        </p:txBody>
      </p:sp>
      <p:sp>
        <p:nvSpPr>
          <p:cNvPr id="166" name="!!source-2-dom-5-13-3-3-0-2-0-fill">
            <a:extLst>
              <a:ext uri="{FF2B5EF4-FFF2-40B4-BE49-F238E27FC236}">
                <a16:creationId xmlns:a16="http://schemas.microsoft.com/office/drawing/2014/main" id="{6D9431A4-5B9B-453F-8D53-85C2BE45EF67}"/>
              </a:ext>
            </a:extLst>
          </p:cNvPr>
          <p:cNvSpPr>
            <a:spLocks noGrp="1"/>
          </p:cNvSpPr>
          <p:nvPr/>
        </p:nvSpPr>
        <p:spPr>
          <a:xfrm>
            <a:off x="15459076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7" name="!!source-2-dom-5-13-3-3-0-2-0-outline">
            <a:extLst>
              <a:ext uri="{FF2B5EF4-FFF2-40B4-BE49-F238E27FC236}">
                <a16:creationId xmlns:a16="http://schemas.microsoft.com/office/drawing/2014/main" id="{0DA93A5A-9685-4A7B-85FE-BC682C5C2C06}"/>
              </a:ext>
            </a:extLst>
          </p:cNvPr>
          <p:cNvSpPr>
            <a:spLocks noGrp="1"/>
          </p:cNvSpPr>
          <p:nvPr/>
        </p:nvSpPr>
        <p:spPr>
          <a:xfrm>
            <a:off x="15473363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9" name="!!source-2-dom-5-13-3-3-0-2-1-0-text-0">
            <a:extLst>
              <a:ext uri="{FF2B5EF4-FFF2-40B4-BE49-F238E27FC236}">
                <a16:creationId xmlns:a16="http://schemas.microsoft.com/office/drawing/2014/main" id="{5302518E-5312-4E75-B60D-3FD24A60AB1D}"/>
              </a:ext>
            </a:extLst>
          </p:cNvPr>
          <p:cNvSpPr>
            <a:spLocks noGrp="1"/>
          </p:cNvSpPr>
          <p:nvPr/>
        </p:nvSpPr>
        <p:spPr>
          <a:xfrm>
            <a:off x="15613113" y="5679430"/>
            <a:ext cx="46345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3rd</a:t>
            </a:r>
          </a:p>
        </p:txBody>
      </p:sp>
      <p:sp>
        <p:nvSpPr>
          <p:cNvPr id="170" name="!!source-2-dom-5-13-3-3-1-0-fill">
            <a:extLst>
              <a:ext uri="{FF2B5EF4-FFF2-40B4-BE49-F238E27FC236}">
                <a16:creationId xmlns:a16="http://schemas.microsoft.com/office/drawing/2014/main" id="{C7D7D0DA-4C91-494E-AEAC-65C4F9E2D748}"/>
              </a:ext>
            </a:extLst>
          </p:cNvPr>
          <p:cNvSpPr>
            <a:spLocks noGrp="1"/>
          </p:cNvSpPr>
          <p:nvPr/>
        </p:nvSpPr>
        <p:spPr>
          <a:xfrm>
            <a:off x="16182976" y="5174605"/>
            <a:ext cx="494555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1" name="!!source-2-dom-5-13-3-3-1-1-border-Top">
            <a:extLst>
              <a:ext uri="{FF2B5EF4-FFF2-40B4-BE49-F238E27FC236}">
                <a16:creationId xmlns:a16="http://schemas.microsoft.com/office/drawing/2014/main" id="{08877CB2-F6AD-4F96-A71E-C8707DDC62EB}"/>
              </a:ext>
            </a:extLst>
          </p:cNvPr>
          <p:cNvSpPr>
            <a:spLocks noGrp="1"/>
          </p:cNvSpPr>
          <p:nvPr/>
        </p:nvSpPr>
        <p:spPr>
          <a:xfrm>
            <a:off x="1667753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2" name="!!source-2-dom-5-13-3-3-1-1-border-Bottom">
            <a:extLst>
              <a:ext uri="{FF2B5EF4-FFF2-40B4-BE49-F238E27FC236}">
                <a16:creationId xmlns:a16="http://schemas.microsoft.com/office/drawing/2014/main" id="{0569AC02-9DC5-4080-A114-80FB800E547C}"/>
              </a:ext>
            </a:extLst>
          </p:cNvPr>
          <p:cNvSpPr>
            <a:spLocks noGrp="1"/>
          </p:cNvSpPr>
          <p:nvPr/>
        </p:nvSpPr>
        <p:spPr>
          <a:xfrm>
            <a:off x="1667753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3" name="!!source-2-dom-5-13-3-3-1-1-border-Left">
            <a:extLst>
              <a:ext uri="{FF2B5EF4-FFF2-40B4-BE49-F238E27FC236}">
                <a16:creationId xmlns:a16="http://schemas.microsoft.com/office/drawing/2014/main" id="{8774BEE6-6F20-4D36-B749-289FEE84E8EE}"/>
              </a:ext>
            </a:extLst>
          </p:cNvPr>
          <p:cNvSpPr>
            <a:spLocks noGrp="1"/>
          </p:cNvSpPr>
          <p:nvPr/>
        </p:nvSpPr>
        <p:spPr>
          <a:xfrm>
            <a:off x="1667753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4" name="!!source-2-dom-5-13-3-3-2-fill">
            <a:extLst>
              <a:ext uri="{FF2B5EF4-FFF2-40B4-BE49-F238E27FC236}">
                <a16:creationId xmlns:a16="http://schemas.microsoft.com/office/drawing/2014/main" id="{49F0F261-1FD2-4053-AE57-61888EB86A1E}"/>
              </a:ext>
            </a:extLst>
          </p:cNvPr>
          <p:cNvSpPr>
            <a:spLocks noGrp="1"/>
          </p:cNvSpPr>
          <p:nvPr/>
        </p:nvSpPr>
        <p:spPr>
          <a:xfrm>
            <a:off x="16829931" y="4731693"/>
            <a:ext cx="2182565" cy="9239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5" name="!!source-2-dom-5-13-3-3-2-outline">
            <a:extLst>
              <a:ext uri="{FF2B5EF4-FFF2-40B4-BE49-F238E27FC236}">
                <a16:creationId xmlns:a16="http://schemas.microsoft.com/office/drawing/2014/main" id="{B38AD2A3-D275-4FD9-B6DE-B7D6C1D3D4C4}"/>
              </a:ext>
            </a:extLst>
          </p:cNvPr>
          <p:cNvSpPr>
            <a:spLocks noGrp="1"/>
          </p:cNvSpPr>
          <p:nvPr/>
        </p:nvSpPr>
        <p:spPr>
          <a:xfrm>
            <a:off x="16844218" y="4745980"/>
            <a:ext cx="2153990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6" name="!!source-2-dom-5-13-3-3-2-0-0-text-0">
            <a:extLst>
              <a:ext uri="{FF2B5EF4-FFF2-40B4-BE49-F238E27FC236}">
                <a16:creationId xmlns:a16="http://schemas.microsoft.com/office/drawing/2014/main" id="{FBB094DD-A0DD-49A5-95FE-E10A086745FF}"/>
              </a:ext>
            </a:extLst>
          </p:cNvPr>
          <p:cNvSpPr>
            <a:spLocks noGrp="1"/>
          </p:cNvSpPr>
          <p:nvPr/>
        </p:nvSpPr>
        <p:spPr>
          <a:xfrm>
            <a:off x="17230428" y="4874568"/>
            <a:ext cx="1429196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Dispenser</a:t>
            </a:r>
          </a:p>
        </p:txBody>
      </p:sp>
      <p:sp>
        <p:nvSpPr>
          <p:cNvPr id="177" name="!!source-2-dom-5-13-3-3-2-1-0-text-0">
            <a:extLst>
              <a:ext uri="{FF2B5EF4-FFF2-40B4-BE49-F238E27FC236}">
                <a16:creationId xmlns:a16="http://schemas.microsoft.com/office/drawing/2014/main" id="{D991AA14-AA32-4450-BAB4-12B55C6B07F1}"/>
              </a:ext>
            </a:extLst>
          </p:cNvPr>
          <p:cNvSpPr>
            <a:spLocks noGrp="1"/>
          </p:cNvSpPr>
          <p:nvPr/>
        </p:nvSpPr>
        <p:spPr>
          <a:xfrm>
            <a:off x="17029956" y="5236518"/>
            <a:ext cx="18301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gradient-driven</a:t>
            </a:r>
          </a:p>
        </p:txBody>
      </p:sp>
      <p:sp>
        <p:nvSpPr>
          <p:cNvPr id="178" name="!!source-2-dom-5-13-3-3-3-0-fill">
            <a:extLst>
              <a:ext uri="{FF2B5EF4-FFF2-40B4-BE49-F238E27FC236}">
                <a16:creationId xmlns:a16="http://schemas.microsoft.com/office/drawing/2014/main" id="{15714291-A4BA-4378-9C87-FBEE577D575D}"/>
              </a:ext>
            </a:extLst>
          </p:cNvPr>
          <p:cNvSpPr>
            <a:spLocks noGrp="1"/>
          </p:cNvSpPr>
          <p:nvPr/>
        </p:nvSpPr>
        <p:spPr>
          <a:xfrm>
            <a:off x="19012496" y="5174605"/>
            <a:ext cx="494704" cy="3810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9" name="!!source-2-dom-5-13-3-3-3-1-border-Top">
            <a:extLst>
              <a:ext uri="{FF2B5EF4-FFF2-40B4-BE49-F238E27FC236}">
                <a16:creationId xmlns:a16="http://schemas.microsoft.com/office/drawing/2014/main" id="{2AE8842D-34E6-49B1-8A9A-6821B672753D}"/>
              </a:ext>
            </a:extLst>
          </p:cNvPr>
          <p:cNvSpPr>
            <a:spLocks noGrp="1"/>
          </p:cNvSpPr>
          <p:nvPr/>
        </p:nvSpPr>
        <p:spPr>
          <a:xfrm>
            <a:off x="19507200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0"/>
                </a:moveTo>
                <a:lnTo>
                  <a:pt x="152399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0" name="!!source-2-dom-5-13-3-3-3-1-border-Bottom">
            <a:extLst>
              <a:ext uri="{FF2B5EF4-FFF2-40B4-BE49-F238E27FC236}">
                <a16:creationId xmlns:a16="http://schemas.microsoft.com/office/drawing/2014/main" id="{4219B77B-EF70-4FAC-AE32-445BD486C168}"/>
              </a:ext>
            </a:extLst>
          </p:cNvPr>
          <p:cNvSpPr>
            <a:spLocks noGrp="1"/>
          </p:cNvSpPr>
          <p:nvPr/>
        </p:nvSpPr>
        <p:spPr>
          <a:xfrm>
            <a:off x="19507200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190500"/>
                </a:moveTo>
                <a:lnTo>
                  <a:pt x="152400" y="95250"/>
                </a:lnTo>
                <a:lnTo>
                  <a:pt x="152399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1" name="!!source-2-dom-5-13-3-3-3-1-border-Left">
            <a:extLst>
              <a:ext uri="{FF2B5EF4-FFF2-40B4-BE49-F238E27FC236}">
                <a16:creationId xmlns:a16="http://schemas.microsoft.com/office/drawing/2014/main" id="{C083405C-EC20-4464-9353-72A5630A9ABB}"/>
              </a:ext>
            </a:extLst>
          </p:cNvPr>
          <p:cNvSpPr>
            <a:spLocks noGrp="1"/>
          </p:cNvSpPr>
          <p:nvPr/>
        </p:nvSpPr>
        <p:spPr>
          <a:xfrm>
            <a:off x="19507200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2" name="!!source-2-dom-5-13-3-3-4-outline">
            <a:extLst>
              <a:ext uri="{FF2B5EF4-FFF2-40B4-BE49-F238E27FC236}">
                <a16:creationId xmlns:a16="http://schemas.microsoft.com/office/drawing/2014/main" id="{81F6730F-D2D7-45E1-A659-B7A0734872E7}"/>
              </a:ext>
            </a:extLst>
          </p:cNvPr>
          <p:cNvSpPr>
            <a:spLocks noGrp="1"/>
          </p:cNvSpPr>
          <p:nvPr/>
        </p:nvSpPr>
        <p:spPr>
          <a:xfrm>
            <a:off x="19673886" y="4745980"/>
            <a:ext cx="2990850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3" name="!!source-2-dom-5-13-3-3-4-0-0-text-0">
            <a:extLst>
              <a:ext uri="{FF2B5EF4-FFF2-40B4-BE49-F238E27FC236}">
                <a16:creationId xmlns:a16="http://schemas.microsoft.com/office/drawing/2014/main" id="{DE6DF628-B8E2-4F15-900F-0585D7245D2C}"/>
              </a:ext>
            </a:extLst>
          </p:cNvPr>
          <p:cNvSpPr>
            <a:spLocks noGrp="1"/>
          </p:cNvSpPr>
          <p:nvPr/>
        </p:nvSpPr>
        <p:spPr>
          <a:xfrm>
            <a:off x="20668208" y="4874568"/>
            <a:ext cx="1049686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184" name="!!source-2-dom-5-13-3-3-4-1-0-text-0">
            <a:extLst>
              <a:ext uri="{FF2B5EF4-FFF2-40B4-BE49-F238E27FC236}">
                <a16:creationId xmlns:a16="http://schemas.microsoft.com/office/drawing/2014/main" id="{71677688-AE7C-486A-88BF-9FABA12F01CB}"/>
              </a:ext>
            </a:extLst>
          </p:cNvPr>
          <p:cNvSpPr>
            <a:spLocks noGrp="1"/>
          </p:cNvSpPr>
          <p:nvPr/>
        </p:nvSpPr>
        <p:spPr>
          <a:xfrm>
            <a:off x="19859625" y="5236518"/>
            <a:ext cx="266700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pressure rises stepwise</a:t>
            </a:r>
          </a:p>
        </p:txBody>
      </p:sp>
      <p:sp>
        <p:nvSpPr>
          <p:cNvPr id="185" name="!!source-2-dom-5-13-3-5-0-text-0">
            <a:extLst>
              <a:ext uri="{FF2B5EF4-FFF2-40B4-BE49-F238E27FC236}">
                <a16:creationId xmlns:a16="http://schemas.microsoft.com/office/drawing/2014/main" id="{549F393E-4DAC-43AF-8830-D94A92816680}"/>
              </a:ext>
            </a:extLst>
          </p:cNvPr>
          <p:cNvSpPr>
            <a:spLocks noGrp="1"/>
          </p:cNvSpPr>
          <p:nvPr/>
        </p:nvSpPr>
        <p:spPr>
          <a:xfrm>
            <a:off x="13668375" y="7034510"/>
            <a:ext cx="523473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Order matters, in filling and in refuelling.</a:t>
            </a:r>
          </a:p>
        </p:txBody>
      </p:sp>
      <p:sp>
        <p:nvSpPr>
          <p:cNvPr id="186" name="!!source-2-dom-7-1-outline">
            <a:extLst>
              <a:ext uri="{FF2B5EF4-FFF2-40B4-BE49-F238E27FC236}">
                <a16:creationId xmlns:a16="http://schemas.microsoft.com/office/drawing/2014/main" id="{52704893-8827-4874-8EA7-286AADF228EF}"/>
              </a:ext>
            </a:extLst>
          </p:cNvPr>
          <p:cNvSpPr>
            <a:spLocks noGrp="1"/>
          </p:cNvSpPr>
          <p:nvPr/>
        </p:nvSpPr>
        <p:spPr>
          <a:xfrm>
            <a:off x="1062037" y="7973467"/>
            <a:ext cx="3529161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7" name="!!source-2-dom-7-1-0-text-0">
            <a:extLst>
              <a:ext uri="{FF2B5EF4-FFF2-40B4-BE49-F238E27FC236}">
                <a16:creationId xmlns:a16="http://schemas.microsoft.com/office/drawing/2014/main" id="{8D654ECD-A7B4-4CF2-88AF-F9BF74906EA5}"/>
              </a:ext>
            </a:extLst>
          </p:cNvPr>
          <p:cNvSpPr>
            <a:spLocks noGrp="1"/>
          </p:cNvSpPr>
          <p:nvPr/>
        </p:nvSpPr>
        <p:spPr>
          <a:xfrm>
            <a:off x="1304925" y="8102054"/>
            <a:ext cx="309101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Source: which, when?</a:t>
            </a:r>
          </a:p>
        </p:txBody>
      </p:sp>
      <p:sp>
        <p:nvSpPr>
          <p:cNvPr id="188" name="!!source-2-dom-7-3-outline">
            <a:extLst>
              <a:ext uri="{FF2B5EF4-FFF2-40B4-BE49-F238E27FC236}">
                <a16:creationId xmlns:a16="http://schemas.microsoft.com/office/drawing/2014/main" id="{D268FA62-113A-4AF2-8F4B-B01511194091}"/>
              </a:ext>
            </a:extLst>
          </p:cNvPr>
          <p:cNvSpPr>
            <a:spLocks noGrp="1"/>
          </p:cNvSpPr>
          <p:nvPr/>
        </p:nvSpPr>
        <p:spPr>
          <a:xfrm>
            <a:off x="4848374" y="7973467"/>
            <a:ext cx="4667993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9" name="!!source-2-dom-7-3-0-text-0">
            <a:extLst>
              <a:ext uri="{FF2B5EF4-FFF2-40B4-BE49-F238E27FC236}">
                <a16:creationId xmlns:a16="http://schemas.microsoft.com/office/drawing/2014/main" id="{942A52D6-4CFA-4BC3-9D38-963CE1E5CCE6}"/>
              </a:ext>
            </a:extLst>
          </p:cNvPr>
          <p:cNvSpPr>
            <a:spLocks noGrp="1"/>
          </p:cNvSpPr>
          <p:nvPr/>
        </p:nvSpPr>
        <p:spPr>
          <a:xfrm>
            <a:off x="5091261" y="8102054"/>
            <a:ext cx="422984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Compress: which tank, when?</a:t>
            </a:r>
          </a:p>
        </p:txBody>
      </p:sp>
      <p:sp>
        <p:nvSpPr>
          <p:cNvPr id="190" name="!!source-2-dom-7-5-0-text-0">
            <a:extLst>
              <a:ext uri="{FF2B5EF4-FFF2-40B4-BE49-F238E27FC236}">
                <a16:creationId xmlns:a16="http://schemas.microsoft.com/office/drawing/2014/main" id="{89F9FA0E-4477-492E-BEB1-A39B942BA0D2}"/>
              </a:ext>
            </a:extLst>
          </p:cNvPr>
          <p:cNvSpPr>
            <a:spLocks noGrp="1"/>
          </p:cNvSpPr>
          <p:nvPr/>
        </p:nvSpPr>
        <p:spPr>
          <a:xfrm>
            <a:off x="9759255" y="7926883"/>
            <a:ext cx="727040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Hydrogen needs preparation before delivery: pressure,</a:t>
            </a:r>
          </a:p>
        </p:txBody>
      </p:sp>
      <p:sp>
        <p:nvSpPr>
          <p:cNvPr id="191" name="!!source-2-dom-7-5-0-text-1">
            <a:extLst>
              <a:ext uri="{FF2B5EF4-FFF2-40B4-BE49-F238E27FC236}">
                <a16:creationId xmlns:a16="http://schemas.microsoft.com/office/drawing/2014/main" id="{86A5987A-FE81-4098-81BA-971ECA7363FE}"/>
              </a:ext>
            </a:extLst>
          </p:cNvPr>
          <p:cNvSpPr>
            <a:spLocks noGrp="1"/>
          </p:cNvSpPr>
          <p:nvPr/>
        </p:nvSpPr>
        <p:spPr>
          <a:xfrm>
            <a:off x="9759255" y="8273504"/>
            <a:ext cx="184532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order, timing.</a:t>
            </a:r>
          </a:p>
        </p:txBody>
      </p:sp>
      <p:pic>
        <p:nvPicPr>
          <p:cNvPr id="386" name="!!source-2-dom-9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387" name="!!source-2-dom-9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2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!!source-2-dom-fill">
            <a:extLst>
              <a:ext uri="{FF2B5EF4-FFF2-40B4-BE49-F238E27FC236}">
                <a16:creationId xmlns:a16="http://schemas.microsoft.com/office/drawing/2014/main" id="{08CF81D7-96C4-49C3-AD63-46AA7B6CC5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2-dom-1-0-0-border-Bottom">
            <a:extLst>
              <a:ext uri="{FF2B5EF4-FFF2-40B4-BE49-F238E27FC236}">
                <a16:creationId xmlns:a16="http://schemas.microsoft.com/office/drawing/2014/main" id="{97F986B6-636C-46B1-BC5C-7F79B1CF0A92}"/>
              </a:ext>
            </a:extLst>
          </p:cNvPr>
          <p:cNvSpPr>
            <a:spLocks noGrp="1"/>
          </p:cNvSpPr>
          <p:nvPr/>
        </p:nvSpPr>
        <p:spPr>
          <a:xfrm>
            <a:off x="1047750" y="690562"/>
            <a:ext cx="1107728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!!source-2-dom-1-0-0-0-text-0">
            <a:extLst>
              <a:ext uri="{FF2B5EF4-FFF2-40B4-BE49-F238E27FC236}">
                <a16:creationId xmlns:a16="http://schemas.microsoft.com/office/drawing/2014/main" id="{394397A5-A7AB-461B-95E3-597F7509AD1A}"/>
              </a:ext>
            </a:extLst>
          </p:cNvPr>
          <p:cNvSpPr>
            <a:spLocks noGrp="1"/>
          </p:cNvSpPr>
          <p:nvPr/>
        </p:nvSpPr>
        <p:spPr>
          <a:xfrm>
            <a:off x="1047750" y="381000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4" name="!!source-2-dom-1-0-1-0-text-0">
            <a:extLst>
              <a:ext uri="{FF2B5EF4-FFF2-40B4-BE49-F238E27FC236}">
                <a16:creationId xmlns:a16="http://schemas.microsoft.com/office/drawing/2014/main" id="{9F452365-7468-4AC1-9C31-6CB8F9DB444F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5" name="!!source-2-dom-1-0-2-0-text-0">
            <a:extLst>
              <a:ext uri="{FF2B5EF4-FFF2-40B4-BE49-F238E27FC236}">
                <a16:creationId xmlns:a16="http://schemas.microsoft.com/office/drawing/2014/main" id="{7204433E-B70D-490E-815A-C753263AC343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2-dom-1-0-3-0-text-0">
            <a:extLst>
              <a:ext uri="{FF2B5EF4-FFF2-40B4-BE49-F238E27FC236}">
                <a16:creationId xmlns:a16="http://schemas.microsoft.com/office/drawing/2014/main" id="{F238B008-54F2-4BC2-BE59-92538D66BA29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2-dom-1-0-4-0-text-0">
            <a:extLst>
              <a:ext uri="{FF2B5EF4-FFF2-40B4-BE49-F238E27FC236}">
                <a16:creationId xmlns:a16="http://schemas.microsoft.com/office/drawing/2014/main" id="{C8F04AF3-C222-4DB0-8C62-DDD38A4C88FE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2-dom-1-0-5-0-text-0">
            <a:extLst>
              <a:ext uri="{FF2B5EF4-FFF2-40B4-BE49-F238E27FC236}">
                <a16:creationId xmlns:a16="http://schemas.microsoft.com/office/drawing/2014/main" id="{A6108C12-B198-445F-BF0F-EEE0D74A4A3D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2-dom-1-1-0-text-0">
            <a:extLst>
              <a:ext uri="{FF2B5EF4-FFF2-40B4-BE49-F238E27FC236}">
                <a16:creationId xmlns:a16="http://schemas.microsoft.com/office/drawing/2014/main" id="{40676D03-58F0-41DA-9FC7-F55659F97093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03 / 17</a:t>
            </a:r>
          </a:p>
        </p:txBody>
      </p:sp>
      <p:sp>
        <p:nvSpPr>
          <p:cNvPr id="10" name="!!source-2-dom-3-1-0-0-text-0">
            <a:extLst>
              <a:ext uri="{FF2B5EF4-FFF2-40B4-BE49-F238E27FC236}">
                <a16:creationId xmlns:a16="http://schemas.microsoft.com/office/drawing/2014/main" id="{CFEC6F70-0478-4B75-8374-EE50A9000F3D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9505355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Hydrogen Refuelling Stations (HRSs)</a:t>
            </a:r>
          </a:p>
        </p:txBody>
      </p:sp>
      <p:sp>
        <p:nvSpPr>
          <p:cNvPr id="11" name="!!source-2-dom-3-1-1-0-0-text-0">
            <a:extLst>
              <a:ext uri="{FF2B5EF4-FFF2-40B4-BE49-F238E27FC236}">
                <a16:creationId xmlns:a16="http://schemas.microsoft.com/office/drawing/2014/main" id="{211621BE-CEE4-4580-BB20-06FF69557764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2796629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Hydrogen sourcing</a:t>
            </a:r>
          </a:p>
        </p:txBody>
      </p:sp>
      <p:sp>
        <p:nvSpPr>
          <p:cNvPr id="12" name="!!source-2-dom-5-1-fill">
            <a:extLst>
              <a:ext uri="{FF2B5EF4-FFF2-40B4-BE49-F238E27FC236}">
                <a16:creationId xmlns:a16="http://schemas.microsoft.com/office/drawing/2014/main" id="{17B7809B-439F-4C42-8773-AEC22E502B4E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962025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2-dom-5-1-outline">
            <a:extLst>
              <a:ext uri="{FF2B5EF4-FFF2-40B4-BE49-F238E27FC236}">
                <a16:creationId xmlns:a16="http://schemas.microsoft.com/office/drawing/2014/main" id="{8B64149C-66D3-4D62-A914-AA1AF3EE84C8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9591675" cy="5136059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2-dom-5-1-1-1-fill">
            <a:extLst>
              <a:ext uri="{FF2B5EF4-FFF2-40B4-BE49-F238E27FC236}">
                <a16:creationId xmlns:a16="http://schemas.microsoft.com/office/drawing/2014/main" id="{00CD38E1-C1CD-4778-9F5F-5F546B868EC3}"/>
              </a:ext>
            </a:extLst>
          </p:cNvPr>
          <p:cNvSpPr>
            <a:spLocks noGrp="1"/>
          </p:cNvSpPr>
          <p:nvPr/>
        </p:nvSpPr>
        <p:spPr>
          <a:xfrm>
            <a:off x="5553075" y="3663404"/>
            <a:ext cx="609600" cy="6096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2-dom-5-1-1-1-0-text-0">
            <a:extLst>
              <a:ext uri="{FF2B5EF4-FFF2-40B4-BE49-F238E27FC236}">
                <a16:creationId xmlns:a16="http://schemas.microsoft.com/office/drawing/2014/main" id="{0028ACF4-2CC1-4C99-A385-13F1374983A1}"/>
              </a:ext>
            </a:extLst>
          </p:cNvPr>
          <p:cNvSpPr>
            <a:spLocks noGrp="1"/>
          </p:cNvSpPr>
          <p:nvPr/>
        </p:nvSpPr>
        <p:spPr>
          <a:xfrm>
            <a:off x="5801767" y="3791992"/>
            <a:ext cx="15969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2-dom-5-1-1-3-0-text-0">
            <a:extLst>
              <a:ext uri="{FF2B5EF4-FFF2-40B4-BE49-F238E27FC236}">
                <a16:creationId xmlns:a16="http://schemas.microsoft.com/office/drawing/2014/main" id="{4916BCDF-7613-422D-B160-7230637422F3}"/>
              </a:ext>
            </a:extLst>
          </p:cNvPr>
          <p:cNvSpPr>
            <a:spLocks noGrp="1"/>
          </p:cNvSpPr>
          <p:nvPr/>
        </p:nvSpPr>
        <p:spPr>
          <a:xfrm>
            <a:off x="5044380" y="4463504"/>
            <a:ext cx="167446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FLEXIBILITY</a:t>
            </a:r>
          </a:p>
        </p:txBody>
      </p:sp>
      <p:sp>
        <p:nvSpPr>
          <p:cNvPr id="17" name="!!source-2-dom-5-1-1-5-0-text-0">
            <a:extLst>
              <a:ext uri="{FF2B5EF4-FFF2-40B4-BE49-F238E27FC236}">
                <a16:creationId xmlns:a16="http://schemas.microsoft.com/office/drawing/2014/main" id="{5418C253-BA23-4DB9-87D6-E91588EB618F}"/>
              </a:ext>
            </a:extLst>
          </p:cNvPr>
          <p:cNvSpPr>
            <a:spLocks noGrp="1"/>
          </p:cNvSpPr>
          <p:nvPr/>
        </p:nvSpPr>
        <p:spPr>
          <a:xfrm>
            <a:off x="5175647" y="4930229"/>
            <a:ext cx="1412081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</a:t>
            </a:r>
          </a:p>
        </p:txBody>
      </p:sp>
      <p:sp>
        <p:nvSpPr>
          <p:cNvPr id="18" name="!!source-2-dom-5-1-1-5-0-text-1">
            <a:extLst>
              <a:ext uri="{FF2B5EF4-FFF2-40B4-BE49-F238E27FC236}">
                <a16:creationId xmlns:a16="http://schemas.microsoft.com/office/drawing/2014/main" id="{211404F3-2F2B-4BEA-B348-6A7B75F88BAE}"/>
              </a:ext>
            </a:extLst>
          </p:cNvPr>
          <p:cNvSpPr>
            <a:spLocks noGrp="1"/>
          </p:cNvSpPr>
          <p:nvPr/>
        </p:nvSpPr>
        <p:spPr>
          <a:xfrm>
            <a:off x="5258247" y="5263604"/>
            <a:ext cx="124673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sourcing</a:t>
            </a:r>
          </a:p>
        </p:txBody>
      </p:sp>
      <p:sp>
        <p:nvSpPr>
          <p:cNvPr id="19" name="!!source-2-dom-5-1-1-7-0-0-text-0">
            <a:extLst>
              <a:ext uri="{FF2B5EF4-FFF2-40B4-BE49-F238E27FC236}">
                <a16:creationId xmlns:a16="http://schemas.microsoft.com/office/drawing/2014/main" id="{E8B598E7-056F-417A-AAB5-56B9F920F804}"/>
              </a:ext>
            </a:extLst>
          </p:cNvPr>
          <p:cNvSpPr>
            <a:spLocks noGrp="1"/>
          </p:cNvSpPr>
          <p:nvPr/>
        </p:nvSpPr>
        <p:spPr>
          <a:xfrm>
            <a:off x="5480149" y="5787480"/>
            <a:ext cx="80292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 site</a:t>
            </a:r>
          </a:p>
        </p:txBody>
      </p:sp>
      <p:sp>
        <p:nvSpPr>
          <p:cNvPr id="20" name="!!source-2-dom-5-1-1-7-1-0-text-0">
            <a:extLst>
              <a:ext uri="{FF2B5EF4-FFF2-40B4-BE49-F238E27FC236}">
                <a16:creationId xmlns:a16="http://schemas.microsoft.com/office/drawing/2014/main" id="{0FAD36C6-3EBE-4952-A6EB-CF0F6E9319D4}"/>
              </a:ext>
            </a:extLst>
          </p:cNvPr>
          <p:cNvSpPr>
            <a:spLocks noGrp="1"/>
          </p:cNvSpPr>
          <p:nvPr/>
        </p:nvSpPr>
        <p:spPr>
          <a:xfrm>
            <a:off x="5479702" y="6149429"/>
            <a:ext cx="8039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off site</a:t>
            </a:r>
          </a:p>
        </p:txBody>
      </p:sp>
      <p:sp>
        <p:nvSpPr>
          <p:cNvPr id="21" name="!!source-2-dom-5-1-3-1-0-fill">
            <a:extLst>
              <a:ext uri="{FF2B5EF4-FFF2-40B4-BE49-F238E27FC236}">
                <a16:creationId xmlns:a16="http://schemas.microsoft.com/office/drawing/2014/main" id="{A7B3A65E-91FE-4EAC-B02E-E7EF56FA76E7}"/>
              </a:ext>
            </a:extLst>
          </p:cNvPr>
          <p:cNvSpPr>
            <a:spLocks noGrp="1"/>
          </p:cNvSpPr>
          <p:nvPr/>
        </p:nvSpPr>
        <p:spPr>
          <a:xfrm>
            <a:off x="1381125" y="2800350"/>
            <a:ext cx="495300" cy="4953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2-dom-5-1-3-1-0-0-text-0">
            <a:extLst>
              <a:ext uri="{FF2B5EF4-FFF2-40B4-BE49-F238E27FC236}">
                <a16:creationId xmlns:a16="http://schemas.microsoft.com/office/drawing/2014/main" id="{EB90F23D-0A11-4042-87AE-73B7BC31176C}"/>
              </a:ext>
            </a:extLst>
          </p:cNvPr>
          <p:cNvSpPr>
            <a:spLocks noGrp="1"/>
          </p:cNvSpPr>
          <p:nvPr/>
        </p:nvSpPr>
        <p:spPr>
          <a:xfrm>
            <a:off x="1576388" y="288607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3" name="!!source-2-dom-5-1-3-1-1-0-0-text-0">
            <a:extLst>
              <a:ext uri="{FF2B5EF4-FFF2-40B4-BE49-F238E27FC236}">
                <a16:creationId xmlns:a16="http://schemas.microsoft.com/office/drawing/2014/main" id="{4A155266-62BE-4D49-B189-ECBC1A3D6A35}"/>
              </a:ext>
            </a:extLst>
          </p:cNvPr>
          <p:cNvSpPr>
            <a:spLocks noGrp="1"/>
          </p:cNvSpPr>
          <p:nvPr/>
        </p:nvSpPr>
        <p:spPr>
          <a:xfrm>
            <a:off x="2047875" y="2724150"/>
            <a:ext cx="3061543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 sourcing</a:t>
            </a:r>
          </a:p>
        </p:txBody>
      </p:sp>
      <p:sp>
        <p:nvSpPr>
          <p:cNvPr id="24" name="!!source-2-dom-5-1-3-1-1-1-0-text-0">
            <a:extLst>
              <a:ext uri="{FF2B5EF4-FFF2-40B4-BE49-F238E27FC236}">
                <a16:creationId xmlns:a16="http://schemas.microsoft.com/office/drawing/2014/main" id="{10D3755E-D4B9-4C89-B980-92EB56ABEE4B}"/>
              </a:ext>
            </a:extLst>
          </p:cNvPr>
          <p:cNvSpPr>
            <a:spLocks noGrp="1"/>
          </p:cNvSpPr>
          <p:nvPr/>
        </p:nvSpPr>
        <p:spPr>
          <a:xfrm>
            <a:off x="2047875" y="3095625"/>
            <a:ext cx="343778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produced on site, or delivered</a:t>
            </a:r>
          </a:p>
        </p:txBody>
      </p:sp>
      <p:sp>
        <p:nvSpPr>
          <p:cNvPr id="25" name="!!source-2-dom-5-1-3-3-0-outline">
            <a:extLst>
              <a:ext uri="{FF2B5EF4-FFF2-40B4-BE49-F238E27FC236}">
                <a16:creationId xmlns:a16="http://schemas.microsoft.com/office/drawing/2014/main" id="{522C6CD6-9203-4FBD-911B-3DFC69B15525}"/>
              </a:ext>
            </a:extLst>
          </p:cNvPr>
          <p:cNvSpPr>
            <a:spLocks noGrp="1"/>
          </p:cNvSpPr>
          <p:nvPr/>
        </p:nvSpPr>
        <p:spPr>
          <a:xfrm>
            <a:off x="1395412" y="4745980"/>
            <a:ext cx="1989088" cy="895350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2-dom-5-1-3-3-0-0-0-text-0">
            <a:extLst>
              <a:ext uri="{FF2B5EF4-FFF2-40B4-BE49-F238E27FC236}">
                <a16:creationId xmlns:a16="http://schemas.microsoft.com/office/drawing/2014/main" id="{369268EB-1262-4E84-9A78-317A443D2E16}"/>
              </a:ext>
            </a:extLst>
          </p:cNvPr>
          <p:cNvSpPr>
            <a:spLocks noGrp="1"/>
          </p:cNvSpPr>
          <p:nvPr/>
        </p:nvSpPr>
        <p:spPr>
          <a:xfrm>
            <a:off x="1581150" y="4874568"/>
            <a:ext cx="166523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Electrolyser</a:t>
            </a:r>
          </a:p>
        </p:txBody>
      </p:sp>
      <p:sp>
        <p:nvSpPr>
          <p:cNvPr id="27" name="!!source-2-dom-5-1-3-3-0-1-0-text-0">
            <a:extLst>
              <a:ext uri="{FF2B5EF4-FFF2-40B4-BE49-F238E27FC236}">
                <a16:creationId xmlns:a16="http://schemas.microsoft.com/office/drawing/2014/main" id="{11C2F90F-2865-4BFE-97EF-8A3689C139C2}"/>
              </a:ext>
            </a:extLst>
          </p:cNvPr>
          <p:cNvSpPr>
            <a:spLocks noGrp="1"/>
          </p:cNvSpPr>
          <p:nvPr/>
        </p:nvSpPr>
        <p:spPr>
          <a:xfrm>
            <a:off x="2012305" y="5236518"/>
            <a:ext cx="80292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on site</a:t>
            </a:r>
          </a:p>
        </p:txBody>
      </p:sp>
      <p:sp>
        <p:nvSpPr>
          <p:cNvPr id="28" name="!!source-2-dom-5-1-3-3-1-0-fill">
            <a:extLst>
              <a:ext uri="{FF2B5EF4-FFF2-40B4-BE49-F238E27FC236}">
                <a16:creationId xmlns:a16="http://schemas.microsoft.com/office/drawing/2014/main" id="{91B61E05-C029-43B3-B817-56FC7D966CB2}"/>
              </a:ext>
            </a:extLst>
          </p:cNvPr>
          <p:cNvSpPr>
            <a:spLocks noGrp="1"/>
          </p:cNvSpPr>
          <p:nvPr/>
        </p:nvSpPr>
        <p:spPr>
          <a:xfrm>
            <a:off x="3398788" y="5174605"/>
            <a:ext cx="1115913" cy="38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2-dom-5-1-3-3-1-1-border-Top">
            <a:extLst>
              <a:ext uri="{FF2B5EF4-FFF2-40B4-BE49-F238E27FC236}">
                <a16:creationId xmlns:a16="http://schemas.microsoft.com/office/drawing/2014/main" id="{FF0216CD-F82A-4833-918F-D9BFFB4966CF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2-dom-5-1-3-3-1-1-border-Bottom">
            <a:extLst>
              <a:ext uri="{FF2B5EF4-FFF2-40B4-BE49-F238E27FC236}">
                <a16:creationId xmlns:a16="http://schemas.microsoft.com/office/drawing/2014/main" id="{E896328B-E331-457E-A6F7-64E219FFC61A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2-dom-5-1-3-3-1-1-border-Left">
            <a:extLst>
              <a:ext uri="{FF2B5EF4-FFF2-40B4-BE49-F238E27FC236}">
                <a16:creationId xmlns:a16="http://schemas.microsoft.com/office/drawing/2014/main" id="{7AA5F72A-B19A-4DFE-B494-EF1D0C58FEB0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2-dom-5-1-3-3-2-fill">
            <a:extLst>
              <a:ext uri="{FF2B5EF4-FFF2-40B4-BE49-F238E27FC236}">
                <a16:creationId xmlns:a16="http://schemas.microsoft.com/office/drawing/2014/main" id="{17E99EB4-EF7F-4DC6-9911-E819BCD8B09F}"/>
              </a:ext>
            </a:extLst>
          </p:cNvPr>
          <p:cNvSpPr>
            <a:spLocks noGrp="1"/>
          </p:cNvSpPr>
          <p:nvPr/>
        </p:nvSpPr>
        <p:spPr>
          <a:xfrm>
            <a:off x="4667101" y="4731693"/>
            <a:ext cx="2487513" cy="923925"/>
          </a:xfrm>
          <a:prstGeom prst="rect">
            <a:avLst/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2-dom-5-1-3-3-2-outline">
            <a:extLst>
              <a:ext uri="{FF2B5EF4-FFF2-40B4-BE49-F238E27FC236}">
                <a16:creationId xmlns:a16="http://schemas.microsoft.com/office/drawing/2014/main" id="{AE56743A-44EF-42AA-B2FC-B8EE41257C53}"/>
              </a:ext>
            </a:extLst>
          </p:cNvPr>
          <p:cNvSpPr>
            <a:spLocks noGrp="1"/>
          </p:cNvSpPr>
          <p:nvPr/>
        </p:nvSpPr>
        <p:spPr>
          <a:xfrm>
            <a:off x="4681388" y="4745980"/>
            <a:ext cx="2458938" cy="895350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2-dom-5-1-3-3-2-0-0-text-0">
            <a:extLst>
              <a:ext uri="{FF2B5EF4-FFF2-40B4-BE49-F238E27FC236}">
                <a16:creationId xmlns:a16="http://schemas.microsoft.com/office/drawing/2014/main" id="{09FAE93C-B9EB-4CBD-B1F8-14CD764B057D}"/>
              </a:ext>
            </a:extLst>
          </p:cNvPr>
          <p:cNvSpPr>
            <a:spLocks noGrp="1"/>
          </p:cNvSpPr>
          <p:nvPr/>
        </p:nvSpPr>
        <p:spPr>
          <a:xfrm>
            <a:off x="4867126" y="4874568"/>
            <a:ext cx="213508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Station storage</a:t>
            </a:r>
          </a:p>
        </p:txBody>
      </p:sp>
      <p:sp>
        <p:nvSpPr>
          <p:cNvPr id="35" name="!!source-2-dom-5-1-3-3-2-1-0-text-0">
            <a:extLst>
              <a:ext uri="{FF2B5EF4-FFF2-40B4-BE49-F238E27FC236}">
                <a16:creationId xmlns:a16="http://schemas.microsoft.com/office/drawing/2014/main" id="{DD1179D1-32A0-4396-9687-A25675C184C3}"/>
              </a:ext>
            </a:extLst>
          </p:cNvPr>
          <p:cNvSpPr>
            <a:spLocks noGrp="1"/>
          </p:cNvSpPr>
          <p:nvPr/>
        </p:nvSpPr>
        <p:spPr>
          <a:xfrm>
            <a:off x="5253632" y="5236518"/>
            <a:ext cx="136207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pressurised</a:t>
            </a:r>
          </a:p>
        </p:txBody>
      </p:sp>
      <p:sp>
        <p:nvSpPr>
          <p:cNvPr id="36" name="!!source-2-dom-5-1-3-3-3-0-border-Top">
            <a:extLst>
              <a:ext uri="{FF2B5EF4-FFF2-40B4-BE49-F238E27FC236}">
                <a16:creationId xmlns:a16="http://schemas.microsoft.com/office/drawing/2014/main" id="{2EBDFC24-8066-4289-ACBA-F8A9B5C1D8CF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2-dom-5-1-3-3-3-0-border-Right">
            <a:extLst>
              <a:ext uri="{FF2B5EF4-FFF2-40B4-BE49-F238E27FC236}">
                <a16:creationId xmlns:a16="http://schemas.microsoft.com/office/drawing/2014/main" id="{2F8194C4-C085-49BF-9AC5-4CA33C4D9D9D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152400" y="0"/>
                </a:moveTo>
                <a:lnTo>
                  <a:pt x="152400" y="190500"/>
                </a:lnTo>
                <a:lnTo>
                  <a:pt x="0" y="9525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2-dom-5-1-3-3-3-0-border-Bottom">
            <a:extLst>
              <a:ext uri="{FF2B5EF4-FFF2-40B4-BE49-F238E27FC236}">
                <a16:creationId xmlns:a16="http://schemas.microsoft.com/office/drawing/2014/main" id="{8F62E0B5-D9A7-47C7-B69D-2D3E63B89BFF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2-dom-5-1-3-3-3-1-fill">
            <a:extLst>
              <a:ext uri="{FF2B5EF4-FFF2-40B4-BE49-F238E27FC236}">
                <a16:creationId xmlns:a16="http://schemas.microsoft.com/office/drawing/2014/main" id="{FFF024BD-BF2F-4F2D-A0D3-A88DA82D249D}"/>
              </a:ext>
            </a:extLst>
          </p:cNvPr>
          <p:cNvSpPr>
            <a:spLocks noGrp="1"/>
          </p:cNvSpPr>
          <p:nvPr/>
        </p:nvSpPr>
        <p:spPr>
          <a:xfrm>
            <a:off x="7307015" y="5174605"/>
            <a:ext cx="1115913" cy="38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2-dom-5-1-3-3-4-outline">
            <a:extLst>
              <a:ext uri="{FF2B5EF4-FFF2-40B4-BE49-F238E27FC236}">
                <a16:creationId xmlns:a16="http://schemas.microsoft.com/office/drawing/2014/main" id="{4AECD751-D741-46C2-A840-3F17A49F70F2}"/>
              </a:ext>
            </a:extLst>
          </p:cNvPr>
          <p:cNvSpPr>
            <a:spLocks noGrp="1"/>
          </p:cNvSpPr>
          <p:nvPr/>
        </p:nvSpPr>
        <p:spPr>
          <a:xfrm>
            <a:off x="8437215" y="4745980"/>
            <a:ext cx="1940272" cy="895350"/>
          </a:xfrm>
          <a:prstGeom prst="rect">
            <a:avLst/>
          </a:prstGeom>
          <a:noFill/>
          <a:ln w="28575">
            <a:solidFill>
              <a:srgbClr val="4D2D1A"/>
            </a:solidFill>
            <a:prstDash val="solid"/>
          </a:ln>
        </p:spPr>
        <p:txBody>
          <a:bodyPr/>
          <a:lstStyle/>
          <a:p>
            <a:endParaRPr lang="es-E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1" name="!!source-2-dom-5-1-3-3-4-0-0-text-0">
            <a:extLst>
              <a:ext uri="{FF2B5EF4-FFF2-40B4-BE49-F238E27FC236}">
                <a16:creationId xmlns:a16="http://schemas.microsoft.com/office/drawing/2014/main" id="{088787F8-ED30-4BF3-94CD-B8AA702AA852}"/>
              </a:ext>
            </a:extLst>
          </p:cNvPr>
          <p:cNvSpPr>
            <a:spLocks noGrp="1"/>
          </p:cNvSpPr>
          <p:nvPr/>
        </p:nvSpPr>
        <p:spPr>
          <a:xfrm>
            <a:off x="8622952" y="4874568"/>
            <a:ext cx="1616423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Tube trailer</a:t>
            </a:r>
          </a:p>
        </p:txBody>
      </p:sp>
      <p:sp>
        <p:nvSpPr>
          <p:cNvPr id="42" name="!!source-2-dom-5-1-3-3-4-1-0-text-0">
            <a:extLst>
              <a:ext uri="{FF2B5EF4-FFF2-40B4-BE49-F238E27FC236}">
                <a16:creationId xmlns:a16="http://schemas.microsoft.com/office/drawing/2014/main" id="{8E51A0ED-6CE4-4DB3-AC2B-37A3A45E2292}"/>
              </a:ext>
            </a:extLst>
          </p:cNvPr>
          <p:cNvSpPr>
            <a:spLocks noGrp="1"/>
          </p:cNvSpPr>
          <p:nvPr/>
        </p:nvSpPr>
        <p:spPr>
          <a:xfrm>
            <a:off x="9029105" y="5236518"/>
            <a:ext cx="8039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off site</a:t>
            </a:r>
          </a:p>
        </p:txBody>
      </p:sp>
      <p:sp>
        <p:nvSpPr>
          <p:cNvPr id="43" name="!!source-2-dom-5-1-3-5-0-text-0">
            <a:extLst>
              <a:ext uri="{FF2B5EF4-FFF2-40B4-BE49-F238E27FC236}">
                <a16:creationId xmlns:a16="http://schemas.microsoft.com/office/drawing/2014/main" id="{0F254DBA-EA76-4752-B815-2570A45B4631}"/>
              </a:ext>
            </a:extLst>
          </p:cNvPr>
          <p:cNvSpPr>
            <a:spLocks noGrp="1"/>
          </p:cNvSpPr>
          <p:nvPr/>
        </p:nvSpPr>
        <p:spPr>
          <a:xfrm>
            <a:off x="1381125" y="7034510"/>
            <a:ext cx="495463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Which source, and when, is a decision.</a:t>
            </a:r>
          </a:p>
        </p:txBody>
      </p:sp>
      <p:sp>
        <p:nvSpPr>
          <p:cNvPr id="44" name="!!source-2-dom-5-5-fill">
            <a:extLst>
              <a:ext uri="{FF2B5EF4-FFF2-40B4-BE49-F238E27FC236}">
                <a16:creationId xmlns:a16="http://schemas.microsoft.com/office/drawing/2014/main" id="{313088E7-E5BB-4A14-8D72-7200EFE635D0}"/>
              </a:ext>
            </a:extLst>
          </p:cNvPr>
          <p:cNvSpPr>
            <a:spLocks noGrp="1"/>
          </p:cNvSpPr>
          <p:nvPr/>
        </p:nvSpPr>
        <p:spPr>
          <a:xfrm>
            <a:off x="10953750" y="2466975"/>
            <a:ext cx="190500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2-dom-5-5-outline">
            <a:extLst>
              <a:ext uri="{FF2B5EF4-FFF2-40B4-BE49-F238E27FC236}">
                <a16:creationId xmlns:a16="http://schemas.microsoft.com/office/drawing/2014/main" id="{832746BE-71F1-474C-84A5-06AAD6A6D162}"/>
              </a:ext>
            </a:extLst>
          </p:cNvPr>
          <p:cNvSpPr>
            <a:spLocks noGrp="1"/>
          </p:cNvSpPr>
          <p:nvPr/>
        </p:nvSpPr>
        <p:spPr>
          <a:xfrm>
            <a:off x="10968038" y="2481263"/>
            <a:ext cx="1876425" cy="5136059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!!source-2-dom-5-5-1-1-fill">
            <a:extLst>
              <a:ext uri="{FF2B5EF4-FFF2-40B4-BE49-F238E27FC236}">
                <a16:creationId xmlns:a16="http://schemas.microsoft.com/office/drawing/2014/main" id="{51A0484A-F7F3-43C7-88AD-F6E207B954A5}"/>
              </a:ext>
            </a:extLst>
          </p:cNvPr>
          <p:cNvSpPr>
            <a:spLocks noGrp="1"/>
          </p:cNvSpPr>
          <p:nvPr/>
        </p:nvSpPr>
        <p:spPr>
          <a:xfrm>
            <a:off x="11601451" y="3134767"/>
            <a:ext cx="609599" cy="6096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2-dom-5-5-1-1-0-text-0">
            <a:extLst>
              <a:ext uri="{FF2B5EF4-FFF2-40B4-BE49-F238E27FC236}">
                <a16:creationId xmlns:a16="http://schemas.microsoft.com/office/drawing/2014/main" id="{7849CDBE-92D5-4FF7-881F-63F020520F52}"/>
              </a:ext>
            </a:extLst>
          </p:cNvPr>
          <p:cNvSpPr>
            <a:spLocks noGrp="1"/>
          </p:cNvSpPr>
          <p:nvPr/>
        </p:nvSpPr>
        <p:spPr>
          <a:xfrm>
            <a:off x="11821865" y="3263354"/>
            <a:ext cx="21624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8" name="!!source-2-dom-5-5-1-3-0-text-0">
            <a:extLst>
              <a:ext uri="{FF2B5EF4-FFF2-40B4-BE49-F238E27FC236}">
                <a16:creationId xmlns:a16="http://schemas.microsoft.com/office/drawing/2014/main" id="{8B1C2DC9-69CB-4963-B1B2-F662F4A72681}"/>
              </a:ext>
            </a:extLst>
          </p:cNvPr>
          <p:cNvSpPr>
            <a:spLocks noGrp="1"/>
          </p:cNvSpPr>
          <p:nvPr/>
        </p:nvSpPr>
        <p:spPr>
          <a:xfrm>
            <a:off x="11092904" y="3934867"/>
            <a:ext cx="16744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FLEXIBILITY</a:t>
            </a:r>
          </a:p>
        </p:txBody>
      </p:sp>
      <p:sp>
        <p:nvSpPr>
          <p:cNvPr id="49" name="!!source-2-dom-5-5-1-5-0-text-0">
            <a:extLst>
              <a:ext uri="{FF2B5EF4-FFF2-40B4-BE49-F238E27FC236}">
                <a16:creationId xmlns:a16="http://schemas.microsoft.com/office/drawing/2014/main" id="{314E6861-4C4F-4A74-88E1-26FFAC07BAD4}"/>
              </a:ext>
            </a:extLst>
          </p:cNvPr>
          <p:cNvSpPr>
            <a:spLocks noGrp="1"/>
          </p:cNvSpPr>
          <p:nvPr/>
        </p:nvSpPr>
        <p:spPr>
          <a:xfrm>
            <a:off x="11269563" y="4401592"/>
            <a:ext cx="132099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Electrical</a:t>
            </a:r>
          </a:p>
        </p:txBody>
      </p:sp>
      <p:sp>
        <p:nvSpPr>
          <p:cNvPr id="50" name="!!source-2-dom-5-5-1-5-0-text-1">
            <a:extLst>
              <a:ext uri="{FF2B5EF4-FFF2-40B4-BE49-F238E27FC236}">
                <a16:creationId xmlns:a16="http://schemas.microsoft.com/office/drawing/2014/main" id="{04E71DCD-9B4B-4396-82E6-33AEF2FDAF3C}"/>
              </a:ext>
            </a:extLst>
          </p:cNvPr>
          <p:cNvSpPr>
            <a:spLocks noGrp="1"/>
          </p:cNvSpPr>
          <p:nvPr/>
        </p:nvSpPr>
        <p:spPr>
          <a:xfrm>
            <a:off x="11424494" y="4734967"/>
            <a:ext cx="101099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energy</a:t>
            </a:r>
          </a:p>
        </p:txBody>
      </p:sp>
      <p:sp>
        <p:nvSpPr>
          <p:cNvPr id="51" name="!!source-2-dom-5-5-1-5-0-text-2">
            <a:extLst>
              <a:ext uri="{FF2B5EF4-FFF2-40B4-BE49-F238E27FC236}">
                <a16:creationId xmlns:a16="http://schemas.microsoft.com/office/drawing/2014/main" id="{50C384A5-C3D8-42A6-9B39-AF575338B50A}"/>
              </a:ext>
            </a:extLst>
          </p:cNvPr>
          <p:cNvSpPr>
            <a:spLocks noGrp="1"/>
          </p:cNvSpPr>
          <p:nvPr/>
        </p:nvSpPr>
        <p:spPr>
          <a:xfrm>
            <a:off x="11306621" y="5068341"/>
            <a:ext cx="1246733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sourcing</a:t>
            </a:r>
          </a:p>
        </p:txBody>
      </p:sp>
      <p:sp>
        <p:nvSpPr>
          <p:cNvPr id="52" name="!!source-2-dom-5-5-1-7-0-0-text-0">
            <a:extLst>
              <a:ext uri="{FF2B5EF4-FFF2-40B4-BE49-F238E27FC236}">
                <a16:creationId xmlns:a16="http://schemas.microsoft.com/office/drawing/2014/main" id="{D211FD4E-C6FC-45B7-B50B-E44219E08105}"/>
              </a:ext>
            </a:extLst>
          </p:cNvPr>
          <p:cNvSpPr>
            <a:spLocks noGrp="1"/>
          </p:cNvSpPr>
          <p:nvPr/>
        </p:nvSpPr>
        <p:spPr>
          <a:xfrm>
            <a:off x="11249026" y="5592217"/>
            <a:ext cx="136207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renewables</a:t>
            </a:r>
          </a:p>
        </p:txBody>
      </p:sp>
      <p:sp>
        <p:nvSpPr>
          <p:cNvPr id="53" name="!!source-2-dom-5-5-1-7-1-0-text-0">
            <a:extLst>
              <a:ext uri="{FF2B5EF4-FFF2-40B4-BE49-F238E27FC236}">
                <a16:creationId xmlns:a16="http://schemas.microsoft.com/office/drawing/2014/main" id="{82872D81-F517-4587-B20E-E4CAAAF27549}"/>
              </a:ext>
            </a:extLst>
          </p:cNvPr>
          <p:cNvSpPr>
            <a:spLocks noGrp="1"/>
          </p:cNvSpPr>
          <p:nvPr/>
        </p:nvSpPr>
        <p:spPr>
          <a:xfrm>
            <a:off x="11478518" y="5954167"/>
            <a:ext cx="9029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storage</a:t>
            </a:r>
          </a:p>
        </p:txBody>
      </p:sp>
      <p:sp>
        <p:nvSpPr>
          <p:cNvPr id="54" name="!!source-2-dom-5-5-1-7-2-0-text-0">
            <a:extLst>
              <a:ext uri="{FF2B5EF4-FFF2-40B4-BE49-F238E27FC236}">
                <a16:creationId xmlns:a16="http://schemas.microsoft.com/office/drawing/2014/main" id="{2D83695C-FF98-401E-A6B7-2A719EC9D371}"/>
              </a:ext>
            </a:extLst>
          </p:cNvPr>
          <p:cNvSpPr>
            <a:spLocks noGrp="1"/>
          </p:cNvSpPr>
          <p:nvPr/>
        </p:nvSpPr>
        <p:spPr>
          <a:xfrm>
            <a:off x="11674673" y="6316117"/>
            <a:ext cx="51063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grid</a:t>
            </a:r>
          </a:p>
        </p:txBody>
      </p:sp>
      <p:sp>
        <p:nvSpPr>
          <p:cNvPr id="55" name="!!source-2-dom-5-5-1-7-3-0-text-0">
            <a:extLst>
              <a:ext uri="{FF2B5EF4-FFF2-40B4-BE49-F238E27FC236}">
                <a16:creationId xmlns:a16="http://schemas.microsoft.com/office/drawing/2014/main" id="{BAD84EE6-6519-4C50-B597-C08136FA28ED}"/>
              </a:ext>
            </a:extLst>
          </p:cNvPr>
          <p:cNvSpPr>
            <a:spLocks noGrp="1"/>
          </p:cNvSpPr>
          <p:nvPr/>
        </p:nvSpPr>
        <p:spPr>
          <a:xfrm>
            <a:off x="11491169" y="6678067"/>
            <a:ext cx="87778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market</a:t>
            </a:r>
          </a:p>
        </p:txBody>
      </p:sp>
      <p:sp>
        <p:nvSpPr>
          <p:cNvPr id="56" name="!!source-2-dom-5-5-3-1-0-fill">
            <a:extLst>
              <a:ext uri="{FF2B5EF4-FFF2-40B4-BE49-F238E27FC236}">
                <a16:creationId xmlns:a16="http://schemas.microsoft.com/office/drawing/2014/main" id="{3A1E745F-4B60-4D64-884B-C30AFF243FB6}"/>
              </a:ext>
            </a:extLst>
          </p:cNvPr>
          <p:cNvSpPr>
            <a:spLocks noGrp="1"/>
          </p:cNvSpPr>
          <p:nvPr/>
        </p:nvSpPr>
        <p:spPr>
          <a:xfrm>
            <a:off x="11287125" y="28003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2-dom-5-5-3-1-0-0-text-0">
            <a:extLst>
              <a:ext uri="{FF2B5EF4-FFF2-40B4-BE49-F238E27FC236}">
                <a16:creationId xmlns:a16="http://schemas.microsoft.com/office/drawing/2014/main" id="{1C953D0F-1B76-46DA-934F-B687BF874170}"/>
              </a:ext>
            </a:extLst>
          </p:cNvPr>
          <p:cNvSpPr>
            <a:spLocks noGrp="1"/>
          </p:cNvSpPr>
          <p:nvPr/>
        </p:nvSpPr>
        <p:spPr>
          <a:xfrm>
            <a:off x="11456045" y="2886075"/>
            <a:ext cx="2050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8" name="!!source-2-dom-5-5-3-1-1-0-0-text-0">
            <a:extLst>
              <a:ext uri="{FF2B5EF4-FFF2-40B4-BE49-F238E27FC236}">
                <a16:creationId xmlns:a16="http://schemas.microsoft.com/office/drawing/2014/main" id="{F31F28CD-FF8E-4DB4-86C9-398959BA74C5}"/>
              </a:ext>
            </a:extLst>
          </p:cNvPr>
          <p:cNvSpPr>
            <a:spLocks noGrp="1"/>
          </p:cNvSpPr>
          <p:nvPr/>
        </p:nvSpPr>
        <p:spPr>
          <a:xfrm>
            <a:off x="11953875" y="2724150"/>
            <a:ext cx="4142333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Electrical energy sourcing</a:t>
            </a:r>
          </a:p>
        </p:txBody>
      </p:sp>
      <p:sp>
        <p:nvSpPr>
          <p:cNvPr id="59" name="!!source-2-dom-5-5-3-1-1-1-0-text-0">
            <a:extLst>
              <a:ext uri="{FF2B5EF4-FFF2-40B4-BE49-F238E27FC236}">
                <a16:creationId xmlns:a16="http://schemas.microsoft.com/office/drawing/2014/main" id="{B7019273-AE99-4734-A7D2-93425CBF4E54}"/>
              </a:ext>
            </a:extLst>
          </p:cNvPr>
          <p:cNvSpPr>
            <a:spLocks noGrp="1"/>
          </p:cNvSpPr>
          <p:nvPr/>
        </p:nvSpPr>
        <p:spPr>
          <a:xfrm>
            <a:off x="11953875" y="3095625"/>
            <a:ext cx="399514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one bus, several sources, two loads</a:t>
            </a:r>
          </a:p>
        </p:txBody>
      </p:sp>
      <p:sp>
        <p:nvSpPr>
          <p:cNvPr id="60" name="!!source-2-dom-5-5-3-3-0-0-0-outline">
            <a:extLst>
              <a:ext uri="{FF2B5EF4-FFF2-40B4-BE49-F238E27FC236}">
                <a16:creationId xmlns:a16="http://schemas.microsoft.com/office/drawing/2014/main" id="{4601C5A9-EB25-4ACD-A101-656B9C8B01A7}"/>
              </a:ext>
            </a:extLst>
          </p:cNvPr>
          <p:cNvSpPr>
            <a:spLocks noGrp="1"/>
          </p:cNvSpPr>
          <p:nvPr/>
        </p:nvSpPr>
        <p:spPr>
          <a:xfrm>
            <a:off x="11301413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!!source-2-dom-5-5-3-3-0-0-0-0-0-text-0">
            <a:extLst>
              <a:ext uri="{FF2B5EF4-FFF2-40B4-BE49-F238E27FC236}">
                <a16:creationId xmlns:a16="http://schemas.microsoft.com/office/drawing/2014/main" id="{4A3CB58D-AB4C-4973-9CEA-43BD4950E335}"/>
              </a:ext>
            </a:extLst>
          </p:cNvPr>
          <p:cNvSpPr>
            <a:spLocks noGrp="1"/>
          </p:cNvSpPr>
          <p:nvPr/>
        </p:nvSpPr>
        <p:spPr>
          <a:xfrm>
            <a:off x="11506348" y="4026842"/>
            <a:ext cx="171881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Renewables</a:t>
            </a:r>
          </a:p>
        </p:txBody>
      </p:sp>
      <p:sp>
        <p:nvSpPr>
          <p:cNvPr id="62" name="!!source-2-dom-5-5-3-3-0-0-0-1-0-text-0">
            <a:extLst>
              <a:ext uri="{FF2B5EF4-FFF2-40B4-BE49-F238E27FC236}">
                <a16:creationId xmlns:a16="http://schemas.microsoft.com/office/drawing/2014/main" id="{84D2F1F3-69AD-4F78-B423-3BBC5EDBA537}"/>
              </a:ext>
            </a:extLst>
          </p:cNvPr>
          <p:cNvSpPr>
            <a:spLocks noGrp="1"/>
          </p:cNvSpPr>
          <p:nvPr/>
        </p:nvSpPr>
        <p:spPr>
          <a:xfrm>
            <a:off x="11845826" y="4388793"/>
            <a:ext cx="103986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PV, wind</a:t>
            </a:r>
          </a:p>
        </p:txBody>
      </p:sp>
      <p:sp>
        <p:nvSpPr>
          <p:cNvPr id="63" name="!!source-2-dom-5-5-3-3-0-0-1-0-fill">
            <a:extLst>
              <a:ext uri="{FF2B5EF4-FFF2-40B4-BE49-F238E27FC236}">
                <a16:creationId xmlns:a16="http://schemas.microsoft.com/office/drawing/2014/main" id="{A7F5366E-D1A5-42D7-B6C8-540856B7678A}"/>
              </a:ext>
            </a:extLst>
          </p:cNvPr>
          <p:cNvSpPr>
            <a:spLocks noGrp="1"/>
          </p:cNvSpPr>
          <p:nvPr/>
        </p:nvSpPr>
        <p:spPr>
          <a:xfrm>
            <a:off x="12322969" y="4807893"/>
            <a:ext cx="38101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2-dom-5-5-3-3-0-1-0-outline">
            <a:extLst>
              <a:ext uri="{FF2B5EF4-FFF2-40B4-BE49-F238E27FC236}">
                <a16:creationId xmlns:a16="http://schemas.microsoft.com/office/drawing/2014/main" id="{3CD647F9-FA59-4E6C-9489-26B6E20B8B8C}"/>
              </a:ext>
            </a:extLst>
          </p:cNvPr>
          <p:cNvSpPr>
            <a:spLocks noGrp="1"/>
          </p:cNvSpPr>
          <p:nvPr/>
        </p:nvSpPr>
        <p:spPr>
          <a:xfrm>
            <a:off x="13601700" y="3898255"/>
            <a:ext cx="2081212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2-dom-5-5-3-3-0-1-0-0-0-text-0">
            <a:extLst>
              <a:ext uri="{FF2B5EF4-FFF2-40B4-BE49-F238E27FC236}">
                <a16:creationId xmlns:a16="http://schemas.microsoft.com/office/drawing/2014/main" id="{17B39B99-27C6-41BA-B120-837590DAFD1D}"/>
              </a:ext>
            </a:extLst>
          </p:cNvPr>
          <p:cNvSpPr>
            <a:spLocks noGrp="1"/>
          </p:cNvSpPr>
          <p:nvPr/>
        </p:nvSpPr>
        <p:spPr>
          <a:xfrm>
            <a:off x="14111436" y="4026842"/>
            <a:ext cx="110936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Storage</a:t>
            </a:r>
          </a:p>
        </p:txBody>
      </p:sp>
      <p:sp>
        <p:nvSpPr>
          <p:cNvPr id="66" name="!!source-2-dom-5-5-3-3-0-1-0-1-0-text-0">
            <a:extLst>
              <a:ext uri="{FF2B5EF4-FFF2-40B4-BE49-F238E27FC236}">
                <a16:creationId xmlns:a16="http://schemas.microsoft.com/office/drawing/2014/main" id="{723A2D32-C8A6-4081-AE29-31871059A21E}"/>
              </a:ext>
            </a:extLst>
          </p:cNvPr>
          <p:cNvSpPr>
            <a:spLocks noGrp="1"/>
          </p:cNvSpPr>
          <p:nvPr/>
        </p:nvSpPr>
        <p:spPr>
          <a:xfrm>
            <a:off x="14232433" y="4388793"/>
            <a:ext cx="86722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battery</a:t>
            </a:r>
          </a:p>
        </p:txBody>
      </p:sp>
      <p:sp>
        <p:nvSpPr>
          <p:cNvPr id="67" name="!!source-2-dom-5-5-3-3-0-1-1-0-fill">
            <a:extLst>
              <a:ext uri="{FF2B5EF4-FFF2-40B4-BE49-F238E27FC236}">
                <a16:creationId xmlns:a16="http://schemas.microsoft.com/office/drawing/2014/main" id="{3BC96078-0718-40B2-BD5A-37A804CAFD0E}"/>
              </a:ext>
            </a:extLst>
          </p:cNvPr>
          <p:cNvSpPr>
            <a:spLocks noGrp="1"/>
          </p:cNvSpPr>
          <p:nvPr/>
        </p:nvSpPr>
        <p:spPr>
          <a:xfrm>
            <a:off x="14623257" y="4807893"/>
            <a:ext cx="38099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2-dom-5-5-3-3-0-2-0-outline">
            <a:extLst>
              <a:ext uri="{FF2B5EF4-FFF2-40B4-BE49-F238E27FC236}">
                <a16:creationId xmlns:a16="http://schemas.microsoft.com/office/drawing/2014/main" id="{072BD395-6476-4CE5-9962-5C4F7B6BC989}"/>
              </a:ext>
            </a:extLst>
          </p:cNvPr>
          <p:cNvSpPr>
            <a:spLocks noGrp="1"/>
          </p:cNvSpPr>
          <p:nvPr/>
        </p:nvSpPr>
        <p:spPr>
          <a:xfrm>
            <a:off x="15901988" y="3898255"/>
            <a:ext cx="2081212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2-dom-5-5-3-3-0-2-0-0-0-text-0">
            <a:extLst>
              <a:ext uri="{FF2B5EF4-FFF2-40B4-BE49-F238E27FC236}">
                <a16:creationId xmlns:a16="http://schemas.microsoft.com/office/drawing/2014/main" id="{17AB7439-7411-4CC8-83AC-6C37BD076928}"/>
              </a:ext>
            </a:extLst>
          </p:cNvPr>
          <p:cNvSpPr>
            <a:spLocks noGrp="1"/>
          </p:cNvSpPr>
          <p:nvPr/>
        </p:nvSpPr>
        <p:spPr>
          <a:xfrm>
            <a:off x="16654017" y="4026842"/>
            <a:ext cx="6246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Grid</a:t>
            </a:r>
          </a:p>
        </p:txBody>
      </p:sp>
      <p:sp>
        <p:nvSpPr>
          <p:cNvPr id="70" name="!!source-2-dom-5-5-3-3-0-2-0-1-0-text-0">
            <a:extLst>
              <a:ext uri="{FF2B5EF4-FFF2-40B4-BE49-F238E27FC236}">
                <a16:creationId xmlns:a16="http://schemas.microsoft.com/office/drawing/2014/main" id="{2C5C6A22-D445-46BE-AC28-2DC6A098D426}"/>
              </a:ext>
            </a:extLst>
          </p:cNvPr>
          <p:cNvSpPr>
            <a:spLocks noGrp="1"/>
          </p:cNvSpPr>
          <p:nvPr/>
        </p:nvSpPr>
        <p:spPr>
          <a:xfrm>
            <a:off x="16120616" y="4388793"/>
            <a:ext cx="169158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import, export</a:t>
            </a:r>
          </a:p>
        </p:txBody>
      </p:sp>
      <p:sp>
        <p:nvSpPr>
          <p:cNvPr id="71" name="!!source-2-dom-5-5-3-3-0-2-1-0-fill">
            <a:extLst>
              <a:ext uri="{FF2B5EF4-FFF2-40B4-BE49-F238E27FC236}">
                <a16:creationId xmlns:a16="http://schemas.microsoft.com/office/drawing/2014/main" id="{3DF246BE-3DE2-41F1-BE2F-F91CF6F243AB}"/>
              </a:ext>
            </a:extLst>
          </p:cNvPr>
          <p:cNvSpPr>
            <a:spLocks noGrp="1"/>
          </p:cNvSpPr>
          <p:nvPr/>
        </p:nvSpPr>
        <p:spPr>
          <a:xfrm>
            <a:off x="16923544" y="4807893"/>
            <a:ext cx="38099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2-dom-5-5-3-3-0-3-0-outline">
            <a:extLst>
              <a:ext uri="{FF2B5EF4-FFF2-40B4-BE49-F238E27FC236}">
                <a16:creationId xmlns:a16="http://schemas.microsoft.com/office/drawing/2014/main" id="{2DED6644-F11A-49F7-BFA7-52C0F979022A}"/>
              </a:ext>
            </a:extLst>
          </p:cNvPr>
          <p:cNvSpPr>
            <a:spLocks noGrp="1"/>
          </p:cNvSpPr>
          <p:nvPr/>
        </p:nvSpPr>
        <p:spPr>
          <a:xfrm>
            <a:off x="18202274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2-dom-5-5-3-3-0-3-0-0-0-text-0">
            <a:extLst>
              <a:ext uri="{FF2B5EF4-FFF2-40B4-BE49-F238E27FC236}">
                <a16:creationId xmlns:a16="http://schemas.microsoft.com/office/drawing/2014/main" id="{8BD3ADC9-A788-478B-858E-19EC3D2FA3A7}"/>
              </a:ext>
            </a:extLst>
          </p:cNvPr>
          <p:cNvSpPr>
            <a:spLocks noGrp="1"/>
          </p:cNvSpPr>
          <p:nvPr/>
        </p:nvSpPr>
        <p:spPr>
          <a:xfrm>
            <a:off x="18758000" y="4026842"/>
            <a:ext cx="101738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Market</a:t>
            </a:r>
          </a:p>
        </p:txBody>
      </p:sp>
      <p:sp>
        <p:nvSpPr>
          <p:cNvPr id="74" name="!!source-2-dom-5-5-3-3-0-3-0-1-0-text-0">
            <a:extLst>
              <a:ext uri="{FF2B5EF4-FFF2-40B4-BE49-F238E27FC236}">
                <a16:creationId xmlns:a16="http://schemas.microsoft.com/office/drawing/2014/main" id="{9D732411-6275-4582-8095-32F7DA65D2F4}"/>
              </a:ext>
            </a:extLst>
          </p:cNvPr>
          <p:cNvSpPr>
            <a:spLocks noGrp="1"/>
          </p:cNvSpPr>
          <p:nvPr/>
        </p:nvSpPr>
        <p:spPr>
          <a:xfrm>
            <a:off x="18394115" y="4388793"/>
            <a:ext cx="174500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prices, services</a:t>
            </a:r>
          </a:p>
        </p:txBody>
      </p:sp>
      <p:sp>
        <p:nvSpPr>
          <p:cNvPr id="75" name="!!source-2-dom-5-5-3-3-0-3-1-0-fill">
            <a:extLst>
              <a:ext uri="{FF2B5EF4-FFF2-40B4-BE49-F238E27FC236}">
                <a16:creationId xmlns:a16="http://schemas.microsoft.com/office/drawing/2014/main" id="{3459B90D-B221-4348-9BE8-09B744E9EB6C}"/>
              </a:ext>
            </a:extLst>
          </p:cNvPr>
          <p:cNvSpPr>
            <a:spLocks noGrp="1"/>
          </p:cNvSpPr>
          <p:nvPr/>
        </p:nvSpPr>
        <p:spPr>
          <a:xfrm>
            <a:off x="19223831" y="4807893"/>
            <a:ext cx="38101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2-dom-5-5-3-3-1-0-fill">
            <a:extLst>
              <a:ext uri="{FF2B5EF4-FFF2-40B4-BE49-F238E27FC236}">
                <a16:creationId xmlns:a16="http://schemas.microsoft.com/office/drawing/2014/main" id="{4D47A7D0-5E08-4707-90A0-39BC8A1505A9}"/>
              </a:ext>
            </a:extLst>
          </p:cNvPr>
          <p:cNvSpPr>
            <a:spLocks noGrp="1"/>
          </p:cNvSpPr>
          <p:nvPr/>
        </p:nvSpPr>
        <p:spPr>
          <a:xfrm>
            <a:off x="11287125" y="5165081"/>
            <a:ext cx="3170337" cy="571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2-dom-5-5-3-3-1-1-0-text-0">
            <a:extLst>
              <a:ext uri="{FF2B5EF4-FFF2-40B4-BE49-F238E27FC236}">
                <a16:creationId xmlns:a16="http://schemas.microsoft.com/office/drawing/2014/main" id="{38766789-B28A-4E7F-933C-EC64B1B1B1FB}"/>
              </a:ext>
            </a:extLst>
          </p:cNvPr>
          <p:cNvSpPr>
            <a:spLocks noGrp="1"/>
          </p:cNvSpPr>
          <p:nvPr/>
        </p:nvSpPr>
        <p:spPr>
          <a:xfrm>
            <a:off x="14647961" y="5055542"/>
            <a:ext cx="233645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ELECTRICAL BUS</a:t>
            </a:r>
          </a:p>
        </p:txBody>
      </p:sp>
      <p:sp>
        <p:nvSpPr>
          <p:cNvPr id="78" name="!!source-2-dom-5-5-3-3-1-2-fill">
            <a:extLst>
              <a:ext uri="{FF2B5EF4-FFF2-40B4-BE49-F238E27FC236}">
                <a16:creationId xmlns:a16="http://schemas.microsoft.com/office/drawing/2014/main" id="{BBEFFA12-DCA5-4F00-9EB2-5739C09FAD00}"/>
              </a:ext>
            </a:extLst>
          </p:cNvPr>
          <p:cNvSpPr>
            <a:spLocks noGrp="1"/>
          </p:cNvSpPr>
          <p:nvPr/>
        </p:nvSpPr>
        <p:spPr>
          <a:xfrm>
            <a:off x="17127290" y="5165081"/>
            <a:ext cx="3170485" cy="571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2-dom-5-5-3-3-2-1-0-0-fill">
            <a:extLst>
              <a:ext uri="{FF2B5EF4-FFF2-40B4-BE49-F238E27FC236}">
                <a16:creationId xmlns:a16="http://schemas.microsoft.com/office/drawing/2014/main" id="{BA650EE4-7529-4F5B-AA17-D0BDC4FC0343}"/>
              </a:ext>
            </a:extLst>
          </p:cNvPr>
          <p:cNvSpPr>
            <a:spLocks noGrp="1"/>
          </p:cNvSpPr>
          <p:nvPr/>
        </p:nvSpPr>
        <p:spPr>
          <a:xfrm>
            <a:off x="14581286" y="5331767"/>
            <a:ext cx="38101" cy="247651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0" name="!!source-2-dom-5-5-3-3-2-1-1-outline">
            <a:extLst>
              <a:ext uri="{FF2B5EF4-FFF2-40B4-BE49-F238E27FC236}">
                <a16:creationId xmlns:a16="http://schemas.microsoft.com/office/drawing/2014/main" id="{89546F55-82CB-4C34-ACB6-717A76AE22E1}"/>
              </a:ext>
            </a:extLst>
          </p:cNvPr>
          <p:cNvSpPr>
            <a:spLocks noGrp="1"/>
          </p:cNvSpPr>
          <p:nvPr/>
        </p:nvSpPr>
        <p:spPr>
          <a:xfrm>
            <a:off x="13573720" y="5593705"/>
            <a:ext cx="2053381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!!source-2-dom-5-5-3-3-2-1-1-0-0-text-0">
            <a:extLst>
              <a:ext uri="{FF2B5EF4-FFF2-40B4-BE49-F238E27FC236}">
                <a16:creationId xmlns:a16="http://schemas.microsoft.com/office/drawing/2014/main" id="{24091F93-66B7-45CD-A5C6-CBD9644B00A4}"/>
              </a:ext>
            </a:extLst>
          </p:cNvPr>
          <p:cNvSpPr>
            <a:spLocks noGrp="1"/>
          </p:cNvSpPr>
          <p:nvPr/>
        </p:nvSpPr>
        <p:spPr>
          <a:xfrm>
            <a:off x="13791605" y="5722293"/>
            <a:ext cx="166523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Electrolyser</a:t>
            </a:r>
          </a:p>
        </p:txBody>
      </p:sp>
      <p:sp>
        <p:nvSpPr>
          <p:cNvPr id="82" name="!!source-2-dom-5-5-3-3-2-1-1-1-0-text-0">
            <a:extLst>
              <a:ext uri="{FF2B5EF4-FFF2-40B4-BE49-F238E27FC236}">
                <a16:creationId xmlns:a16="http://schemas.microsoft.com/office/drawing/2014/main" id="{F9CCB20D-8DB9-4A8A-AAC3-185CBA2403FE}"/>
              </a:ext>
            </a:extLst>
          </p:cNvPr>
          <p:cNvSpPr>
            <a:spLocks noGrp="1"/>
          </p:cNvSpPr>
          <p:nvPr/>
        </p:nvSpPr>
        <p:spPr>
          <a:xfrm>
            <a:off x="13961418" y="6084243"/>
            <a:ext cx="132561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production</a:t>
            </a:r>
          </a:p>
        </p:txBody>
      </p:sp>
      <p:sp>
        <p:nvSpPr>
          <p:cNvPr id="83" name="!!source-2-dom-5-5-3-3-2-2-0-0-fill">
            <a:extLst>
              <a:ext uri="{FF2B5EF4-FFF2-40B4-BE49-F238E27FC236}">
                <a16:creationId xmlns:a16="http://schemas.microsoft.com/office/drawing/2014/main" id="{7B9FF42F-C47B-4F82-A2C3-42227E0CA5C4}"/>
              </a:ext>
            </a:extLst>
          </p:cNvPr>
          <p:cNvSpPr>
            <a:spLocks noGrp="1"/>
          </p:cNvSpPr>
          <p:nvPr/>
        </p:nvSpPr>
        <p:spPr>
          <a:xfrm>
            <a:off x="16909554" y="5331767"/>
            <a:ext cx="38099" cy="247651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4" name="!!source-2-dom-5-5-3-3-2-2-1-outline">
            <a:extLst>
              <a:ext uri="{FF2B5EF4-FFF2-40B4-BE49-F238E27FC236}">
                <a16:creationId xmlns:a16="http://schemas.microsoft.com/office/drawing/2014/main" id="{44F64B17-ED1F-4691-86A4-AF4853316F24}"/>
              </a:ext>
            </a:extLst>
          </p:cNvPr>
          <p:cNvSpPr>
            <a:spLocks noGrp="1"/>
          </p:cNvSpPr>
          <p:nvPr/>
        </p:nvSpPr>
        <p:spPr>
          <a:xfrm>
            <a:off x="15846177" y="5593705"/>
            <a:ext cx="2164853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2-dom-5-5-3-3-2-2-1-0-0-text-0">
            <a:extLst>
              <a:ext uri="{FF2B5EF4-FFF2-40B4-BE49-F238E27FC236}">
                <a16:creationId xmlns:a16="http://schemas.microsoft.com/office/drawing/2014/main" id="{63E183F2-3801-4051-A4FC-215AA921D522}"/>
              </a:ext>
            </a:extLst>
          </p:cNvPr>
          <p:cNvSpPr>
            <a:spLocks noGrp="1"/>
          </p:cNvSpPr>
          <p:nvPr/>
        </p:nvSpPr>
        <p:spPr>
          <a:xfrm>
            <a:off x="16031915" y="5722293"/>
            <a:ext cx="184100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Compressors</a:t>
            </a:r>
          </a:p>
        </p:txBody>
      </p:sp>
      <p:sp>
        <p:nvSpPr>
          <p:cNvPr id="86" name="!!source-2-dom-5-5-3-3-2-2-1-1-0-text-0">
            <a:extLst>
              <a:ext uri="{FF2B5EF4-FFF2-40B4-BE49-F238E27FC236}">
                <a16:creationId xmlns:a16="http://schemas.microsoft.com/office/drawing/2014/main" id="{C40F5898-9FD2-4C34-9B42-C3F2DEAF7B78}"/>
              </a:ext>
            </a:extLst>
          </p:cNvPr>
          <p:cNvSpPr>
            <a:spLocks noGrp="1"/>
          </p:cNvSpPr>
          <p:nvPr/>
        </p:nvSpPr>
        <p:spPr>
          <a:xfrm>
            <a:off x="16258431" y="6084243"/>
            <a:ext cx="13879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preparation</a:t>
            </a:r>
          </a:p>
        </p:txBody>
      </p:sp>
      <p:sp>
        <p:nvSpPr>
          <p:cNvPr id="87" name="!!source-2-dom-5-5-3-5-0-text-0">
            <a:extLst>
              <a:ext uri="{FF2B5EF4-FFF2-40B4-BE49-F238E27FC236}">
                <a16:creationId xmlns:a16="http://schemas.microsoft.com/office/drawing/2014/main" id="{9886BB49-A210-425B-8999-1CDBD8ACA92F}"/>
              </a:ext>
            </a:extLst>
          </p:cNvPr>
          <p:cNvSpPr>
            <a:spLocks noGrp="1"/>
          </p:cNvSpPr>
          <p:nvPr/>
        </p:nvSpPr>
        <p:spPr>
          <a:xfrm>
            <a:off x="11287125" y="7034510"/>
            <a:ext cx="5524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Production and compression are the loads.</a:t>
            </a:r>
          </a:p>
        </p:txBody>
      </p:sp>
      <p:sp>
        <p:nvSpPr>
          <p:cNvPr id="88" name="!!source-2-dom-5-9-fill">
            <a:extLst>
              <a:ext uri="{FF2B5EF4-FFF2-40B4-BE49-F238E27FC236}">
                <a16:creationId xmlns:a16="http://schemas.microsoft.com/office/drawing/2014/main" id="{1C767A4D-6DA8-42F2-BB2F-331430B471B8}"/>
              </a:ext>
            </a:extLst>
          </p:cNvPr>
          <p:cNvSpPr>
            <a:spLocks noGrp="1"/>
          </p:cNvSpPr>
          <p:nvPr/>
        </p:nvSpPr>
        <p:spPr>
          <a:xfrm>
            <a:off x="13144500" y="2466975"/>
            <a:ext cx="190500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9" name="!!source-2-dom-5-9-outline">
            <a:extLst>
              <a:ext uri="{FF2B5EF4-FFF2-40B4-BE49-F238E27FC236}">
                <a16:creationId xmlns:a16="http://schemas.microsoft.com/office/drawing/2014/main" id="{BC352B90-EB65-46A6-9159-F0AD3C63E65D}"/>
              </a:ext>
            </a:extLst>
          </p:cNvPr>
          <p:cNvSpPr>
            <a:spLocks noGrp="1"/>
          </p:cNvSpPr>
          <p:nvPr/>
        </p:nvSpPr>
        <p:spPr>
          <a:xfrm>
            <a:off x="13158788" y="2481263"/>
            <a:ext cx="1876425" cy="5136059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!!source-2-dom-5-9-1-1-fill">
            <a:extLst>
              <a:ext uri="{FF2B5EF4-FFF2-40B4-BE49-F238E27FC236}">
                <a16:creationId xmlns:a16="http://schemas.microsoft.com/office/drawing/2014/main" id="{175A68A2-7461-43DF-B8DB-48511CF6042A}"/>
              </a:ext>
            </a:extLst>
          </p:cNvPr>
          <p:cNvSpPr>
            <a:spLocks noGrp="1"/>
          </p:cNvSpPr>
          <p:nvPr/>
        </p:nvSpPr>
        <p:spPr>
          <a:xfrm>
            <a:off x="13792200" y="3353842"/>
            <a:ext cx="609599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1" name="!!source-2-dom-5-9-1-1-0-text-0">
            <a:extLst>
              <a:ext uri="{FF2B5EF4-FFF2-40B4-BE49-F238E27FC236}">
                <a16:creationId xmlns:a16="http://schemas.microsoft.com/office/drawing/2014/main" id="{619E2111-E8F1-4221-8138-04EC1CDEDEA1}"/>
              </a:ext>
            </a:extLst>
          </p:cNvPr>
          <p:cNvSpPr>
            <a:spLocks noGrp="1"/>
          </p:cNvSpPr>
          <p:nvPr/>
        </p:nvSpPr>
        <p:spPr>
          <a:xfrm>
            <a:off x="14012317" y="3482429"/>
            <a:ext cx="21684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2" name="!!source-2-dom-5-9-1-3-0-text-0">
            <a:extLst>
              <a:ext uri="{FF2B5EF4-FFF2-40B4-BE49-F238E27FC236}">
                <a16:creationId xmlns:a16="http://schemas.microsoft.com/office/drawing/2014/main" id="{6356C1BE-64FF-4DA3-A203-7279D78E9DD0}"/>
              </a:ext>
            </a:extLst>
          </p:cNvPr>
          <p:cNvSpPr>
            <a:spLocks noGrp="1"/>
          </p:cNvSpPr>
          <p:nvPr/>
        </p:nvSpPr>
        <p:spPr>
          <a:xfrm>
            <a:off x="13229928" y="4153942"/>
            <a:ext cx="178191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93" name="!!source-2-dom-5-9-1-5-0-text-0">
            <a:extLst>
              <a:ext uri="{FF2B5EF4-FFF2-40B4-BE49-F238E27FC236}">
                <a16:creationId xmlns:a16="http://schemas.microsoft.com/office/drawing/2014/main" id="{C95A3FD5-7DB6-476D-8F40-8F3E2EB4ADD7}"/>
              </a:ext>
            </a:extLst>
          </p:cNvPr>
          <p:cNvSpPr>
            <a:spLocks noGrp="1"/>
          </p:cNvSpPr>
          <p:nvPr/>
        </p:nvSpPr>
        <p:spPr>
          <a:xfrm>
            <a:off x="13299281" y="4620667"/>
            <a:ext cx="164306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Pressurised</a:t>
            </a:r>
          </a:p>
        </p:txBody>
      </p:sp>
      <p:sp>
        <p:nvSpPr>
          <p:cNvPr id="94" name="!!source-2-dom-5-9-1-5-0-text-1">
            <a:extLst>
              <a:ext uri="{FF2B5EF4-FFF2-40B4-BE49-F238E27FC236}">
                <a16:creationId xmlns:a16="http://schemas.microsoft.com/office/drawing/2014/main" id="{939ED598-043A-4193-84BA-E562628432EA}"/>
              </a:ext>
            </a:extLst>
          </p:cNvPr>
          <p:cNvSpPr>
            <a:spLocks noGrp="1"/>
          </p:cNvSpPr>
          <p:nvPr/>
        </p:nvSpPr>
        <p:spPr>
          <a:xfrm>
            <a:off x="13280380" y="4954042"/>
            <a:ext cx="168071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storage and</a:t>
            </a:r>
          </a:p>
        </p:txBody>
      </p:sp>
      <p:sp>
        <p:nvSpPr>
          <p:cNvPr id="95" name="!!source-2-dom-5-9-1-5-0-text-2">
            <a:extLst>
              <a:ext uri="{FF2B5EF4-FFF2-40B4-BE49-F238E27FC236}">
                <a16:creationId xmlns:a16="http://schemas.microsoft.com/office/drawing/2014/main" id="{5855A258-E550-463E-8CC7-49A7CA22871C}"/>
              </a:ext>
            </a:extLst>
          </p:cNvPr>
          <p:cNvSpPr>
            <a:spLocks noGrp="1"/>
          </p:cNvSpPr>
          <p:nvPr/>
        </p:nvSpPr>
        <p:spPr>
          <a:xfrm>
            <a:off x="13211770" y="5287416"/>
            <a:ext cx="1818084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compression</a:t>
            </a:r>
          </a:p>
        </p:txBody>
      </p:sp>
      <p:sp>
        <p:nvSpPr>
          <p:cNvPr id="96" name="!!source-2-dom-5-9-1-7-0-0-text-0">
            <a:extLst>
              <a:ext uri="{FF2B5EF4-FFF2-40B4-BE49-F238E27FC236}">
                <a16:creationId xmlns:a16="http://schemas.microsoft.com/office/drawing/2014/main" id="{BCB6D684-83CE-4244-B857-6EB655F35096}"/>
              </a:ext>
            </a:extLst>
          </p:cNvPr>
          <p:cNvSpPr>
            <a:spLocks noGrp="1"/>
          </p:cNvSpPr>
          <p:nvPr/>
        </p:nvSpPr>
        <p:spPr>
          <a:xfrm>
            <a:off x="13704690" y="5811292"/>
            <a:ext cx="83224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several</a:t>
            </a:r>
          </a:p>
        </p:txBody>
      </p:sp>
      <p:sp>
        <p:nvSpPr>
          <p:cNvPr id="97" name="!!source-2-dom-5-9-1-7-0-0-text-1">
            <a:extLst>
              <a:ext uri="{FF2B5EF4-FFF2-40B4-BE49-F238E27FC236}">
                <a16:creationId xmlns:a16="http://schemas.microsoft.com/office/drawing/2014/main" id="{CC958406-F977-40EA-A4EF-576D9A69D176}"/>
              </a:ext>
            </a:extLst>
          </p:cNvPr>
          <p:cNvSpPr>
            <a:spLocks noGrp="1"/>
          </p:cNvSpPr>
          <p:nvPr/>
        </p:nvSpPr>
        <p:spPr>
          <a:xfrm>
            <a:off x="13259842" y="6097042"/>
            <a:ext cx="172179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pressure levels</a:t>
            </a:r>
          </a:p>
        </p:txBody>
      </p:sp>
      <p:sp>
        <p:nvSpPr>
          <p:cNvPr id="98" name="!!source-2-dom-5-9-1-7-1-0-text-0">
            <a:extLst>
              <a:ext uri="{FF2B5EF4-FFF2-40B4-BE49-F238E27FC236}">
                <a16:creationId xmlns:a16="http://schemas.microsoft.com/office/drawing/2014/main" id="{9D74CA62-8047-4814-AC7A-FD8F69CF8F66}"/>
              </a:ext>
            </a:extLst>
          </p:cNvPr>
          <p:cNvSpPr>
            <a:spLocks noGrp="1"/>
          </p:cNvSpPr>
          <p:nvPr/>
        </p:nvSpPr>
        <p:spPr>
          <a:xfrm>
            <a:off x="13365212" y="6458992"/>
            <a:ext cx="151120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compressors</a:t>
            </a:r>
          </a:p>
        </p:txBody>
      </p:sp>
      <p:sp>
        <p:nvSpPr>
          <p:cNvPr id="99" name="!!source-2-dom-5-9-3-1-0-fill">
            <a:extLst>
              <a:ext uri="{FF2B5EF4-FFF2-40B4-BE49-F238E27FC236}">
                <a16:creationId xmlns:a16="http://schemas.microsoft.com/office/drawing/2014/main" id="{F8C3AA3E-942D-4BE3-8D67-DAE2C0195399}"/>
              </a:ext>
            </a:extLst>
          </p:cNvPr>
          <p:cNvSpPr>
            <a:spLocks noGrp="1"/>
          </p:cNvSpPr>
          <p:nvPr/>
        </p:nvSpPr>
        <p:spPr>
          <a:xfrm>
            <a:off x="1347787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2-dom-5-9-3-1-0-0-text-0">
            <a:extLst>
              <a:ext uri="{FF2B5EF4-FFF2-40B4-BE49-F238E27FC236}">
                <a16:creationId xmlns:a16="http://schemas.microsoft.com/office/drawing/2014/main" id="{AD991A8D-479A-4751-A6BC-042412E73FB5}"/>
              </a:ext>
            </a:extLst>
          </p:cNvPr>
          <p:cNvSpPr>
            <a:spLocks noGrp="1"/>
          </p:cNvSpPr>
          <p:nvPr/>
        </p:nvSpPr>
        <p:spPr>
          <a:xfrm>
            <a:off x="13646497" y="2886075"/>
            <a:ext cx="205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1" name="!!source-2-dom-5-9-3-1-1-0-0-text-0">
            <a:extLst>
              <a:ext uri="{FF2B5EF4-FFF2-40B4-BE49-F238E27FC236}">
                <a16:creationId xmlns:a16="http://schemas.microsoft.com/office/drawing/2014/main" id="{42E40097-CBFA-492B-BBE2-3BC2F59316B9}"/>
              </a:ext>
            </a:extLst>
          </p:cNvPr>
          <p:cNvSpPr>
            <a:spLocks noGrp="1"/>
          </p:cNvSpPr>
          <p:nvPr/>
        </p:nvSpPr>
        <p:spPr>
          <a:xfrm>
            <a:off x="14144625" y="2724150"/>
            <a:ext cx="592886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Pressurised storage and compression</a:t>
            </a:r>
          </a:p>
        </p:txBody>
      </p:sp>
      <p:sp>
        <p:nvSpPr>
          <p:cNvPr id="102" name="!!source-2-dom-5-9-3-1-1-1-0-text-0">
            <a:extLst>
              <a:ext uri="{FF2B5EF4-FFF2-40B4-BE49-F238E27FC236}">
                <a16:creationId xmlns:a16="http://schemas.microsoft.com/office/drawing/2014/main" id="{561F676D-37F7-4B4D-8ECE-EBBEC8B90D7B}"/>
              </a:ext>
            </a:extLst>
          </p:cNvPr>
          <p:cNvSpPr>
            <a:spLocks noGrp="1"/>
          </p:cNvSpPr>
          <p:nvPr/>
        </p:nvSpPr>
        <p:spPr>
          <a:xfrm>
            <a:off x="14144625" y="3095625"/>
            <a:ext cx="438700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lifted in stages to the vehicle standard</a:t>
            </a:r>
          </a:p>
        </p:txBody>
      </p:sp>
      <p:sp>
        <p:nvSpPr>
          <p:cNvPr id="103" name="!!source-2-dom-5-9-3-3-0-0-fill">
            <a:extLst>
              <a:ext uri="{FF2B5EF4-FFF2-40B4-BE49-F238E27FC236}">
                <a16:creationId xmlns:a16="http://schemas.microsoft.com/office/drawing/2014/main" id="{16D5CA57-EF70-4988-87AC-62E269D53AE6}"/>
              </a:ext>
            </a:extLst>
          </p:cNvPr>
          <p:cNvSpPr>
            <a:spLocks noGrp="1"/>
          </p:cNvSpPr>
          <p:nvPr/>
        </p:nvSpPr>
        <p:spPr>
          <a:xfrm>
            <a:off x="13477875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2-dom-5-9-3-3-0-0-outline">
            <a:extLst>
              <a:ext uri="{FF2B5EF4-FFF2-40B4-BE49-F238E27FC236}">
                <a16:creationId xmlns:a16="http://schemas.microsoft.com/office/drawing/2014/main" id="{CA6DC16C-106D-4DD9-8B31-DE23196D2999}"/>
              </a:ext>
            </a:extLst>
          </p:cNvPr>
          <p:cNvSpPr>
            <a:spLocks noGrp="1"/>
          </p:cNvSpPr>
          <p:nvPr/>
        </p:nvSpPr>
        <p:spPr>
          <a:xfrm>
            <a:off x="13492162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" name="!!source-2-dom-5-9-3-3-0-0-0-fill">
            <a:extLst>
              <a:ext uri="{FF2B5EF4-FFF2-40B4-BE49-F238E27FC236}">
                <a16:creationId xmlns:a16="http://schemas.microsoft.com/office/drawing/2014/main" id="{7059A911-0EE6-43C1-913D-D592DD4F155F}"/>
              </a:ext>
            </a:extLst>
          </p:cNvPr>
          <p:cNvSpPr>
            <a:spLocks noGrp="1"/>
          </p:cNvSpPr>
          <p:nvPr/>
        </p:nvSpPr>
        <p:spPr>
          <a:xfrm>
            <a:off x="13506450" y="5231755"/>
            <a:ext cx="666750" cy="342900"/>
          </a:xfrm>
          <a:custGeom>
            <a:avLst/>
            <a:gdLst/>
            <a:ahLst/>
            <a:cxnLst/>
            <a:rect l="0" t="0" r="0" b="0"/>
            <a:pathLst>
              <a:path w="666750" h="342900">
                <a:moveTo>
                  <a:pt x="0" y="0"/>
                </a:moveTo>
                <a:lnTo>
                  <a:pt x="666750" y="0"/>
                </a:lnTo>
                <a:lnTo>
                  <a:pt x="666750" y="238125"/>
                </a:lnTo>
                <a:lnTo>
                  <a:pt x="664737" y="258565"/>
                </a:lnTo>
                <a:lnTo>
                  <a:pt x="658775" y="278220"/>
                </a:lnTo>
                <a:lnTo>
                  <a:pt x="649093" y="296335"/>
                </a:lnTo>
                <a:lnTo>
                  <a:pt x="636063" y="312212"/>
                </a:lnTo>
                <a:lnTo>
                  <a:pt x="620185" y="325242"/>
                </a:lnTo>
                <a:lnTo>
                  <a:pt x="602071" y="334924"/>
                </a:lnTo>
                <a:lnTo>
                  <a:pt x="582416" y="340887"/>
                </a:lnTo>
                <a:lnTo>
                  <a:pt x="561975" y="342900"/>
                </a:lnTo>
                <a:lnTo>
                  <a:pt x="104775" y="342900"/>
                </a:lnTo>
                <a:lnTo>
                  <a:pt x="84334" y="340887"/>
                </a:lnTo>
                <a:lnTo>
                  <a:pt x="64679" y="334924"/>
                </a:lnTo>
                <a:lnTo>
                  <a:pt x="46565" y="325242"/>
                </a:lnTo>
                <a:lnTo>
                  <a:pt x="30688" y="312212"/>
                </a:lnTo>
                <a:lnTo>
                  <a:pt x="17658" y="296335"/>
                </a:lnTo>
                <a:lnTo>
                  <a:pt x="7976" y="278220"/>
                </a:lnTo>
                <a:lnTo>
                  <a:pt x="2013" y="258565"/>
                </a:lnTo>
                <a:lnTo>
                  <a:pt x="0" y="2381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!!source-2-dom-5-9-3-3-0-1-0-text-0">
            <a:extLst>
              <a:ext uri="{FF2B5EF4-FFF2-40B4-BE49-F238E27FC236}">
                <a16:creationId xmlns:a16="http://schemas.microsoft.com/office/drawing/2014/main" id="{FA94B08B-B84D-4A9E-BA7C-D0DD728941A3}"/>
              </a:ext>
            </a:extLst>
          </p:cNvPr>
          <p:cNvSpPr>
            <a:spLocks noGrp="1"/>
          </p:cNvSpPr>
          <p:nvPr/>
        </p:nvSpPr>
        <p:spPr>
          <a:xfrm>
            <a:off x="13612118" y="5679430"/>
            <a:ext cx="50289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low</a:t>
            </a:r>
          </a:p>
        </p:txBody>
      </p:sp>
      <p:sp>
        <p:nvSpPr>
          <p:cNvPr id="107" name="!!source-2-dom-5-9-3-3-1-0-fill">
            <a:extLst>
              <a:ext uri="{FF2B5EF4-FFF2-40B4-BE49-F238E27FC236}">
                <a16:creationId xmlns:a16="http://schemas.microsoft.com/office/drawing/2014/main" id="{C6B9163B-311F-4C15-BC66-44B316634BAD}"/>
              </a:ext>
            </a:extLst>
          </p:cNvPr>
          <p:cNvSpPr>
            <a:spLocks noGrp="1"/>
          </p:cNvSpPr>
          <p:nvPr/>
        </p:nvSpPr>
        <p:spPr>
          <a:xfrm>
            <a:off x="14201775" y="5174605"/>
            <a:ext cx="43085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2-dom-5-9-3-3-1-1-border-Top">
            <a:extLst>
              <a:ext uri="{FF2B5EF4-FFF2-40B4-BE49-F238E27FC236}">
                <a16:creationId xmlns:a16="http://schemas.microsoft.com/office/drawing/2014/main" id="{53A678CA-FA29-4212-B972-7AAD64DA9C50}"/>
              </a:ext>
            </a:extLst>
          </p:cNvPr>
          <p:cNvSpPr>
            <a:spLocks noGrp="1"/>
          </p:cNvSpPr>
          <p:nvPr/>
        </p:nvSpPr>
        <p:spPr>
          <a:xfrm>
            <a:off x="14632632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2-dom-5-9-3-3-1-1-border-Bottom">
            <a:extLst>
              <a:ext uri="{FF2B5EF4-FFF2-40B4-BE49-F238E27FC236}">
                <a16:creationId xmlns:a16="http://schemas.microsoft.com/office/drawing/2014/main" id="{2F4FDAE4-A37C-4973-9744-300C658B0206}"/>
              </a:ext>
            </a:extLst>
          </p:cNvPr>
          <p:cNvSpPr>
            <a:spLocks noGrp="1"/>
          </p:cNvSpPr>
          <p:nvPr/>
        </p:nvSpPr>
        <p:spPr>
          <a:xfrm>
            <a:off x="14632632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2-dom-5-9-3-3-1-1-border-Left">
            <a:extLst>
              <a:ext uri="{FF2B5EF4-FFF2-40B4-BE49-F238E27FC236}">
                <a16:creationId xmlns:a16="http://schemas.microsoft.com/office/drawing/2014/main" id="{B69B4096-B28E-41A0-9A00-EBF246E0623F}"/>
              </a:ext>
            </a:extLst>
          </p:cNvPr>
          <p:cNvSpPr>
            <a:spLocks noGrp="1"/>
          </p:cNvSpPr>
          <p:nvPr/>
        </p:nvSpPr>
        <p:spPr>
          <a:xfrm>
            <a:off x="14632632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2-dom-5-9-3-3-2-fill">
            <a:extLst>
              <a:ext uri="{FF2B5EF4-FFF2-40B4-BE49-F238E27FC236}">
                <a16:creationId xmlns:a16="http://schemas.microsoft.com/office/drawing/2014/main" id="{51280ECF-E32B-4F20-AB6E-3DCAA11E13AF}"/>
              </a:ext>
            </a:extLst>
          </p:cNvPr>
          <p:cNvSpPr>
            <a:spLocks noGrp="1"/>
          </p:cNvSpPr>
          <p:nvPr/>
        </p:nvSpPr>
        <p:spPr>
          <a:xfrm>
            <a:off x="14785032" y="4946005"/>
            <a:ext cx="762000" cy="495300"/>
          </a:xfrm>
          <a:custGeom>
            <a:avLst/>
            <a:gdLst/>
            <a:ahLst/>
            <a:cxnLst/>
            <a:rect l="0" t="0" r="0" b="0"/>
            <a:pathLst>
              <a:path w="762000" h="495300">
                <a:moveTo>
                  <a:pt x="0" y="0"/>
                </a:moveTo>
                <a:lnTo>
                  <a:pt x="762000" y="0"/>
                </a:lnTo>
                <a:lnTo>
                  <a:pt x="381000" y="4953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2-dom-5-9-3-3-2-0-text-0">
            <a:extLst>
              <a:ext uri="{FF2B5EF4-FFF2-40B4-BE49-F238E27FC236}">
                <a16:creationId xmlns:a16="http://schemas.microsoft.com/office/drawing/2014/main" id="{E4F3FE08-152E-4683-A58E-36DB38C6603E}"/>
              </a:ext>
            </a:extLst>
          </p:cNvPr>
          <p:cNvSpPr>
            <a:spLocks noGrp="1"/>
          </p:cNvSpPr>
          <p:nvPr/>
        </p:nvSpPr>
        <p:spPr>
          <a:xfrm>
            <a:off x="15076289" y="4984105"/>
            <a:ext cx="22696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</a:t>
            </a:r>
          </a:p>
        </p:txBody>
      </p:sp>
      <p:sp>
        <p:nvSpPr>
          <p:cNvPr id="113" name="!!source-2-dom-5-9-3-3-3-0-fill">
            <a:extLst>
              <a:ext uri="{FF2B5EF4-FFF2-40B4-BE49-F238E27FC236}">
                <a16:creationId xmlns:a16="http://schemas.microsoft.com/office/drawing/2014/main" id="{05E5D68F-5362-44A5-9BF8-2AF187498E74}"/>
              </a:ext>
            </a:extLst>
          </p:cNvPr>
          <p:cNvSpPr>
            <a:spLocks noGrp="1"/>
          </p:cNvSpPr>
          <p:nvPr/>
        </p:nvSpPr>
        <p:spPr>
          <a:xfrm>
            <a:off x="15547032" y="5174605"/>
            <a:ext cx="43100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2-dom-5-9-3-3-3-1-border-Top">
            <a:extLst>
              <a:ext uri="{FF2B5EF4-FFF2-40B4-BE49-F238E27FC236}">
                <a16:creationId xmlns:a16="http://schemas.microsoft.com/office/drawing/2014/main" id="{A6A6910C-1643-4607-80C3-EB4F65DE35A2}"/>
              </a:ext>
            </a:extLst>
          </p:cNvPr>
          <p:cNvSpPr>
            <a:spLocks noGrp="1"/>
          </p:cNvSpPr>
          <p:nvPr/>
        </p:nvSpPr>
        <p:spPr>
          <a:xfrm>
            <a:off x="1597803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2-dom-5-9-3-3-3-1-border-Bottom">
            <a:extLst>
              <a:ext uri="{FF2B5EF4-FFF2-40B4-BE49-F238E27FC236}">
                <a16:creationId xmlns:a16="http://schemas.microsoft.com/office/drawing/2014/main" id="{36BCFE76-9B52-47FC-BC05-F4C2623AD385}"/>
              </a:ext>
            </a:extLst>
          </p:cNvPr>
          <p:cNvSpPr>
            <a:spLocks noGrp="1"/>
          </p:cNvSpPr>
          <p:nvPr/>
        </p:nvSpPr>
        <p:spPr>
          <a:xfrm>
            <a:off x="1597803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2-dom-5-9-3-3-3-1-border-Left">
            <a:extLst>
              <a:ext uri="{FF2B5EF4-FFF2-40B4-BE49-F238E27FC236}">
                <a16:creationId xmlns:a16="http://schemas.microsoft.com/office/drawing/2014/main" id="{4E1319A1-F2AA-4519-A82B-84ED70380FB9}"/>
              </a:ext>
            </a:extLst>
          </p:cNvPr>
          <p:cNvSpPr>
            <a:spLocks noGrp="1"/>
          </p:cNvSpPr>
          <p:nvPr/>
        </p:nvSpPr>
        <p:spPr>
          <a:xfrm>
            <a:off x="1597803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7" name="!!source-2-dom-5-9-3-3-4-0-fill">
            <a:extLst>
              <a:ext uri="{FF2B5EF4-FFF2-40B4-BE49-F238E27FC236}">
                <a16:creationId xmlns:a16="http://schemas.microsoft.com/office/drawing/2014/main" id="{916C56AD-11C2-492B-B22B-BE2C56BE4091}"/>
              </a:ext>
            </a:extLst>
          </p:cNvPr>
          <p:cNvSpPr>
            <a:spLocks noGrp="1"/>
          </p:cNvSpPr>
          <p:nvPr/>
        </p:nvSpPr>
        <p:spPr>
          <a:xfrm>
            <a:off x="16311563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2-dom-5-9-3-3-4-0-outline">
            <a:extLst>
              <a:ext uri="{FF2B5EF4-FFF2-40B4-BE49-F238E27FC236}">
                <a16:creationId xmlns:a16="http://schemas.microsoft.com/office/drawing/2014/main" id="{9F2F7C98-246A-4F46-A4B6-2080DA66BF18}"/>
              </a:ext>
            </a:extLst>
          </p:cNvPr>
          <p:cNvSpPr>
            <a:spLocks noGrp="1"/>
          </p:cNvSpPr>
          <p:nvPr/>
        </p:nvSpPr>
        <p:spPr>
          <a:xfrm>
            <a:off x="16325850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2-dom-5-9-3-3-4-0-0-fill">
            <a:extLst>
              <a:ext uri="{FF2B5EF4-FFF2-40B4-BE49-F238E27FC236}">
                <a16:creationId xmlns:a16="http://schemas.microsoft.com/office/drawing/2014/main" id="{573887DE-4DA3-40BE-AB52-EC9DF4FA910C}"/>
              </a:ext>
            </a:extLst>
          </p:cNvPr>
          <p:cNvSpPr>
            <a:spLocks noGrp="1"/>
          </p:cNvSpPr>
          <p:nvPr/>
        </p:nvSpPr>
        <p:spPr>
          <a:xfrm>
            <a:off x="16340137" y="4888855"/>
            <a:ext cx="666750" cy="685800"/>
          </a:xfrm>
          <a:custGeom>
            <a:avLst/>
            <a:gdLst/>
            <a:ahLst/>
            <a:cxnLst/>
            <a:rect l="0" t="0" r="0" b="0"/>
            <a:pathLst>
              <a:path w="666750" h="685800">
                <a:moveTo>
                  <a:pt x="0" y="0"/>
                </a:moveTo>
                <a:lnTo>
                  <a:pt x="666750" y="0"/>
                </a:lnTo>
                <a:lnTo>
                  <a:pt x="666750" y="581025"/>
                </a:lnTo>
                <a:lnTo>
                  <a:pt x="664737" y="601466"/>
                </a:lnTo>
                <a:lnTo>
                  <a:pt x="658775" y="621121"/>
                </a:lnTo>
                <a:lnTo>
                  <a:pt x="649093" y="639235"/>
                </a:lnTo>
                <a:lnTo>
                  <a:pt x="636063" y="655112"/>
                </a:lnTo>
                <a:lnTo>
                  <a:pt x="620185" y="668142"/>
                </a:lnTo>
                <a:lnTo>
                  <a:pt x="602071" y="677825"/>
                </a:lnTo>
                <a:lnTo>
                  <a:pt x="582416" y="683787"/>
                </a:lnTo>
                <a:lnTo>
                  <a:pt x="561975" y="685800"/>
                </a:lnTo>
                <a:lnTo>
                  <a:pt x="104775" y="685800"/>
                </a:lnTo>
                <a:lnTo>
                  <a:pt x="84334" y="683787"/>
                </a:lnTo>
                <a:lnTo>
                  <a:pt x="64679" y="677825"/>
                </a:lnTo>
                <a:lnTo>
                  <a:pt x="46565" y="668142"/>
                </a:lnTo>
                <a:lnTo>
                  <a:pt x="30688" y="655112"/>
                </a:lnTo>
                <a:lnTo>
                  <a:pt x="17658" y="639235"/>
                </a:lnTo>
                <a:lnTo>
                  <a:pt x="7976" y="621121"/>
                </a:lnTo>
                <a:lnTo>
                  <a:pt x="2013" y="601466"/>
                </a:lnTo>
                <a:lnTo>
                  <a:pt x="0" y="5810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2-dom-5-9-3-3-4-1-0-text-0">
            <a:extLst>
              <a:ext uri="{FF2B5EF4-FFF2-40B4-BE49-F238E27FC236}">
                <a16:creationId xmlns:a16="http://schemas.microsoft.com/office/drawing/2014/main" id="{B777A57A-6645-4D28-A500-685B21F735FE}"/>
              </a:ext>
            </a:extLst>
          </p:cNvPr>
          <p:cNvSpPr>
            <a:spLocks noGrp="1"/>
          </p:cNvSpPr>
          <p:nvPr/>
        </p:nvSpPr>
        <p:spPr>
          <a:xfrm>
            <a:off x="16130439" y="5679430"/>
            <a:ext cx="11339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medium</a:t>
            </a:r>
          </a:p>
        </p:txBody>
      </p:sp>
      <p:sp>
        <p:nvSpPr>
          <p:cNvPr id="121" name="!!source-2-dom-5-9-3-3-5-0-fill">
            <a:extLst>
              <a:ext uri="{FF2B5EF4-FFF2-40B4-BE49-F238E27FC236}">
                <a16:creationId xmlns:a16="http://schemas.microsoft.com/office/drawing/2014/main" id="{8E59F6EC-10A7-482E-B3A2-37BEF4D1B8DB}"/>
              </a:ext>
            </a:extLst>
          </p:cNvPr>
          <p:cNvSpPr>
            <a:spLocks noGrp="1"/>
          </p:cNvSpPr>
          <p:nvPr/>
        </p:nvSpPr>
        <p:spPr>
          <a:xfrm>
            <a:off x="17216735" y="5174605"/>
            <a:ext cx="43085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!!source-2-dom-5-9-3-3-5-1-border-Top">
            <a:extLst>
              <a:ext uri="{FF2B5EF4-FFF2-40B4-BE49-F238E27FC236}">
                <a16:creationId xmlns:a16="http://schemas.microsoft.com/office/drawing/2014/main" id="{71507D3C-BE03-4AF4-B874-F3E852B64CFE}"/>
              </a:ext>
            </a:extLst>
          </p:cNvPr>
          <p:cNvSpPr>
            <a:spLocks noGrp="1"/>
          </p:cNvSpPr>
          <p:nvPr/>
        </p:nvSpPr>
        <p:spPr>
          <a:xfrm>
            <a:off x="1764759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2-dom-5-9-3-3-5-1-border-Bottom">
            <a:extLst>
              <a:ext uri="{FF2B5EF4-FFF2-40B4-BE49-F238E27FC236}">
                <a16:creationId xmlns:a16="http://schemas.microsoft.com/office/drawing/2014/main" id="{4A5458A2-E872-47F4-8E37-6AF12C3EF349}"/>
              </a:ext>
            </a:extLst>
          </p:cNvPr>
          <p:cNvSpPr>
            <a:spLocks noGrp="1"/>
          </p:cNvSpPr>
          <p:nvPr/>
        </p:nvSpPr>
        <p:spPr>
          <a:xfrm>
            <a:off x="1764759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4" name="!!source-2-dom-5-9-3-3-5-1-border-Left">
            <a:extLst>
              <a:ext uri="{FF2B5EF4-FFF2-40B4-BE49-F238E27FC236}">
                <a16:creationId xmlns:a16="http://schemas.microsoft.com/office/drawing/2014/main" id="{94BEE1FA-8627-4493-82D9-BF2750F93E57}"/>
              </a:ext>
            </a:extLst>
          </p:cNvPr>
          <p:cNvSpPr>
            <a:spLocks noGrp="1"/>
          </p:cNvSpPr>
          <p:nvPr/>
        </p:nvSpPr>
        <p:spPr>
          <a:xfrm>
            <a:off x="1764759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5" name="!!source-2-dom-5-9-3-3-6-fill">
            <a:extLst>
              <a:ext uri="{FF2B5EF4-FFF2-40B4-BE49-F238E27FC236}">
                <a16:creationId xmlns:a16="http://schemas.microsoft.com/office/drawing/2014/main" id="{043B0B4C-7677-4C6B-AB27-E42336652DC8}"/>
              </a:ext>
            </a:extLst>
          </p:cNvPr>
          <p:cNvSpPr>
            <a:spLocks noGrp="1"/>
          </p:cNvSpPr>
          <p:nvPr/>
        </p:nvSpPr>
        <p:spPr>
          <a:xfrm>
            <a:off x="17799993" y="4946005"/>
            <a:ext cx="762000" cy="495300"/>
          </a:xfrm>
          <a:custGeom>
            <a:avLst/>
            <a:gdLst/>
            <a:ahLst/>
            <a:cxnLst/>
            <a:rect l="0" t="0" r="0" b="0"/>
            <a:pathLst>
              <a:path w="762000" h="495300">
                <a:moveTo>
                  <a:pt x="0" y="0"/>
                </a:moveTo>
                <a:lnTo>
                  <a:pt x="762000" y="0"/>
                </a:lnTo>
                <a:lnTo>
                  <a:pt x="381000" y="4953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2-dom-5-9-3-3-6-0-text-0">
            <a:extLst>
              <a:ext uri="{FF2B5EF4-FFF2-40B4-BE49-F238E27FC236}">
                <a16:creationId xmlns:a16="http://schemas.microsoft.com/office/drawing/2014/main" id="{6693398F-3AC4-42C0-8C33-43F9329E384E}"/>
              </a:ext>
            </a:extLst>
          </p:cNvPr>
          <p:cNvSpPr>
            <a:spLocks noGrp="1"/>
          </p:cNvSpPr>
          <p:nvPr/>
        </p:nvSpPr>
        <p:spPr>
          <a:xfrm>
            <a:off x="18091249" y="4984105"/>
            <a:ext cx="22696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</a:t>
            </a:r>
          </a:p>
        </p:txBody>
      </p:sp>
      <p:sp>
        <p:nvSpPr>
          <p:cNvPr id="127" name="!!source-2-dom-5-9-3-3-7-0-fill">
            <a:extLst>
              <a:ext uri="{FF2B5EF4-FFF2-40B4-BE49-F238E27FC236}">
                <a16:creationId xmlns:a16="http://schemas.microsoft.com/office/drawing/2014/main" id="{41C51FBA-A6C7-43BB-AACC-5FE61D04BF42}"/>
              </a:ext>
            </a:extLst>
          </p:cNvPr>
          <p:cNvSpPr>
            <a:spLocks noGrp="1"/>
          </p:cNvSpPr>
          <p:nvPr/>
        </p:nvSpPr>
        <p:spPr>
          <a:xfrm>
            <a:off x="18561992" y="5174605"/>
            <a:ext cx="43100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8" name="!!source-2-dom-5-9-3-3-7-1-border-Top">
            <a:extLst>
              <a:ext uri="{FF2B5EF4-FFF2-40B4-BE49-F238E27FC236}">
                <a16:creationId xmlns:a16="http://schemas.microsoft.com/office/drawing/2014/main" id="{00879A17-E9C2-4114-BD82-F81EE90AD73E}"/>
              </a:ext>
            </a:extLst>
          </p:cNvPr>
          <p:cNvSpPr>
            <a:spLocks noGrp="1"/>
          </p:cNvSpPr>
          <p:nvPr/>
        </p:nvSpPr>
        <p:spPr>
          <a:xfrm>
            <a:off x="1899299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2-dom-5-9-3-3-7-1-border-Bottom">
            <a:extLst>
              <a:ext uri="{FF2B5EF4-FFF2-40B4-BE49-F238E27FC236}">
                <a16:creationId xmlns:a16="http://schemas.microsoft.com/office/drawing/2014/main" id="{9717FCF1-210C-4180-B166-EAF658D8AD04}"/>
              </a:ext>
            </a:extLst>
          </p:cNvPr>
          <p:cNvSpPr>
            <a:spLocks noGrp="1"/>
          </p:cNvSpPr>
          <p:nvPr/>
        </p:nvSpPr>
        <p:spPr>
          <a:xfrm>
            <a:off x="1899299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0" name="!!source-2-dom-5-9-3-3-7-1-border-Left">
            <a:extLst>
              <a:ext uri="{FF2B5EF4-FFF2-40B4-BE49-F238E27FC236}">
                <a16:creationId xmlns:a16="http://schemas.microsoft.com/office/drawing/2014/main" id="{064830DE-AAF9-4CDD-A116-A800A1817010}"/>
              </a:ext>
            </a:extLst>
          </p:cNvPr>
          <p:cNvSpPr>
            <a:spLocks noGrp="1"/>
          </p:cNvSpPr>
          <p:nvPr/>
        </p:nvSpPr>
        <p:spPr>
          <a:xfrm>
            <a:off x="1899299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1" name="!!source-2-dom-5-9-3-3-8-0-fill">
            <a:extLst>
              <a:ext uri="{FF2B5EF4-FFF2-40B4-BE49-F238E27FC236}">
                <a16:creationId xmlns:a16="http://schemas.microsoft.com/office/drawing/2014/main" id="{6F9A1707-374C-4ECD-81E7-8D0C0B5AC795}"/>
              </a:ext>
            </a:extLst>
          </p:cNvPr>
          <p:cNvSpPr>
            <a:spLocks noGrp="1"/>
          </p:cNvSpPr>
          <p:nvPr/>
        </p:nvSpPr>
        <p:spPr>
          <a:xfrm>
            <a:off x="19145400" y="4403080"/>
            <a:ext cx="723898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2" name="!!source-2-dom-5-9-3-3-8-0-outline">
            <a:extLst>
              <a:ext uri="{FF2B5EF4-FFF2-40B4-BE49-F238E27FC236}">
                <a16:creationId xmlns:a16="http://schemas.microsoft.com/office/drawing/2014/main" id="{7BDA9320-64D4-42CA-8149-C7C91E1DB612}"/>
              </a:ext>
            </a:extLst>
          </p:cNvPr>
          <p:cNvSpPr>
            <a:spLocks noGrp="1"/>
          </p:cNvSpPr>
          <p:nvPr/>
        </p:nvSpPr>
        <p:spPr>
          <a:xfrm>
            <a:off x="19159687" y="4417367"/>
            <a:ext cx="695323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3" name="!!source-2-dom-5-9-3-3-8-0-0-fill">
            <a:extLst>
              <a:ext uri="{FF2B5EF4-FFF2-40B4-BE49-F238E27FC236}">
                <a16:creationId xmlns:a16="http://schemas.microsoft.com/office/drawing/2014/main" id="{1D166B96-6E86-4E59-A7D8-9FA41B08FC69}"/>
              </a:ext>
            </a:extLst>
          </p:cNvPr>
          <p:cNvSpPr>
            <a:spLocks noGrp="1"/>
          </p:cNvSpPr>
          <p:nvPr/>
        </p:nvSpPr>
        <p:spPr>
          <a:xfrm>
            <a:off x="19173974" y="4545955"/>
            <a:ext cx="666750" cy="1028700"/>
          </a:xfrm>
          <a:custGeom>
            <a:avLst/>
            <a:gdLst/>
            <a:ahLst/>
            <a:cxnLst/>
            <a:rect l="0" t="0" r="0" b="0"/>
            <a:pathLst>
              <a:path w="666750" h="1028700">
                <a:moveTo>
                  <a:pt x="0" y="0"/>
                </a:moveTo>
                <a:lnTo>
                  <a:pt x="666750" y="0"/>
                </a:lnTo>
                <a:lnTo>
                  <a:pt x="666750" y="923925"/>
                </a:lnTo>
                <a:lnTo>
                  <a:pt x="664737" y="944366"/>
                </a:lnTo>
                <a:lnTo>
                  <a:pt x="658775" y="964021"/>
                </a:lnTo>
                <a:lnTo>
                  <a:pt x="649093" y="982135"/>
                </a:lnTo>
                <a:lnTo>
                  <a:pt x="636063" y="998012"/>
                </a:lnTo>
                <a:lnTo>
                  <a:pt x="620185" y="1011042"/>
                </a:lnTo>
                <a:lnTo>
                  <a:pt x="602071" y="1020725"/>
                </a:lnTo>
                <a:lnTo>
                  <a:pt x="582416" y="1026687"/>
                </a:lnTo>
                <a:lnTo>
                  <a:pt x="561975" y="1028700"/>
                </a:lnTo>
                <a:lnTo>
                  <a:pt x="104775" y="1028700"/>
                </a:lnTo>
                <a:lnTo>
                  <a:pt x="84334" y="1026687"/>
                </a:lnTo>
                <a:lnTo>
                  <a:pt x="64679" y="1020725"/>
                </a:lnTo>
                <a:lnTo>
                  <a:pt x="46565" y="1011042"/>
                </a:lnTo>
                <a:lnTo>
                  <a:pt x="30688" y="998012"/>
                </a:lnTo>
                <a:lnTo>
                  <a:pt x="17658" y="982135"/>
                </a:lnTo>
                <a:lnTo>
                  <a:pt x="7976" y="964021"/>
                </a:lnTo>
                <a:lnTo>
                  <a:pt x="2013" y="944366"/>
                </a:lnTo>
                <a:lnTo>
                  <a:pt x="0" y="9239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2-dom-5-9-3-3-8-1-0-text-0">
            <a:extLst>
              <a:ext uri="{FF2B5EF4-FFF2-40B4-BE49-F238E27FC236}">
                <a16:creationId xmlns:a16="http://schemas.microsoft.com/office/drawing/2014/main" id="{CD9D89DC-A35A-475A-AE08-67A78CF81644}"/>
              </a:ext>
            </a:extLst>
          </p:cNvPr>
          <p:cNvSpPr>
            <a:spLocks noGrp="1"/>
          </p:cNvSpPr>
          <p:nvPr/>
        </p:nvSpPr>
        <p:spPr>
          <a:xfrm>
            <a:off x="19215944" y="5679430"/>
            <a:ext cx="63043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high</a:t>
            </a:r>
          </a:p>
        </p:txBody>
      </p:sp>
      <p:sp>
        <p:nvSpPr>
          <p:cNvPr id="135" name="!!source-2-dom-5-9-3-3-9-0-fill">
            <a:extLst>
              <a:ext uri="{FF2B5EF4-FFF2-40B4-BE49-F238E27FC236}">
                <a16:creationId xmlns:a16="http://schemas.microsoft.com/office/drawing/2014/main" id="{9097302D-051C-44D4-83A9-EB84D16FA284}"/>
              </a:ext>
            </a:extLst>
          </p:cNvPr>
          <p:cNvSpPr>
            <a:spLocks noGrp="1"/>
          </p:cNvSpPr>
          <p:nvPr/>
        </p:nvSpPr>
        <p:spPr>
          <a:xfrm>
            <a:off x="19869297" y="5174605"/>
            <a:ext cx="431007" cy="3810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6" name="!!source-2-dom-5-9-3-3-9-1-border-Top">
            <a:extLst>
              <a:ext uri="{FF2B5EF4-FFF2-40B4-BE49-F238E27FC236}">
                <a16:creationId xmlns:a16="http://schemas.microsoft.com/office/drawing/2014/main" id="{79E55993-5BED-4C0B-8EFD-BDA3D28B6B27}"/>
              </a:ext>
            </a:extLst>
          </p:cNvPr>
          <p:cNvSpPr>
            <a:spLocks noGrp="1"/>
          </p:cNvSpPr>
          <p:nvPr/>
        </p:nvSpPr>
        <p:spPr>
          <a:xfrm>
            <a:off x="20300304" y="5098405"/>
            <a:ext cx="152403" cy="190500"/>
          </a:xfrm>
          <a:custGeom>
            <a:avLst/>
            <a:gdLst/>
            <a:ahLst/>
            <a:cxnLst/>
            <a:rect l="0" t="0" r="0" b="0"/>
            <a:pathLst>
              <a:path w="152403" h="190500">
                <a:moveTo>
                  <a:pt x="0" y="0"/>
                </a:moveTo>
                <a:lnTo>
                  <a:pt x="152403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!!source-2-dom-5-9-3-3-9-1-border-Bottom">
            <a:extLst>
              <a:ext uri="{FF2B5EF4-FFF2-40B4-BE49-F238E27FC236}">
                <a16:creationId xmlns:a16="http://schemas.microsoft.com/office/drawing/2014/main" id="{B407B842-9B09-42B8-91E7-C7563E159703}"/>
              </a:ext>
            </a:extLst>
          </p:cNvPr>
          <p:cNvSpPr>
            <a:spLocks noGrp="1"/>
          </p:cNvSpPr>
          <p:nvPr/>
        </p:nvSpPr>
        <p:spPr>
          <a:xfrm>
            <a:off x="20300304" y="5098405"/>
            <a:ext cx="152403" cy="190500"/>
          </a:xfrm>
          <a:custGeom>
            <a:avLst/>
            <a:gdLst/>
            <a:ahLst/>
            <a:cxnLst/>
            <a:rect l="0" t="0" r="0" b="0"/>
            <a:pathLst>
              <a:path w="152403" h="190500">
                <a:moveTo>
                  <a:pt x="0" y="190500"/>
                </a:moveTo>
                <a:lnTo>
                  <a:pt x="152400" y="95250"/>
                </a:lnTo>
                <a:lnTo>
                  <a:pt x="152403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8" name="!!source-2-dom-5-9-3-3-9-1-border-Left">
            <a:extLst>
              <a:ext uri="{FF2B5EF4-FFF2-40B4-BE49-F238E27FC236}">
                <a16:creationId xmlns:a16="http://schemas.microsoft.com/office/drawing/2014/main" id="{FBC5B9BA-F823-4E70-ABBE-424C92E1EEAE}"/>
              </a:ext>
            </a:extLst>
          </p:cNvPr>
          <p:cNvSpPr>
            <a:spLocks noGrp="1"/>
          </p:cNvSpPr>
          <p:nvPr/>
        </p:nvSpPr>
        <p:spPr>
          <a:xfrm>
            <a:off x="20300304" y="5098405"/>
            <a:ext cx="152403" cy="190500"/>
          </a:xfrm>
          <a:custGeom>
            <a:avLst/>
            <a:gdLst/>
            <a:ahLst/>
            <a:cxnLst/>
            <a:rect l="0" t="0" r="0" b="0"/>
            <a:pathLst>
              <a:path w="152403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9" name="!!source-2-dom-5-9-3-3-10-outline">
            <a:extLst>
              <a:ext uri="{FF2B5EF4-FFF2-40B4-BE49-F238E27FC236}">
                <a16:creationId xmlns:a16="http://schemas.microsoft.com/office/drawing/2014/main" id="{C7183933-3A34-4E20-A60C-97CCBE0834F9}"/>
              </a:ext>
            </a:extLst>
          </p:cNvPr>
          <p:cNvSpPr>
            <a:spLocks noGrp="1"/>
          </p:cNvSpPr>
          <p:nvPr/>
        </p:nvSpPr>
        <p:spPr>
          <a:xfrm>
            <a:off x="20466994" y="4745980"/>
            <a:ext cx="2007244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0" name="!!source-2-dom-5-9-3-3-10-0-0-text-0">
            <a:extLst>
              <a:ext uri="{FF2B5EF4-FFF2-40B4-BE49-F238E27FC236}">
                <a16:creationId xmlns:a16="http://schemas.microsoft.com/office/drawing/2014/main" id="{114778A1-1AE6-458F-95F2-73356BEC1F0B}"/>
              </a:ext>
            </a:extLst>
          </p:cNvPr>
          <p:cNvSpPr>
            <a:spLocks noGrp="1"/>
          </p:cNvSpPr>
          <p:nvPr/>
        </p:nvSpPr>
        <p:spPr>
          <a:xfrm>
            <a:off x="20969585" y="4874568"/>
            <a:ext cx="1049686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141" name="!!source-2-dom-5-9-3-3-10-1-0-text-0">
            <a:extLst>
              <a:ext uri="{FF2B5EF4-FFF2-40B4-BE49-F238E27FC236}">
                <a16:creationId xmlns:a16="http://schemas.microsoft.com/office/drawing/2014/main" id="{6B4AFFEA-33DE-43BF-8004-470A71344F38}"/>
              </a:ext>
            </a:extLst>
          </p:cNvPr>
          <p:cNvSpPr>
            <a:spLocks noGrp="1"/>
          </p:cNvSpPr>
          <p:nvPr/>
        </p:nvSpPr>
        <p:spPr>
          <a:xfrm>
            <a:off x="20652730" y="5236518"/>
            <a:ext cx="168339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350 or 700 bar</a:t>
            </a:r>
          </a:p>
        </p:txBody>
      </p:sp>
      <p:sp>
        <p:nvSpPr>
          <p:cNvPr id="142" name="!!source-2-dom-5-9-3-5-0-text-0">
            <a:extLst>
              <a:ext uri="{FF2B5EF4-FFF2-40B4-BE49-F238E27FC236}">
                <a16:creationId xmlns:a16="http://schemas.microsoft.com/office/drawing/2014/main" id="{FC18C3F1-970C-453C-9E37-40C742E4092E}"/>
              </a:ext>
            </a:extLst>
          </p:cNvPr>
          <p:cNvSpPr>
            <a:spLocks noGrp="1"/>
          </p:cNvSpPr>
          <p:nvPr/>
        </p:nvSpPr>
        <p:spPr>
          <a:xfrm>
            <a:off x="13477875" y="7034510"/>
            <a:ext cx="538237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Which tank to fill, and when, is a decision.</a:t>
            </a:r>
          </a:p>
        </p:txBody>
      </p:sp>
      <p:sp>
        <p:nvSpPr>
          <p:cNvPr id="143" name="!!source-2-dom-5-13-fill">
            <a:extLst>
              <a:ext uri="{FF2B5EF4-FFF2-40B4-BE49-F238E27FC236}">
                <a16:creationId xmlns:a16="http://schemas.microsoft.com/office/drawing/2014/main" id="{8613000E-375C-4099-8860-FBB6223E3EEF}"/>
              </a:ext>
            </a:extLst>
          </p:cNvPr>
          <p:cNvSpPr>
            <a:spLocks noGrp="1"/>
          </p:cNvSpPr>
          <p:nvPr/>
        </p:nvSpPr>
        <p:spPr>
          <a:xfrm>
            <a:off x="15335250" y="2466975"/>
            <a:ext cx="1905001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4" name="!!source-2-dom-5-13-outline">
            <a:extLst>
              <a:ext uri="{FF2B5EF4-FFF2-40B4-BE49-F238E27FC236}">
                <a16:creationId xmlns:a16="http://schemas.microsoft.com/office/drawing/2014/main" id="{C23B8BA0-6954-423E-946E-05FC5F01C527}"/>
              </a:ext>
            </a:extLst>
          </p:cNvPr>
          <p:cNvSpPr>
            <a:spLocks noGrp="1"/>
          </p:cNvSpPr>
          <p:nvPr/>
        </p:nvSpPr>
        <p:spPr>
          <a:xfrm>
            <a:off x="15349537" y="2481263"/>
            <a:ext cx="1876426" cy="5136059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2-dom-5-13-1-1-fill">
            <a:extLst>
              <a:ext uri="{FF2B5EF4-FFF2-40B4-BE49-F238E27FC236}">
                <a16:creationId xmlns:a16="http://schemas.microsoft.com/office/drawing/2014/main" id="{7D74D3A8-8E05-4ABB-811C-71695E8B6D9C}"/>
              </a:ext>
            </a:extLst>
          </p:cNvPr>
          <p:cNvSpPr>
            <a:spLocks noGrp="1"/>
          </p:cNvSpPr>
          <p:nvPr/>
        </p:nvSpPr>
        <p:spPr>
          <a:xfrm>
            <a:off x="15982950" y="3377654"/>
            <a:ext cx="609601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6" name="!!source-2-dom-5-13-1-1-0-text-0">
            <a:extLst>
              <a:ext uri="{FF2B5EF4-FFF2-40B4-BE49-F238E27FC236}">
                <a16:creationId xmlns:a16="http://schemas.microsoft.com/office/drawing/2014/main" id="{97A211B4-D70D-4AD2-B4BA-FC13DF5B068B}"/>
              </a:ext>
            </a:extLst>
          </p:cNvPr>
          <p:cNvSpPr>
            <a:spLocks noGrp="1"/>
          </p:cNvSpPr>
          <p:nvPr/>
        </p:nvSpPr>
        <p:spPr>
          <a:xfrm>
            <a:off x="16189226" y="3506242"/>
            <a:ext cx="2445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47" name="!!source-2-dom-5-13-1-3-0-text-0">
            <a:extLst>
              <a:ext uri="{FF2B5EF4-FFF2-40B4-BE49-F238E27FC236}">
                <a16:creationId xmlns:a16="http://schemas.microsoft.com/office/drawing/2014/main" id="{4D810545-398B-44D6-B35F-9AE2F9BDF5B0}"/>
              </a:ext>
            </a:extLst>
          </p:cNvPr>
          <p:cNvSpPr>
            <a:spLocks noGrp="1"/>
          </p:cNvSpPr>
          <p:nvPr/>
        </p:nvSpPr>
        <p:spPr>
          <a:xfrm>
            <a:off x="15420677" y="4177754"/>
            <a:ext cx="178191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148" name="!!source-2-dom-5-13-1-5-0-text-0">
            <a:extLst>
              <a:ext uri="{FF2B5EF4-FFF2-40B4-BE49-F238E27FC236}">
                <a16:creationId xmlns:a16="http://schemas.microsoft.com/office/drawing/2014/main" id="{B52DC770-6159-4D5A-A2C5-34FC415F16BE}"/>
              </a:ext>
            </a:extLst>
          </p:cNvPr>
          <p:cNvSpPr>
            <a:spLocks noGrp="1"/>
          </p:cNvSpPr>
          <p:nvPr/>
        </p:nvSpPr>
        <p:spPr>
          <a:xfrm>
            <a:off x="15618321" y="4644479"/>
            <a:ext cx="138648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Cascaded</a:t>
            </a:r>
          </a:p>
        </p:txBody>
      </p:sp>
      <p:sp>
        <p:nvSpPr>
          <p:cNvPr id="149" name="!!source-2-dom-5-13-1-5-0-text-1">
            <a:extLst>
              <a:ext uri="{FF2B5EF4-FFF2-40B4-BE49-F238E27FC236}">
                <a16:creationId xmlns:a16="http://schemas.microsoft.com/office/drawing/2014/main" id="{CFE39430-7900-4F3B-8CC1-C996752111A8}"/>
              </a:ext>
            </a:extLst>
          </p:cNvPr>
          <p:cNvSpPr>
            <a:spLocks noGrp="1"/>
          </p:cNvSpPr>
          <p:nvPr/>
        </p:nvSpPr>
        <p:spPr>
          <a:xfrm>
            <a:off x="15531852" y="4977854"/>
            <a:ext cx="155942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lang="es-ES" sz="2100" b="0" i="0" spc="-5" dirty="0" err="1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refuelling</a:t>
            </a:r>
            <a:endParaRPr sz="2100" b="0" i="0" spc="-5" dirty="0">
              <a:solidFill>
                <a:srgbClr val="4E2E1A">
                  <a:alpha val="100000"/>
                </a:srgbClr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50" name="!!source-2-dom-5-13-1-7-0-0-text-0">
            <a:extLst>
              <a:ext uri="{FF2B5EF4-FFF2-40B4-BE49-F238E27FC236}">
                <a16:creationId xmlns:a16="http://schemas.microsoft.com/office/drawing/2014/main" id="{21899BCA-9691-4E38-B20D-7C8D0523FCCD}"/>
              </a:ext>
            </a:extLst>
          </p:cNvPr>
          <p:cNvSpPr>
            <a:spLocks noGrp="1"/>
          </p:cNvSpPr>
          <p:nvPr/>
        </p:nvSpPr>
        <p:spPr>
          <a:xfrm>
            <a:off x="15838587" y="5501730"/>
            <a:ext cx="94580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tanks in</a:t>
            </a:r>
          </a:p>
        </p:txBody>
      </p:sp>
      <p:sp>
        <p:nvSpPr>
          <p:cNvPr id="151" name="!!source-2-dom-5-13-1-7-0-0-text-1">
            <a:extLst>
              <a:ext uri="{FF2B5EF4-FFF2-40B4-BE49-F238E27FC236}">
                <a16:creationId xmlns:a16="http://schemas.microsoft.com/office/drawing/2014/main" id="{D0ACF2AC-0DE6-43F3-A964-1C462B1690C8}"/>
              </a:ext>
            </a:extLst>
          </p:cNvPr>
          <p:cNvSpPr>
            <a:spLocks noGrp="1"/>
          </p:cNvSpPr>
          <p:nvPr/>
        </p:nvSpPr>
        <p:spPr>
          <a:xfrm>
            <a:off x="15729942" y="5787480"/>
            <a:ext cx="11632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sequence</a:t>
            </a:r>
          </a:p>
        </p:txBody>
      </p:sp>
      <p:sp>
        <p:nvSpPr>
          <p:cNvPr id="152" name="!!source-2-dom-5-13-1-7-1-0-text-0">
            <a:extLst>
              <a:ext uri="{FF2B5EF4-FFF2-40B4-BE49-F238E27FC236}">
                <a16:creationId xmlns:a16="http://schemas.microsoft.com/office/drawing/2014/main" id="{C8721A42-DA9B-4D3F-BCED-9B585DA1ACEE}"/>
              </a:ext>
            </a:extLst>
          </p:cNvPr>
          <p:cNvSpPr>
            <a:spLocks noGrp="1"/>
          </p:cNvSpPr>
          <p:nvPr/>
        </p:nvSpPr>
        <p:spPr>
          <a:xfrm>
            <a:off x="15718185" y="6149429"/>
            <a:ext cx="118675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filling and</a:t>
            </a:r>
          </a:p>
        </p:txBody>
      </p:sp>
      <p:sp>
        <p:nvSpPr>
          <p:cNvPr id="153" name="!!source-2-dom-5-13-1-7-1-0-text-1">
            <a:extLst>
              <a:ext uri="{FF2B5EF4-FFF2-40B4-BE49-F238E27FC236}">
                <a16:creationId xmlns:a16="http://schemas.microsoft.com/office/drawing/2014/main" id="{E3515638-AF5A-4889-9A7C-916EBFBB4355}"/>
              </a:ext>
            </a:extLst>
          </p:cNvPr>
          <p:cNvSpPr>
            <a:spLocks noGrp="1"/>
          </p:cNvSpPr>
          <p:nvPr/>
        </p:nvSpPr>
        <p:spPr>
          <a:xfrm>
            <a:off x="15741848" y="6435179"/>
            <a:ext cx="113927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refuelling</a:t>
            </a:r>
          </a:p>
        </p:txBody>
      </p:sp>
      <p:sp>
        <p:nvSpPr>
          <p:cNvPr id="154" name="!!source-2-dom-5-13-3-1-0-fill">
            <a:extLst>
              <a:ext uri="{FF2B5EF4-FFF2-40B4-BE49-F238E27FC236}">
                <a16:creationId xmlns:a16="http://schemas.microsoft.com/office/drawing/2014/main" id="{A908833D-9E4A-40EF-BDAE-E967D2B300B5}"/>
              </a:ext>
            </a:extLst>
          </p:cNvPr>
          <p:cNvSpPr>
            <a:spLocks noGrp="1"/>
          </p:cNvSpPr>
          <p:nvPr/>
        </p:nvSpPr>
        <p:spPr>
          <a:xfrm>
            <a:off x="1566862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2-dom-5-13-3-1-0-0-text-0">
            <a:extLst>
              <a:ext uri="{FF2B5EF4-FFF2-40B4-BE49-F238E27FC236}">
                <a16:creationId xmlns:a16="http://schemas.microsoft.com/office/drawing/2014/main" id="{46F64BD0-B8F9-42D7-971F-04E5E42EC096}"/>
              </a:ext>
            </a:extLst>
          </p:cNvPr>
          <p:cNvSpPr>
            <a:spLocks noGrp="1"/>
          </p:cNvSpPr>
          <p:nvPr/>
        </p:nvSpPr>
        <p:spPr>
          <a:xfrm>
            <a:off x="15824299" y="2886075"/>
            <a:ext cx="2314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56" name="!!source-2-dom-5-13-3-1-1-0-0-text-0">
            <a:extLst>
              <a:ext uri="{FF2B5EF4-FFF2-40B4-BE49-F238E27FC236}">
                <a16:creationId xmlns:a16="http://schemas.microsoft.com/office/drawing/2014/main" id="{7B72B216-E89E-4FD9-B03E-84E85A712165}"/>
              </a:ext>
            </a:extLst>
          </p:cNvPr>
          <p:cNvSpPr>
            <a:spLocks noGrp="1"/>
          </p:cNvSpPr>
          <p:nvPr/>
        </p:nvSpPr>
        <p:spPr>
          <a:xfrm>
            <a:off x="16335375" y="2724150"/>
            <a:ext cx="3389559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Cascaded dispensing</a:t>
            </a:r>
          </a:p>
        </p:txBody>
      </p:sp>
      <p:sp>
        <p:nvSpPr>
          <p:cNvPr id="157" name="!!source-2-dom-5-13-3-1-1-1-0-text-0">
            <a:extLst>
              <a:ext uri="{FF2B5EF4-FFF2-40B4-BE49-F238E27FC236}">
                <a16:creationId xmlns:a16="http://schemas.microsoft.com/office/drawing/2014/main" id="{6E7548A1-1DEE-402B-AFDC-1524905CBB26}"/>
              </a:ext>
            </a:extLst>
          </p:cNvPr>
          <p:cNvSpPr>
            <a:spLocks noGrp="1"/>
          </p:cNvSpPr>
          <p:nvPr/>
        </p:nvSpPr>
        <p:spPr>
          <a:xfrm>
            <a:off x="16335375" y="3095625"/>
            <a:ext cx="438269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tanks opened in order, no compressor</a:t>
            </a:r>
          </a:p>
        </p:txBody>
      </p:sp>
      <p:sp>
        <p:nvSpPr>
          <p:cNvPr id="159" name="!!source-2-dom-5-13-3-3-0-0-0-outline">
            <a:extLst>
              <a:ext uri="{FF2B5EF4-FFF2-40B4-BE49-F238E27FC236}">
                <a16:creationId xmlns:a16="http://schemas.microsoft.com/office/drawing/2014/main" id="{56FB5F1C-16C9-4CA3-A1C2-431A238E2073}"/>
              </a:ext>
            </a:extLst>
          </p:cNvPr>
          <p:cNvSpPr>
            <a:spLocks noGrp="1"/>
          </p:cNvSpPr>
          <p:nvPr/>
        </p:nvSpPr>
        <p:spPr>
          <a:xfrm>
            <a:off x="15682913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1" name="!!source-2-dom-5-13-3-3-0-0-1-0-text-0">
            <a:extLst>
              <a:ext uri="{FF2B5EF4-FFF2-40B4-BE49-F238E27FC236}">
                <a16:creationId xmlns:a16="http://schemas.microsoft.com/office/drawing/2014/main" id="{96A108D9-A9DC-4196-9F0E-A1EB7DBCECB5}"/>
              </a:ext>
            </a:extLst>
          </p:cNvPr>
          <p:cNvSpPr>
            <a:spLocks noGrp="1"/>
          </p:cNvSpPr>
          <p:nvPr/>
        </p:nvSpPr>
        <p:spPr>
          <a:xfrm>
            <a:off x="15867013" y="5679430"/>
            <a:ext cx="374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1st</a:t>
            </a:r>
          </a:p>
        </p:txBody>
      </p:sp>
      <p:sp>
        <p:nvSpPr>
          <p:cNvPr id="163" name="!!source-2-dom-5-13-3-3-0-1-0-outline">
            <a:extLst>
              <a:ext uri="{FF2B5EF4-FFF2-40B4-BE49-F238E27FC236}">
                <a16:creationId xmlns:a16="http://schemas.microsoft.com/office/drawing/2014/main" id="{98676649-B5E0-4A23-A094-07BE3DC17F00}"/>
              </a:ext>
            </a:extLst>
          </p:cNvPr>
          <p:cNvSpPr>
            <a:spLocks noGrp="1"/>
          </p:cNvSpPr>
          <p:nvPr/>
        </p:nvSpPr>
        <p:spPr>
          <a:xfrm>
            <a:off x="16578262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5" name="!!source-2-dom-5-13-3-3-0-1-1-0-text-0">
            <a:extLst>
              <a:ext uri="{FF2B5EF4-FFF2-40B4-BE49-F238E27FC236}">
                <a16:creationId xmlns:a16="http://schemas.microsoft.com/office/drawing/2014/main" id="{CA085324-9024-47B0-9774-B277B38CE70F}"/>
              </a:ext>
            </a:extLst>
          </p:cNvPr>
          <p:cNvSpPr>
            <a:spLocks noGrp="1"/>
          </p:cNvSpPr>
          <p:nvPr/>
        </p:nvSpPr>
        <p:spPr>
          <a:xfrm>
            <a:off x="16683782" y="5679430"/>
            <a:ext cx="53191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2nd</a:t>
            </a:r>
          </a:p>
        </p:txBody>
      </p:sp>
      <p:sp>
        <p:nvSpPr>
          <p:cNvPr id="166" name="!!source-2-dom-5-13-3-3-0-2-0-fill">
            <a:extLst>
              <a:ext uri="{FF2B5EF4-FFF2-40B4-BE49-F238E27FC236}">
                <a16:creationId xmlns:a16="http://schemas.microsoft.com/office/drawing/2014/main" id="{F62C5957-6ACF-4F54-B33B-2FC0588C0773}"/>
              </a:ext>
            </a:extLst>
          </p:cNvPr>
          <p:cNvSpPr>
            <a:spLocks noGrp="1"/>
          </p:cNvSpPr>
          <p:nvPr/>
        </p:nvSpPr>
        <p:spPr>
          <a:xfrm>
            <a:off x="17459326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7" name="!!source-2-dom-5-13-3-3-0-2-0-outline">
            <a:extLst>
              <a:ext uri="{FF2B5EF4-FFF2-40B4-BE49-F238E27FC236}">
                <a16:creationId xmlns:a16="http://schemas.microsoft.com/office/drawing/2014/main" id="{0E3F3C9E-98BC-49B6-A0AD-1602A3E89F65}"/>
              </a:ext>
            </a:extLst>
          </p:cNvPr>
          <p:cNvSpPr>
            <a:spLocks noGrp="1"/>
          </p:cNvSpPr>
          <p:nvPr/>
        </p:nvSpPr>
        <p:spPr>
          <a:xfrm>
            <a:off x="17473613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8" name="!!source-2-dom-5-13-3-3-0-2-0-0-fill">
            <a:extLst>
              <a:ext uri="{FF2B5EF4-FFF2-40B4-BE49-F238E27FC236}">
                <a16:creationId xmlns:a16="http://schemas.microsoft.com/office/drawing/2014/main" id="{8DB67C57-8AAB-472F-88B7-47942502F47B}"/>
              </a:ext>
            </a:extLst>
          </p:cNvPr>
          <p:cNvSpPr>
            <a:spLocks noGrp="1"/>
          </p:cNvSpPr>
          <p:nvPr/>
        </p:nvSpPr>
        <p:spPr>
          <a:xfrm>
            <a:off x="17487900" y="4488805"/>
            <a:ext cx="666750" cy="1085850"/>
          </a:xfrm>
          <a:custGeom>
            <a:avLst/>
            <a:gdLst/>
            <a:ahLst/>
            <a:cxnLst/>
            <a:rect l="0" t="0" r="0" b="0"/>
            <a:pathLst>
              <a:path w="666750" h="1085850">
                <a:moveTo>
                  <a:pt x="0" y="0"/>
                </a:moveTo>
                <a:lnTo>
                  <a:pt x="666750" y="0"/>
                </a:lnTo>
                <a:lnTo>
                  <a:pt x="666750" y="981075"/>
                </a:lnTo>
                <a:lnTo>
                  <a:pt x="664737" y="1001516"/>
                </a:lnTo>
                <a:lnTo>
                  <a:pt x="658775" y="1021171"/>
                </a:lnTo>
                <a:lnTo>
                  <a:pt x="649093" y="1039285"/>
                </a:lnTo>
                <a:lnTo>
                  <a:pt x="636063" y="1055162"/>
                </a:lnTo>
                <a:lnTo>
                  <a:pt x="620185" y="1068192"/>
                </a:lnTo>
                <a:lnTo>
                  <a:pt x="602071" y="1077874"/>
                </a:lnTo>
                <a:lnTo>
                  <a:pt x="582416" y="1083837"/>
                </a:lnTo>
                <a:lnTo>
                  <a:pt x="561975" y="1085850"/>
                </a:lnTo>
                <a:lnTo>
                  <a:pt x="104775" y="1085850"/>
                </a:lnTo>
                <a:lnTo>
                  <a:pt x="84334" y="1083837"/>
                </a:lnTo>
                <a:lnTo>
                  <a:pt x="64679" y="1077874"/>
                </a:lnTo>
                <a:lnTo>
                  <a:pt x="46565" y="1068192"/>
                </a:lnTo>
                <a:lnTo>
                  <a:pt x="30688" y="1055162"/>
                </a:lnTo>
                <a:lnTo>
                  <a:pt x="17658" y="1039285"/>
                </a:lnTo>
                <a:lnTo>
                  <a:pt x="7976" y="1021171"/>
                </a:lnTo>
                <a:lnTo>
                  <a:pt x="2013" y="1001516"/>
                </a:lnTo>
                <a:lnTo>
                  <a:pt x="0" y="98107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9" name="!!source-2-dom-5-13-3-3-0-2-1-0-text-0">
            <a:extLst>
              <a:ext uri="{FF2B5EF4-FFF2-40B4-BE49-F238E27FC236}">
                <a16:creationId xmlns:a16="http://schemas.microsoft.com/office/drawing/2014/main" id="{94D328FD-36C4-4C5C-9481-5FBC6524865D}"/>
              </a:ext>
            </a:extLst>
          </p:cNvPr>
          <p:cNvSpPr>
            <a:spLocks noGrp="1"/>
          </p:cNvSpPr>
          <p:nvPr/>
        </p:nvSpPr>
        <p:spPr>
          <a:xfrm>
            <a:off x="17613363" y="5679430"/>
            <a:ext cx="46345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3rd</a:t>
            </a:r>
          </a:p>
        </p:txBody>
      </p:sp>
      <p:sp>
        <p:nvSpPr>
          <p:cNvPr id="170" name="!!source-2-dom-5-13-3-3-1-0-fill">
            <a:extLst>
              <a:ext uri="{FF2B5EF4-FFF2-40B4-BE49-F238E27FC236}">
                <a16:creationId xmlns:a16="http://schemas.microsoft.com/office/drawing/2014/main" id="{472158F9-076E-4BD7-ABE7-3280DA240478}"/>
              </a:ext>
            </a:extLst>
          </p:cNvPr>
          <p:cNvSpPr>
            <a:spLocks noGrp="1"/>
          </p:cNvSpPr>
          <p:nvPr/>
        </p:nvSpPr>
        <p:spPr>
          <a:xfrm>
            <a:off x="18183226" y="5174605"/>
            <a:ext cx="494555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1" name="!!source-2-dom-5-13-3-3-1-1-border-Top">
            <a:extLst>
              <a:ext uri="{FF2B5EF4-FFF2-40B4-BE49-F238E27FC236}">
                <a16:creationId xmlns:a16="http://schemas.microsoft.com/office/drawing/2014/main" id="{12181E18-06FF-443D-8A40-91DCD82733E8}"/>
              </a:ext>
            </a:extLst>
          </p:cNvPr>
          <p:cNvSpPr>
            <a:spLocks noGrp="1"/>
          </p:cNvSpPr>
          <p:nvPr/>
        </p:nvSpPr>
        <p:spPr>
          <a:xfrm>
            <a:off x="1867778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2" name="!!source-2-dom-5-13-3-3-1-1-border-Bottom">
            <a:extLst>
              <a:ext uri="{FF2B5EF4-FFF2-40B4-BE49-F238E27FC236}">
                <a16:creationId xmlns:a16="http://schemas.microsoft.com/office/drawing/2014/main" id="{D1146D37-8AD0-4BFD-80CE-514CE92F3288}"/>
              </a:ext>
            </a:extLst>
          </p:cNvPr>
          <p:cNvSpPr>
            <a:spLocks noGrp="1"/>
          </p:cNvSpPr>
          <p:nvPr/>
        </p:nvSpPr>
        <p:spPr>
          <a:xfrm>
            <a:off x="1867778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3" name="!!source-2-dom-5-13-3-3-1-1-border-Left">
            <a:extLst>
              <a:ext uri="{FF2B5EF4-FFF2-40B4-BE49-F238E27FC236}">
                <a16:creationId xmlns:a16="http://schemas.microsoft.com/office/drawing/2014/main" id="{BDAA2C5E-E4C4-4B56-8AA2-A796C45D6381}"/>
              </a:ext>
            </a:extLst>
          </p:cNvPr>
          <p:cNvSpPr>
            <a:spLocks noGrp="1"/>
          </p:cNvSpPr>
          <p:nvPr/>
        </p:nvSpPr>
        <p:spPr>
          <a:xfrm>
            <a:off x="1867778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4" name="!!source-2-dom-5-13-3-3-2-fill">
            <a:extLst>
              <a:ext uri="{FF2B5EF4-FFF2-40B4-BE49-F238E27FC236}">
                <a16:creationId xmlns:a16="http://schemas.microsoft.com/office/drawing/2014/main" id="{76335F8A-780B-4EB3-8A3A-D3928C9A882D}"/>
              </a:ext>
            </a:extLst>
          </p:cNvPr>
          <p:cNvSpPr>
            <a:spLocks noGrp="1"/>
          </p:cNvSpPr>
          <p:nvPr/>
        </p:nvSpPr>
        <p:spPr>
          <a:xfrm>
            <a:off x="18830181" y="4731693"/>
            <a:ext cx="2182565" cy="9239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5" name="!!source-2-dom-5-13-3-3-2-outline">
            <a:extLst>
              <a:ext uri="{FF2B5EF4-FFF2-40B4-BE49-F238E27FC236}">
                <a16:creationId xmlns:a16="http://schemas.microsoft.com/office/drawing/2014/main" id="{E1D1B6EA-D908-4FC5-B54D-1AB25CCE20B2}"/>
              </a:ext>
            </a:extLst>
          </p:cNvPr>
          <p:cNvSpPr>
            <a:spLocks noGrp="1"/>
          </p:cNvSpPr>
          <p:nvPr/>
        </p:nvSpPr>
        <p:spPr>
          <a:xfrm>
            <a:off x="18844468" y="4745980"/>
            <a:ext cx="2153990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6" name="!!source-2-dom-5-13-3-3-2-0-0-text-0">
            <a:extLst>
              <a:ext uri="{FF2B5EF4-FFF2-40B4-BE49-F238E27FC236}">
                <a16:creationId xmlns:a16="http://schemas.microsoft.com/office/drawing/2014/main" id="{17A00AF6-62A3-4AE3-AEFC-BEAD1640632D}"/>
              </a:ext>
            </a:extLst>
          </p:cNvPr>
          <p:cNvSpPr>
            <a:spLocks noGrp="1"/>
          </p:cNvSpPr>
          <p:nvPr/>
        </p:nvSpPr>
        <p:spPr>
          <a:xfrm>
            <a:off x="19230678" y="4874568"/>
            <a:ext cx="142919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Dispenser</a:t>
            </a:r>
          </a:p>
        </p:txBody>
      </p:sp>
      <p:sp>
        <p:nvSpPr>
          <p:cNvPr id="177" name="!!source-2-dom-5-13-3-3-2-1-0-text-0">
            <a:extLst>
              <a:ext uri="{FF2B5EF4-FFF2-40B4-BE49-F238E27FC236}">
                <a16:creationId xmlns:a16="http://schemas.microsoft.com/office/drawing/2014/main" id="{F1C9D8F0-524C-41B3-8229-DC98E7493056}"/>
              </a:ext>
            </a:extLst>
          </p:cNvPr>
          <p:cNvSpPr>
            <a:spLocks noGrp="1"/>
          </p:cNvSpPr>
          <p:nvPr/>
        </p:nvSpPr>
        <p:spPr>
          <a:xfrm>
            <a:off x="19030206" y="5236518"/>
            <a:ext cx="183013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gradient-driven</a:t>
            </a:r>
          </a:p>
        </p:txBody>
      </p:sp>
      <p:sp>
        <p:nvSpPr>
          <p:cNvPr id="178" name="!!source-2-dom-5-13-3-3-3-0-fill">
            <a:extLst>
              <a:ext uri="{FF2B5EF4-FFF2-40B4-BE49-F238E27FC236}">
                <a16:creationId xmlns:a16="http://schemas.microsoft.com/office/drawing/2014/main" id="{B6A65C34-A30A-469A-A22C-74FF5E5DE2AD}"/>
              </a:ext>
            </a:extLst>
          </p:cNvPr>
          <p:cNvSpPr>
            <a:spLocks noGrp="1"/>
          </p:cNvSpPr>
          <p:nvPr/>
        </p:nvSpPr>
        <p:spPr>
          <a:xfrm>
            <a:off x="21012746" y="5174605"/>
            <a:ext cx="494706" cy="3810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9" name="!!source-2-dom-5-13-3-3-3-1-border-Top">
            <a:extLst>
              <a:ext uri="{FF2B5EF4-FFF2-40B4-BE49-F238E27FC236}">
                <a16:creationId xmlns:a16="http://schemas.microsoft.com/office/drawing/2014/main" id="{43A87341-0B68-43E5-A46B-3C020C690725}"/>
              </a:ext>
            </a:extLst>
          </p:cNvPr>
          <p:cNvSpPr>
            <a:spLocks noGrp="1"/>
          </p:cNvSpPr>
          <p:nvPr/>
        </p:nvSpPr>
        <p:spPr>
          <a:xfrm>
            <a:off x="21507451" y="5098405"/>
            <a:ext cx="152398" cy="190500"/>
          </a:xfrm>
          <a:custGeom>
            <a:avLst/>
            <a:gdLst/>
            <a:ahLst/>
            <a:cxnLst/>
            <a:rect l="0" t="0" r="0" b="0"/>
            <a:pathLst>
              <a:path w="152398" h="190500">
                <a:moveTo>
                  <a:pt x="0" y="0"/>
                </a:moveTo>
                <a:lnTo>
                  <a:pt x="152398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0" name="!!source-2-dom-5-13-3-3-3-1-border-Bottom">
            <a:extLst>
              <a:ext uri="{FF2B5EF4-FFF2-40B4-BE49-F238E27FC236}">
                <a16:creationId xmlns:a16="http://schemas.microsoft.com/office/drawing/2014/main" id="{EB190077-24CB-4D02-9EC8-5498CC6CD28B}"/>
              </a:ext>
            </a:extLst>
          </p:cNvPr>
          <p:cNvSpPr>
            <a:spLocks noGrp="1"/>
          </p:cNvSpPr>
          <p:nvPr/>
        </p:nvSpPr>
        <p:spPr>
          <a:xfrm>
            <a:off x="21507451" y="5098405"/>
            <a:ext cx="152398" cy="190500"/>
          </a:xfrm>
          <a:custGeom>
            <a:avLst/>
            <a:gdLst/>
            <a:ahLst/>
            <a:cxnLst/>
            <a:rect l="0" t="0" r="0" b="0"/>
            <a:pathLst>
              <a:path w="152398" h="190500">
                <a:moveTo>
                  <a:pt x="0" y="190500"/>
                </a:moveTo>
                <a:lnTo>
                  <a:pt x="152400" y="95250"/>
                </a:lnTo>
                <a:lnTo>
                  <a:pt x="152398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1" name="!!source-2-dom-5-13-3-3-3-1-border-Left">
            <a:extLst>
              <a:ext uri="{FF2B5EF4-FFF2-40B4-BE49-F238E27FC236}">
                <a16:creationId xmlns:a16="http://schemas.microsoft.com/office/drawing/2014/main" id="{D7CAD750-99F8-4D32-8065-19C0A90B7B34}"/>
              </a:ext>
            </a:extLst>
          </p:cNvPr>
          <p:cNvSpPr>
            <a:spLocks noGrp="1"/>
          </p:cNvSpPr>
          <p:nvPr/>
        </p:nvSpPr>
        <p:spPr>
          <a:xfrm>
            <a:off x="21507451" y="5098405"/>
            <a:ext cx="152398" cy="190500"/>
          </a:xfrm>
          <a:custGeom>
            <a:avLst/>
            <a:gdLst/>
            <a:ahLst/>
            <a:cxnLst/>
            <a:rect l="0" t="0" r="0" b="0"/>
            <a:pathLst>
              <a:path w="152398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2" name="!!source-2-dom-5-13-3-3-4-outline">
            <a:extLst>
              <a:ext uri="{FF2B5EF4-FFF2-40B4-BE49-F238E27FC236}">
                <a16:creationId xmlns:a16="http://schemas.microsoft.com/office/drawing/2014/main" id="{1F9AD5A1-B043-4972-B40B-E2BBBA5FFFA8}"/>
              </a:ext>
            </a:extLst>
          </p:cNvPr>
          <p:cNvSpPr>
            <a:spLocks noGrp="1"/>
          </p:cNvSpPr>
          <p:nvPr/>
        </p:nvSpPr>
        <p:spPr>
          <a:xfrm>
            <a:off x="21674136" y="4745980"/>
            <a:ext cx="2990850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3" name="!!source-2-dom-5-13-3-3-4-0-0-text-0">
            <a:extLst>
              <a:ext uri="{FF2B5EF4-FFF2-40B4-BE49-F238E27FC236}">
                <a16:creationId xmlns:a16="http://schemas.microsoft.com/office/drawing/2014/main" id="{34BCDE6C-E656-4753-AF54-ECEDCC3A8DE1}"/>
              </a:ext>
            </a:extLst>
          </p:cNvPr>
          <p:cNvSpPr>
            <a:spLocks noGrp="1"/>
          </p:cNvSpPr>
          <p:nvPr/>
        </p:nvSpPr>
        <p:spPr>
          <a:xfrm>
            <a:off x="22668458" y="4874568"/>
            <a:ext cx="1049686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184" name="!!source-2-dom-5-13-3-3-4-1-0-text-0">
            <a:extLst>
              <a:ext uri="{FF2B5EF4-FFF2-40B4-BE49-F238E27FC236}">
                <a16:creationId xmlns:a16="http://schemas.microsoft.com/office/drawing/2014/main" id="{60F104F7-25F1-43CB-AF3F-139EC9DACFA9}"/>
              </a:ext>
            </a:extLst>
          </p:cNvPr>
          <p:cNvSpPr>
            <a:spLocks noGrp="1"/>
          </p:cNvSpPr>
          <p:nvPr/>
        </p:nvSpPr>
        <p:spPr>
          <a:xfrm>
            <a:off x="21859875" y="5236518"/>
            <a:ext cx="266700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pressure rises stepwise</a:t>
            </a:r>
          </a:p>
        </p:txBody>
      </p:sp>
      <p:sp>
        <p:nvSpPr>
          <p:cNvPr id="185" name="!!source-2-dom-5-13-3-5-0-text-0">
            <a:extLst>
              <a:ext uri="{FF2B5EF4-FFF2-40B4-BE49-F238E27FC236}">
                <a16:creationId xmlns:a16="http://schemas.microsoft.com/office/drawing/2014/main" id="{D48C79C3-40CB-43D6-ABCD-E34411C38DB6}"/>
              </a:ext>
            </a:extLst>
          </p:cNvPr>
          <p:cNvSpPr>
            <a:spLocks noGrp="1"/>
          </p:cNvSpPr>
          <p:nvPr/>
        </p:nvSpPr>
        <p:spPr>
          <a:xfrm>
            <a:off x="15668625" y="7034510"/>
            <a:ext cx="523473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Order matters, in filling and in refuelling.</a:t>
            </a:r>
          </a:p>
        </p:txBody>
      </p:sp>
      <p:sp>
        <p:nvSpPr>
          <p:cNvPr id="186" name="!!source-2-dom-7-1-outline">
            <a:extLst>
              <a:ext uri="{FF2B5EF4-FFF2-40B4-BE49-F238E27FC236}">
                <a16:creationId xmlns:a16="http://schemas.microsoft.com/office/drawing/2014/main" id="{CC9F7CE6-02CB-4FC5-B31D-C481977C45F6}"/>
              </a:ext>
            </a:extLst>
          </p:cNvPr>
          <p:cNvSpPr>
            <a:spLocks noGrp="1"/>
          </p:cNvSpPr>
          <p:nvPr/>
        </p:nvSpPr>
        <p:spPr>
          <a:xfrm>
            <a:off x="1062037" y="7973467"/>
            <a:ext cx="3529161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7" name="!!source-2-dom-7-1-0-text-0">
            <a:extLst>
              <a:ext uri="{FF2B5EF4-FFF2-40B4-BE49-F238E27FC236}">
                <a16:creationId xmlns:a16="http://schemas.microsoft.com/office/drawing/2014/main" id="{0F34A8B3-5377-4FEE-83EE-0604ABCFFCFB}"/>
              </a:ext>
            </a:extLst>
          </p:cNvPr>
          <p:cNvSpPr>
            <a:spLocks noGrp="1"/>
          </p:cNvSpPr>
          <p:nvPr/>
        </p:nvSpPr>
        <p:spPr>
          <a:xfrm>
            <a:off x="1304925" y="8102054"/>
            <a:ext cx="309101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Source: which, when?</a:t>
            </a:r>
          </a:p>
        </p:txBody>
      </p:sp>
      <p:sp>
        <p:nvSpPr>
          <p:cNvPr id="188" name="!!source-2-dom-7-3-outline">
            <a:extLst>
              <a:ext uri="{FF2B5EF4-FFF2-40B4-BE49-F238E27FC236}">
                <a16:creationId xmlns:a16="http://schemas.microsoft.com/office/drawing/2014/main" id="{5BBBB824-5E76-425A-A510-B0FAF9C8562D}"/>
              </a:ext>
            </a:extLst>
          </p:cNvPr>
          <p:cNvSpPr>
            <a:spLocks noGrp="1"/>
          </p:cNvSpPr>
          <p:nvPr/>
        </p:nvSpPr>
        <p:spPr>
          <a:xfrm>
            <a:off x="4848374" y="7973467"/>
            <a:ext cx="4667993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9" name="!!source-2-dom-7-3-0-text-0">
            <a:extLst>
              <a:ext uri="{FF2B5EF4-FFF2-40B4-BE49-F238E27FC236}">
                <a16:creationId xmlns:a16="http://schemas.microsoft.com/office/drawing/2014/main" id="{35B8AA50-66E8-4D1E-A03C-A59A8FD691FC}"/>
              </a:ext>
            </a:extLst>
          </p:cNvPr>
          <p:cNvSpPr>
            <a:spLocks noGrp="1"/>
          </p:cNvSpPr>
          <p:nvPr/>
        </p:nvSpPr>
        <p:spPr>
          <a:xfrm>
            <a:off x="5091261" y="8102054"/>
            <a:ext cx="422984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Compress: which tank, when?</a:t>
            </a:r>
          </a:p>
        </p:txBody>
      </p:sp>
      <p:sp>
        <p:nvSpPr>
          <p:cNvPr id="190" name="!!source-2-dom-7-5-0-text-0">
            <a:extLst>
              <a:ext uri="{FF2B5EF4-FFF2-40B4-BE49-F238E27FC236}">
                <a16:creationId xmlns:a16="http://schemas.microsoft.com/office/drawing/2014/main" id="{0F0DF141-02C0-4E3F-ACDE-D43961DDB002}"/>
              </a:ext>
            </a:extLst>
          </p:cNvPr>
          <p:cNvSpPr>
            <a:spLocks noGrp="1"/>
          </p:cNvSpPr>
          <p:nvPr/>
        </p:nvSpPr>
        <p:spPr>
          <a:xfrm>
            <a:off x="9759255" y="7926883"/>
            <a:ext cx="727040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Hydrogen needs preparation before delivery: pressure,</a:t>
            </a:r>
          </a:p>
        </p:txBody>
      </p:sp>
      <p:sp>
        <p:nvSpPr>
          <p:cNvPr id="191" name="!!source-2-dom-7-5-0-text-1">
            <a:extLst>
              <a:ext uri="{FF2B5EF4-FFF2-40B4-BE49-F238E27FC236}">
                <a16:creationId xmlns:a16="http://schemas.microsoft.com/office/drawing/2014/main" id="{81A177DC-F60A-486E-BACA-41F6BC04A7C1}"/>
              </a:ext>
            </a:extLst>
          </p:cNvPr>
          <p:cNvSpPr>
            <a:spLocks noGrp="1"/>
          </p:cNvSpPr>
          <p:nvPr/>
        </p:nvSpPr>
        <p:spPr>
          <a:xfrm>
            <a:off x="9759255" y="8273504"/>
            <a:ext cx="184532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 dirty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order, timing.</a:t>
            </a:r>
          </a:p>
        </p:txBody>
      </p:sp>
      <p:pic>
        <p:nvPicPr>
          <p:cNvPr id="386" name="!!source-2-dom-9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387" name="!!source-2-dom-9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765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!!source-2-dom-fill">
            <a:extLst>
              <a:ext uri="{FF2B5EF4-FFF2-40B4-BE49-F238E27FC236}">
                <a16:creationId xmlns:a16="http://schemas.microsoft.com/office/drawing/2014/main" id="{7D542CAD-0B87-440C-908D-6B6003554D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2-dom-1-0-0-border-Bottom">
            <a:extLst>
              <a:ext uri="{FF2B5EF4-FFF2-40B4-BE49-F238E27FC236}">
                <a16:creationId xmlns:a16="http://schemas.microsoft.com/office/drawing/2014/main" id="{4463BFB6-4E73-471E-86EC-A32E4424FA58}"/>
              </a:ext>
            </a:extLst>
          </p:cNvPr>
          <p:cNvSpPr>
            <a:spLocks noGrp="1"/>
          </p:cNvSpPr>
          <p:nvPr/>
        </p:nvSpPr>
        <p:spPr>
          <a:xfrm>
            <a:off x="1047750" y="690562"/>
            <a:ext cx="1107728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!!source-2-dom-1-0-0-0-text-0">
            <a:extLst>
              <a:ext uri="{FF2B5EF4-FFF2-40B4-BE49-F238E27FC236}">
                <a16:creationId xmlns:a16="http://schemas.microsoft.com/office/drawing/2014/main" id="{E646BE98-009A-4B60-B18B-42F1E2559513}"/>
              </a:ext>
            </a:extLst>
          </p:cNvPr>
          <p:cNvSpPr>
            <a:spLocks noGrp="1"/>
          </p:cNvSpPr>
          <p:nvPr/>
        </p:nvSpPr>
        <p:spPr>
          <a:xfrm>
            <a:off x="1047750" y="381000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4" name="!!source-2-dom-1-0-1-0-text-0">
            <a:extLst>
              <a:ext uri="{FF2B5EF4-FFF2-40B4-BE49-F238E27FC236}">
                <a16:creationId xmlns:a16="http://schemas.microsoft.com/office/drawing/2014/main" id="{5B1EC3B2-0B4E-4B96-AD3B-842CABE8FE59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5" name="!!source-2-dom-1-0-2-0-text-0">
            <a:extLst>
              <a:ext uri="{FF2B5EF4-FFF2-40B4-BE49-F238E27FC236}">
                <a16:creationId xmlns:a16="http://schemas.microsoft.com/office/drawing/2014/main" id="{80D0E2ED-FBD9-4606-BD45-A916CBAE62F7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2-dom-1-0-3-0-text-0">
            <a:extLst>
              <a:ext uri="{FF2B5EF4-FFF2-40B4-BE49-F238E27FC236}">
                <a16:creationId xmlns:a16="http://schemas.microsoft.com/office/drawing/2014/main" id="{8556A7E3-058F-4F23-8380-6D2B51E5ABE4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2-dom-1-0-4-0-text-0">
            <a:extLst>
              <a:ext uri="{FF2B5EF4-FFF2-40B4-BE49-F238E27FC236}">
                <a16:creationId xmlns:a16="http://schemas.microsoft.com/office/drawing/2014/main" id="{5C1E818D-378B-4951-8E3D-716315FC8AFE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2-dom-1-0-5-0-text-0">
            <a:extLst>
              <a:ext uri="{FF2B5EF4-FFF2-40B4-BE49-F238E27FC236}">
                <a16:creationId xmlns:a16="http://schemas.microsoft.com/office/drawing/2014/main" id="{BC082521-24F7-4933-8D5A-2C348143A09B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2-dom-1-1-0-text-0">
            <a:extLst>
              <a:ext uri="{FF2B5EF4-FFF2-40B4-BE49-F238E27FC236}">
                <a16:creationId xmlns:a16="http://schemas.microsoft.com/office/drawing/2014/main" id="{9EFBF7F0-33E4-42EE-82C5-91D64A75C983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03 / 17</a:t>
            </a:r>
          </a:p>
        </p:txBody>
      </p:sp>
      <p:sp>
        <p:nvSpPr>
          <p:cNvPr id="10" name="!!source-2-dom-3-1-0-0-text-0">
            <a:extLst>
              <a:ext uri="{FF2B5EF4-FFF2-40B4-BE49-F238E27FC236}">
                <a16:creationId xmlns:a16="http://schemas.microsoft.com/office/drawing/2014/main" id="{AE00D194-165E-42AD-AC2B-047AEF636BC3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9505355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Hydrogen Refuelling Stations (HRSs)</a:t>
            </a:r>
          </a:p>
        </p:txBody>
      </p:sp>
      <p:sp>
        <p:nvSpPr>
          <p:cNvPr id="11" name="!!source-2-dom-3-1-1-0-0-text-0">
            <a:extLst>
              <a:ext uri="{FF2B5EF4-FFF2-40B4-BE49-F238E27FC236}">
                <a16:creationId xmlns:a16="http://schemas.microsoft.com/office/drawing/2014/main" id="{C3EAF743-ED0C-433E-A607-48E9FFC32D99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375672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Electrical energy sourcing</a:t>
            </a:r>
          </a:p>
        </p:txBody>
      </p:sp>
      <p:sp>
        <p:nvSpPr>
          <p:cNvPr id="12" name="!!source-2-dom-5-1-fill">
            <a:extLst>
              <a:ext uri="{FF2B5EF4-FFF2-40B4-BE49-F238E27FC236}">
                <a16:creationId xmlns:a16="http://schemas.microsoft.com/office/drawing/2014/main" id="{F41EE802-5072-47A7-9FB1-D01E385A6EE9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190500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2-dom-5-1-outline">
            <a:extLst>
              <a:ext uri="{FF2B5EF4-FFF2-40B4-BE49-F238E27FC236}">
                <a16:creationId xmlns:a16="http://schemas.microsoft.com/office/drawing/2014/main" id="{20BBF9E4-DEDB-4C20-A954-6EBD9DC1B45D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1876425" cy="5136059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2-dom-5-1-1-1-fill">
            <a:extLst>
              <a:ext uri="{FF2B5EF4-FFF2-40B4-BE49-F238E27FC236}">
                <a16:creationId xmlns:a16="http://schemas.microsoft.com/office/drawing/2014/main" id="{922C80CC-59FC-4341-A85B-6843BF1234B7}"/>
              </a:ext>
            </a:extLst>
          </p:cNvPr>
          <p:cNvSpPr>
            <a:spLocks noGrp="1"/>
          </p:cNvSpPr>
          <p:nvPr/>
        </p:nvSpPr>
        <p:spPr>
          <a:xfrm>
            <a:off x="1695450" y="3663404"/>
            <a:ext cx="609600" cy="6096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2-dom-5-1-1-1-0-text-0">
            <a:extLst>
              <a:ext uri="{FF2B5EF4-FFF2-40B4-BE49-F238E27FC236}">
                <a16:creationId xmlns:a16="http://schemas.microsoft.com/office/drawing/2014/main" id="{82163236-C0AE-4319-AAC9-E999EC2CBA12}"/>
              </a:ext>
            </a:extLst>
          </p:cNvPr>
          <p:cNvSpPr>
            <a:spLocks noGrp="1"/>
          </p:cNvSpPr>
          <p:nvPr/>
        </p:nvSpPr>
        <p:spPr>
          <a:xfrm>
            <a:off x="1944142" y="3791992"/>
            <a:ext cx="15969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2-dom-5-1-1-3-0-text-0">
            <a:extLst>
              <a:ext uri="{FF2B5EF4-FFF2-40B4-BE49-F238E27FC236}">
                <a16:creationId xmlns:a16="http://schemas.microsoft.com/office/drawing/2014/main" id="{C1C43B3C-4CE2-433B-884E-07FB24BDB2C1}"/>
              </a:ext>
            </a:extLst>
          </p:cNvPr>
          <p:cNvSpPr>
            <a:spLocks noGrp="1"/>
          </p:cNvSpPr>
          <p:nvPr/>
        </p:nvSpPr>
        <p:spPr>
          <a:xfrm>
            <a:off x="1186904" y="4463504"/>
            <a:ext cx="16744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FLEXIBILITY</a:t>
            </a:r>
          </a:p>
        </p:txBody>
      </p:sp>
      <p:sp>
        <p:nvSpPr>
          <p:cNvPr id="17" name="!!source-2-dom-5-1-1-5-0-text-0">
            <a:extLst>
              <a:ext uri="{FF2B5EF4-FFF2-40B4-BE49-F238E27FC236}">
                <a16:creationId xmlns:a16="http://schemas.microsoft.com/office/drawing/2014/main" id="{3F5D2C7A-CD1C-4462-A961-B63B4CDA18D5}"/>
              </a:ext>
            </a:extLst>
          </p:cNvPr>
          <p:cNvSpPr>
            <a:spLocks noGrp="1"/>
          </p:cNvSpPr>
          <p:nvPr/>
        </p:nvSpPr>
        <p:spPr>
          <a:xfrm>
            <a:off x="1318022" y="4930229"/>
            <a:ext cx="1412081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</a:t>
            </a:r>
          </a:p>
        </p:txBody>
      </p:sp>
      <p:sp>
        <p:nvSpPr>
          <p:cNvPr id="18" name="!!source-2-dom-5-1-1-5-0-text-1">
            <a:extLst>
              <a:ext uri="{FF2B5EF4-FFF2-40B4-BE49-F238E27FC236}">
                <a16:creationId xmlns:a16="http://schemas.microsoft.com/office/drawing/2014/main" id="{7532E8AB-1B87-40A4-AA8D-D1AFC7C905D2}"/>
              </a:ext>
            </a:extLst>
          </p:cNvPr>
          <p:cNvSpPr>
            <a:spLocks noGrp="1"/>
          </p:cNvSpPr>
          <p:nvPr/>
        </p:nvSpPr>
        <p:spPr>
          <a:xfrm>
            <a:off x="1400621" y="5263604"/>
            <a:ext cx="124673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sourcing</a:t>
            </a:r>
          </a:p>
        </p:txBody>
      </p:sp>
      <p:sp>
        <p:nvSpPr>
          <p:cNvPr id="19" name="!!source-2-dom-5-1-1-7-0-0-text-0">
            <a:extLst>
              <a:ext uri="{FF2B5EF4-FFF2-40B4-BE49-F238E27FC236}">
                <a16:creationId xmlns:a16="http://schemas.microsoft.com/office/drawing/2014/main" id="{CE1D5F26-79D7-4879-90CC-84C94D83F0D2}"/>
              </a:ext>
            </a:extLst>
          </p:cNvPr>
          <p:cNvSpPr>
            <a:spLocks noGrp="1"/>
          </p:cNvSpPr>
          <p:nvPr/>
        </p:nvSpPr>
        <p:spPr>
          <a:xfrm>
            <a:off x="1622524" y="5787480"/>
            <a:ext cx="80292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 site</a:t>
            </a:r>
          </a:p>
        </p:txBody>
      </p:sp>
      <p:sp>
        <p:nvSpPr>
          <p:cNvPr id="20" name="!!source-2-dom-5-1-1-7-1-0-text-0">
            <a:extLst>
              <a:ext uri="{FF2B5EF4-FFF2-40B4-BE49-F238E27FC236}">
                <a16:creationId xmlns:a16="http://schemas.microsoft.com/office/drawing/2014/main" id="{62005091-4AF3-40E8-B404-E482506B0021}"/>
              </a:ext>
            </a:extLst>
          </p:cNvPr>
          <p:cNvSpPr>
            <a:spLocks noGrp="1"/>
          </p:cNvSpPr>
          <p:nvPr/>
        </p:nvSpPr>
        <p:spPr>
          <a:xfrm>
            <a:off x="1622078" y="6149429"/>
            <a:ext cx="80396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off site</a:t>
            </a:r>
          </a:p>
        </p:txBody>
      </p:sp>
      <p:sp>
        <p:nvSpPr>
          <p:cNvPr id="21" name="!!source-2-dom-5-1-3-1-0-fill">
            <a:extLst>
              <a:ext uri="{FF2B5EF4-FFF2-40B4-BE49-F238E27FC236}">
                <a16:creationId xmlns:a16="http://schemas.microsoft.com/office/drawing/2014/main" id="{4E11F9CA-1EE5-4D1E-90B3-7973524E87B3}"/>
              </a:ext>
            </a:extLst>
          </p:cNvPr>
          <p:cNvSpPr>
            <a:spLocks noGrp="1"/>
          </p:cNvSpPr>
          <p:nvPr/>
        </p:nvSpPr>
        <p:spPr>
          <a:xfrm>
            <a:off x="1381125" y="28003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2-dom-5-1-3-1-0-0-text-0">
            <a:extLst>
              <a:ext uri="{FF2B5EF4-FFF2-40B4-BE49-F238E27FC236}">
                <a16:creationId xmlns:a16="http://schemas.microsoft.com/office/drawing/2014/main" id="{DF6B2B82-38FB-4BE9-A3C3-2D29CC2CB6CF}"/>
              </a:ext>
            </a:extLst>
          </p:cNvPr>
          <p:cNvSpPr>
            <a:spLocks noGrp="1"/>
          </p:cNvSpPr>
          <p:nvPr/>
        </p:nvSpPr>
        <p:spPr>
          <a:xfrm>
            <a:off x="1576388" y="288607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3" name="!!source-2-dom-5-1-3-1-1-0-0-text-0">
            <a:extLst>
              <a:ext uri="{FF2B5EF4-FFF2-40B4-BE49-F238E27FC236}">
                <a16:creationId xmlns:a16="http://schemas.microsoft.com/office/drawing/2014/main" id="{4C89E79D-B9E6-407E-BD82-E5D4D7A7623C}"/>
              </a:ext>
            </a:extLst>
          </p:cNvPr>
          <p:cNvSpPr>
            <a:spLocks noGrp="1"/>
          </p:cNvSpPr>
          <p:nvPr/>
        </p:nvSpPr>
        <p:spPr>
          <a:xfrm>
            <a:off x="2047875" y="2724150"/>
            <a:ext cx="3061543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 sourcing</a:t>
            </a:r>
          </a:p>
        </p:txBody>
      </p:sp>
      <p:sp>
        <p:nvSpPr>
          <p:cNvPr id="24" name="!!source-2-dom-5-1-3-1-1-1-0-text-0">
            <a:extLst>
              <a:ext uri="{FF2B5EF4-FFF2-40B4-BE49-F238E27FC236}">
                <a16:creationId xmlns:a16="http://schemas.microsoft.com/office/drawing/2014/main" id="{61EDB534-F4A6-4B47-B490-A4BC69C62FF3}"/>
              </a:ext>
            </a:extLst>
          </p:cNvPr>
          <p:cNvSpPr>
            <a:spLocks noGrp="1"/>
          </p:cNvSpPr>
          <p:nvPr/>
        </p:nvSpPr>
        <p:spPr>
          <a:xfrm>
            <a:off x="2047875" y="3095625"/>
            <a:ext cx="343778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produced on site, or delivered</a:t>
            </a:r>
          </a:p>
        </p:txBody>
      </p:sp>
      <p:sp>
        <p:nvSpPr>
          <p:cNvPr id="25" name="!!source-2-dom-5-1-3-3-0-outline">
            <a:extLst>
              <a:ext uri="{FF2B5EF4-FFF2-40B4-BE49-F238E27FC236}">
                <a16:creationId xmlns:a16="http://schemas.microsoft.com/office/drawing/2014/main" id="{6E3037EB-4350-45F2-ADD7-50CAB47D7340}"/>
              </a:ext>
            </a:extLst>
          </p:cNvPr>
          <p:cNvSpPr>
            <a:spLocks noGrp="1"/>
          </p:cNvSpPr>
          <p:nvPr/>
        </p:nvSpPr>
        <p:spPr>
          <a:xfrm>
            <a:off x="1395412" y="4745980"/>
            <a:ext cx="1989088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2-dom-5-1-3-3-0-0-0-text-0">
            <a:extLst>
              <a:ext uri="{FF2B5EF4-FFF2-40B4-BE49-F238E27FC236}">
                <a16:creationId xmlns:a16="http://schemas.microsoft.com/office/drawing/2014/main" id="{86811448-FB5F-433E-831C-4655293BDB57}"/>
              </a:ext>
            </a:extLst>
          </p:cNvPr>
          <p:cNvSpPr>
            <a:spLocks noGrp="1"/>
          </p:cNvSpPr>
          <p:nvPr/>
        </p:nvSpPr>
        <p:spPr>
          <a:xfrm>
            <a:off x="1581150" y="4874568"/>
            <a:ext cx="166523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Electrolyser</a:t>
            </a:r>
          </a:p>
        </p:txBody>
      </p:sp>
      <p:sp>
        <p:nvSpPr>
          <p:cNvPr id="27" name="!!source-2-dom-5-1-3-3-0-1-0-text-0">
            <a:extLst>
              <a:ext uri="{FF2B5EF4-FFF2-40B4-BE49-F238E27FC236}">
                <a16:creationId xmlns:a16="http://schemas.microsoft.com/office/drawing/2014/main" id="{763AAAA6-EC1D-4FDE-8DAF-2C7B1293A87D}"/>
              </a:ext>
            </a:extLst>
          </p:cNvPr>
          <p:cNvSpPr>
            <a:spLocks noGrp="1"/>
          </p:cNvSpPr>
          <p:nvPr/>
        </p:nvSpPr>
        <p:spPr>
          <a:xfrm>
            <a:off x="2012305" y="5236518"/>
            <a:ext cx="80292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 site</a:t>
            </a:r>
          </a:p>
        </p:txBody>
      </p:sp>
      <p:sp>
        <p:nvSpPr>
          <p:cNvPr id="28" name="!!source-2-dom-5-1-3-3-1-0-fill">
            <a:extLst>
              <a:ext uri="{FF2B5EF4-FFF2-40B4-BE49-F238E27FC236}">
                <a16:creationId xmlns:a16="http://schemas.microsoft.com/office/drawing/2014/main" id="{033EEAF9-9078-46BF-BF44-30BDB3FB7878}"/>
              </a:ext>
            </a:extLst>
          </p:cNvPr>
          <p:cNvSpPr>
            <a:spLocks noGrp="1"/>
          </p:cNvSpPr>
          <p:nvPr/>
        </p:nvSpPr>
        <p:spPr>
          <a:xfrm>
            <a:off x="3398788" y="5174605"/>
            <a:ext cx="1115913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2-dom-5-1-3-3-1-1-border-Top">
            <a:extLst>
              <a:ext uri="{FF2B5EF4-FFF2-40B4-BE49-F238E27FC236}">
                <a16:creationId xmlns:a16="http://schemas.microsoft.com/office/drawing/2014/main" id="{36D748E4-A429-49D8-B55E-4FEB211B0615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2-dom-5-1-3-3-1-1-border-Bottom">
            <a:extLst>
              <a:ext uri="{FF2B5EF4-FFF2-40B4-BE49-F238E27FC236}">
                <a16:creationId xmlns:a16="http://schemas.microsoft.com/office/drawing/2014/main" id="{2B558227-C160-400B-93A9-F0E4810C4663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2-dom-5-1-3-3-1-1-border-Left">
            <a:extLst>
              <a:ext uri="{FF2B5EF4-FFF2-40B4-BE49-F238E27FC236}">
                <a16:creationId xmlns:a16="http://schemas.microsoft.com/office/drawing/2014/main" id="{835F0548-3F73-4CC8-BCD2-F7D6E7558228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2-dom-5-1-3-3-2-fill">
            <a:extLst>
              <a:ext uri="{FF2B5EF4-FFF2-40B4-BE49-F238E27FC236}">
                <a16:creationId xmlns:a16="http://schemas.microsoft.com/office/drawing/2014/main" id="{576E0B70-3233-4F72-8EAE-B357B5B41304}"/>
              </a:ext>
            </a:extLst>
          </p:cNvPr>
          <p:cNvSpPr>
            <a:spLocks noGrp="1"/>
          </p:cNvSpPr>
          <p:nvPr/>
        </p:nvSpPr>
        <p:spPr>
          <a:xfrm>
            <a:off x="4667101" y="4731693"/>
            <a:ext cx="2487513" cy="9239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2-dom-5-1-3-3-2-outline">
            <a:extLst>
              <a:ext uri="{FF2B5EF4-FFF2-40B4-BE49-F238E27FC236}">
                <a16:creationId xmlns:a16="http://schemas.microsoft.com/office/drawing/2014/main" id="{06854CCD-6476-4E42-BDB3-430548B23205}"/>
              </a:ext>
            </a:extLst>
          </p:cNvPr>
          <p:cNvSpPr>
            <a:spLocks noGrp="1"/>
          </p:cNvSpPr>
          <p:nvPr/>
        </p:nvSpPr>
        <p:spPr>
          <a:xfrm>
            <a:off x="4681388" y="4745980"/>
            <a:ext cx="2458938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2-dom-5-1-3-3-2-0-0-text-0">
            <a:extLst>
              <a:ext uri="{FF2B5EF4-FFF2-40B4-BE49-F238E27FC236}">
                <a16:creationId xmlns:a16="http://schemas.microsoft.com/office/drawing/2014/main" id="{EB890287-D627-4DF6-B873-CD5117D81574}"/>
              </a:ext>
            </a:extLst>
          </p:cNvPr>
          <p:cNvSpPr>
            <a:spLocks noGrp="1"/>
          </p:cNvSpPr>
          <p:nvPr/>
        </p:nvSpPr>
        <p:spPr>
          <a:xfrm>
            <a:off x="4867126" y="4874568"/>
            <a:ext cx="213508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Station storage</a:t>
            </a:r>
          </a:p>
        </p:txBody>
      </p:sp>
      <p:sp>
        <p:nvSpPr>
          <p:cNvPr id="35" name="!!source-2-dom-5-1-3-3-2-1-0-text-0">
            <a:extLst>
              <a:ext uri="{FF2B5EF4-FFF2-40B4-BE49-F238E27FC236}">
                <a16:creationId xmlns:a16="http://schemas.microsoft.com/office/drawing/2014/main" id="{F7C2706B-95D6-42D6-8DB6-7BD3C7772BB7}"/>
              </a:ext>
            </a:extLst>
          </p:cNvPr>
          <p:cNvSpPr>
            <a:spLocks noGrp="1"/>
          </p:cNvSpPr>
          <p:nvPr/>
        </p:nvSpPr>
        <p:spPr>
          <a:xfrm>
            <a:off x="5253632" y="5236518"/>
            <a:ext cx="136207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pressurised</a:t>
            </a:r>
          </a:p>
        </p:txBody>
      </p:sp>
      <p:sp>
        <p:nvSpPr>
          <p:cNvPr id="36" name="!!source-2-dom-5-1-3-3-3-0-border-Top">
            <a:extLst>
              <a:ext uri="{FF2B5EF4-FFF2-40B4-BE49-F238E27FC236}">
                <a16:creationId xmlns:a16="http://schemas.microsoft.com/office/drawing/2014/main" id="{17A05968-E10E-4B74-BD5B-F5EEAB0CCCF1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2-dom-5-1-3-3-3-0-border-Right">
            <a:extLst>
              <a:ext uri="{FF2B5EF4-FFF2-40B4-BE49-F238E27FC236}">
                <a16:creationId xmlns:a16="http://schemas.microsoft.com/office/drawing/2014/main" id="{EECDC2DC-8F7F-4B93-97ED-9E38A93B0736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152400" y="0"/>
                </a:moveTo>
                <a:lnTo>
                  <a:pt x="152400" y="190500"/>
                </a:lnTo>
                <a:lnTo>
                  <a:pt x="0" y="9525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2-dom-5-1-3-3-3-0-border-Bottom">
            <a:extLst>
              <a:ext uri="{FF2B5EF4-FFF2-40B4-BE49-F238E27FC236}">
                <a16:creationId xmlns:a16="http://schemas.microsoft.com/office/drawing/2014/main" id="{1835497C-46E9-4D10-913B-0BAA2FB67B63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2-dom-5-1-3-3-3-1-fill">
            <a:extLst>
              <a:ext uri="{FF2B5EF4-FFF2-40B4-BE49-F238E27FC236}">
                <a16:creationId xmlns:a16="http://schemas.microsoft.com/office/drawing/2014/main" id="{5A39922F-E3A9-4932-A867-7E3DCFCEF7B2}"/>
              </a:ext>
            </a:extLst>
          </p:cNvPr>
          <p:cNvSpPr>
            <a:spLocks noGrp="1"/>
          </p:cNvSpPr>
          <p:nvPr/>
        </p:nvSpPr>
        <p:spPr>
          <a:xfrm>
            <a:off x="7307015" y="5174605"/>
            <a:ext cx="1115913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2-dom-5-1-3-3-4-outline">
            <a:extLst>
              <a:ext uri="{FF2B5EF4-FFF2-40B4-BE49-F238E27FC236}">
                <a16:creationId xmlns:a16="http://schemas.microsoft.com/office/drawing/2014/main" id="{F93D02F1-BD26-4FF3-B4D8-A40503E14619}"/>
              </a:ext>
            </a:extLst>
          </p:cNvPr>
          <p:cNvSpPr>
            <a:spLocks noGrp="1"/>
          </p:cNvSpPr>
          <p:nvPr/>
        </p:nvSpPr>
        <p:spPr>
          <a:xfrm>
            <a:off x="8437215" y="4745980"/>
            <a:ext cx="1940272" cy="895350"/>
          </a:xfrm>
          <a:prstGeom prst="rect">
            <a:avLst/>
          </a:prstGeom>
          <a:noFill/>
          <a:ln w="28575">
            <a:solidFill>
              <a:srgbClr val="8A7B71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2-dom-5-1-3-3-4-0-0-text-0">
            <a:extLst>
              <a:ext uri="{FF2B5EF4-FFF2-40B4-BE49-F238E27FC236}">
                <a16:creationId xmlns:a16="http://schemas.microsoft.com/office/drawing/2014/main" id="{05931A8E-611A-4360-BCBC-B8A3BB0C1571}"/>
              </a:ext>
            </a:extLst>
          </p:cNvPr>
          <p:cNvSpPr>
            <a:spLocks noGrp="1"/>
          </p:cNvSpPr>
          <p:nvPr/>
        </p:nvSpPr>
        <p:spPr>
          <a:xfrm>
            <a:off x="8622952" y="4874568"/>
            <a:ext cx="1616423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Tube trailer</a:t>
            </a:r>
          </a:p>
        </p:txBody>
      </p:sp>
      <p:sp>
        <p:nvSpPr>
          <p:cNvPr id="42" name="!!source-2-dom-5-1-3-3-4-1-0-text-0">
            <a:extLst>
              <a:ext uri="{FF2B5EF4-FFF2-40B4-BE49-F238E27FC236}">
                <a16:creationId xmlns:a16="http://schemas.microsoft.com/office/drawing/2014/main" id="{22F5063E-4096-4667-83C6-5A9AD281F7B0}"/>
              </a:ext>
            </a:extLst>
          </p:cNvPr>
          <p:cNvSpPr>
            <a:spLocks noGrp="1"/>
          </p:cNvSpPr>
          <p:nvPr/>
        </p:nvSpPr>
        <p:spPr>
          <a:xfrm>
            <a:off x="9029105" y="5236518"/>
            <a:ext cx="8039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off site</a:t>
            </a:r>
          </a:p>
        </p:txBody>
      </p:sp>
      <p:sp>
        <p:nvSpPr>
          <p:cNvPr id="43" name="!!source-2-dom-5-1-3-5-0-text-0">
            <a:extLst>
              <a:ext uri="{FF2B5EF4-FFF2-40B4-BE49-F238E27FC236}">
                <a16:creationId xmlns:a16="http://schemas.microsoft.com/office/drawing/2014/main" id="{CBBBB377-D4CF-409D-A487-81A364FB0751}"/>
              </a:ext>
            </a:extLst>
          </p:cNvPr>
          <p:cNvSpPr>
            <a:spLocks noGrp="1"/>
          </p:cNvSpPr>
          <p:nvPr/>
        </p:nvSpPr>
        <p:spPr>
          <a:xfrm>
            <a:off x="1381125" y="7034510"/>
            <a:ext cx="495463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Which source, and when, is a decision.</a:t>
            </a:r>
          </a:p>
        </p:txBody>
      </p:sp>
      <p:sp>
        <p:nvSpPr>
          <p:cNvPr id="44" name="!!source-2-dom-5-5-fill">
            <a:extLst>
              <a:ext uri="{FF2B5EF4-FFF2-40B4-BE49-F238E27FC236}">
                <a16:creationId xmlns:a16="http://schemas.microsoft.com/office/drawing/2014/main" id="{B46CE798-D1D3-4715-9D49-42BE70F0336D}"/>
              </a:ext>
            </a:extLst>
          </p:cNvPr>
          <p:cNvSpPr>
            <a:spLocks noGrp="1"/>
          </p:cNvSpPr>
          <p:nvPr/>
        </p:nvSpPr>
        <p:spPr>
          <a:xfrm>
            <a:off x="3238500" y="2466975"/>
            <a:ext cx="962025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2-dom-5-5-outline">
            <a:extLst>
              <a:ext uri="{FF2B5EF4-FFF2-40B4-BE49-F238E27FC236}">
                <a16:creationId xmlns:a16="http://schemas.microsoft.com/office/drawing/2014/main" id="{CEE32E26-E501-4582-B63B-74E76C726CE2}"/>
              </a:ext>
            </a:extLst>
          </p:cNvPr>
          <p:cNvSpPr>
            <a:spLocks noGrp="1"/>
          </p:cNvSpPr>
          <p:nvPr/>
        </p:nvSpPr>
        <p:spPr>
          <a:xfrm>
            <a:off x="3252788" y="2481263"/>
            <a:ext cx="9591675" cy="5136059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!!source-2-dom-5-5-1-1-fill">
            <a:extLst>
              <a:ext uri="{FF2B5EF4-FFF2-40B4-BE49-F238E27FC236}">
                <a16:creationId xmlns:a16="http://schemas.microsoft.com/office/drawing/2014/main" id="{5C1CEAFF-3C3C-405E-932F-D678220D117F}"/>
              </a:ext>
            </a:extLst>
          </p:cNvPr>
          <p:cNvSpPr>
            <a:spLocks noGrp="1"/>
          </p:cNvSpPr>
          <p:nvPr/>
        </p:nvSpPr>
        <p:spPr>
          <a:xfrm>
            <a:off x="7743825" y="3134767"/>
            <a:ext cx="609600" cy="6096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2-dom-5-5-1-1-0-text-0">
            <a:extLst>
              <a:ext uri="{FF2B5EF4-FFF2-40B4-BE49-F238E27FC236}">
                <a16:creationId xmlns:a16="http://schemas.microsoft.com/office/drawing/2014/main" id="{9EF1BCDB-C48D-4EDB-AA99-30D0BC902A40}"/>
              </a:ext>
            </a:extLst>
          </p:cNvPr>
          <p:cNvSpPr>
            <a:spLocks noGrp="1"/>
          </p:cNvSpPr>
          <p:nvPr/>
        </p:nvSpPr>
        <p:spPr>
          <a:xfrm>
            <a:off x="7964240" y="3263354"/>
            <a:ext cx="2162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8" name="!!source-2-dom-5-5-1-3-0-text-0">
            <a:extLst>
              <a:ext uri="{FF2B5EF4-FFF2-40B4-BE49-F238E27FC236}">
                <a16:creationId xmlns:a16="http://schemas.microsoft.com/office/drawing/2014/main" id="{14919227-5DB0-421A-B0E0-5692CAE7B120}"/>
              </a:ext>
            </a:extLst>
          </p:cNvPr>
          <p:cNvSpPr>
            <a:spLocks noGrp="1"/>
          </p:cNvSpPr>
          <p:nvPr/>
        </p:nvSpPr>
        <p:spPr>
          <a:xfrm>
            <a:off x="7235130" y="3934867"/>
            <a:ext cx="167446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FLEXIBILITY</a:t>
            </a:r>
          </a:p>
        </p:txBody>
      </p:sp>
      <p:sp>
        <p:nvSpPr>
          <p:cNvPr id="49" name="!!source-2-dom-5-5-1-5-0-text-0">
            <a:extLst>
              <a:ext uri="{FF2B5EF4-FFF2-40B4-BE49-F238E27FC236}">
                <a16:creationId xmlns:a16="http://schemas.microsoft.com/office/drawing/2014/main" id="{6CB0E1C2-92BF-4A1A-92F6-834B4D1C4807}"/>
              </a:ext>
            </a:extLst>
          </p:cNvPr>
          <p:cNvSpPr>
            <a:spLocks noGrp="1"/>
          </p:cNvSpPr>
          <p:nvPr/>
        </p:nvSpPr>
        <p:spPr>
          <a:xfrm>
            <a:off x="7411938" y="4401592"/>
            <a:ext cx="132099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Electrical</a:t>
            </a:r>
          </a:p>
        </p:txBody>
      </p:sp>
      <p:sp>
        <p:nvSpPr>
          <p:cNvPr id="50" name="!!source-2-dom-5-5-1-5-0-text-1">
            <a:extLst>
              <a:ext uri="{FF2B5EF4-FFF2-40B4-BE49-F238E27FC236}">
                <a16:creationId xmlns:a16="http://schemas.microsoft.com/office/drawing/2014/main" id="{6A53C6AF-1BBF-4152-93B6-4061EC197BE3}"/>
              </a:ext>
            </a:extLst>
          </p:cNvPr>
          <p:cNvSpPr>
            <a:spLocks noGrp="1"/>
          </p:cNvSpPr>
          <p:nvPr/>
        </p:nvSpPr>
        <p:spPr>
          <a:xfrm>
            <a:off x="7566869" y="4734967"/>
            <a:ext cx="101098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energy</a:t>
            </a:r>
          </a:p>
        </p:txBody>
      </p:sp>
      <p:sp>
        <p:nvSpPr>
          <p:cNvPr id="51" name="!!source-2-dom-5-5-1-5-0-text-2">
            <a:extLst>
              <a:ext uri="{FF2B5EF4-FFF2-40B4-BE49-F238E27FC236}">
                <a16:creationId xmlns:a16="http://schemas.microsoft.com/office/drawing/2014/main" id="{E8DB7AAB-BC76-4EF0-A7F1-B691634DFE41}"/>
              </a:ext>
            </a:extLst>
          </p:cNvPr>
          <p:cNvSpPr>
            <a:spLocks noGrp="1"/>
          </p:cNvSpPr>
          <p:nvPr/>
        </p:nvSpPr>
        <p:spPr>
          <a:xfrm>
            <a:off x="7448996" y="5068341"/>
            <a:ext cx="1246733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sourcing</a:t>
            </a:r>
          </a:p>
        </p:txBody>
      </p:sp>
      <p:sp>
        <p:nvSpPr>
          <p:cNvPr id="52" name="!!source-2-dom-5-5-1-7-0-0-text-0">
            <a:extLst>
              <a:ext uri="{FF2B5EF4-FFF2-40B4-BE49-F238E27FC236}">
                <a16:creationId xmlns:a16="http://schemas.microsoft.com/office/drawing/2014/main" id="{079D985A-420B-4E57-A37B-96AD118B3DEB}"/>
              </a:ext>
            </a:extLst>
          </p:cNvPr>
          <p:cNvSpPr>
            <a:spLocks noGrp="1"/>
          </p:cNvSpPr>
          <p:nvPr/>
        </p:nvSpPr>
        <p:spPr>
          <a:xfrm>
            <a:off x="7391400" y="5592217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renewables</a:t>
            </a:r>
          </a:p>
        </p:txBody>
      </p:sp>
      <p:sp>
        <p:nvSpPr>
          <p:cNvPr id="53" name="!!source-2-dom-5-5-1-7-1-0-text-0">
            <a:extLst>
              <a:ext uri="{FF2B5EF4-FFF2-40B4-BE49-F238E27FC236}">
                <a16:creationId xmlns:a16="http://schemas.microsoft.com/office/drawing/2014/main" id="{D7841B1B-483F-4837-AA61-476A9C976ABF}"/>
              </a:ext>
            </a:extLst>
          </p:cNvPr>
          <p:cNvSpPr>
            <a:spLocks noGrp="1"/>
          </p:cNvSpPr>
          <p:nvPr/>
        </p:nvSpPr>
        <p:spPr>
          <a:xfrm>
            <a:off x="7620893" y="5954167"/>
            <a:ext cx="9029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storage</a:t>
            </a:r>
          </a:p>
        </p:txBody>
      </p:sp>
      <p:sp>
        <p:nvSpPr>
          <p:cNvPr id="54" name="!!source-2-dom-5-5-1-7-2-0-text-0">
            <a:extLst>
              <a:ext uri="{FF2B5EF4-FFF2-40B4-BE49-F238E27FC236}">
                <a16:creationId xmlns:a16="http://schemas.microsoft.com/office/drawing/2014/main" id="{3AB8FBA1-0335-42C7-B052-9B9AB2775C2A}"/>
              </a:ext>
            </a:extLst>
          </p:cNvPr>
          <p:cNvSpPr>
            <a:spLocks noGrp="1"/>
          </p:cNvSpPr>
          <p:nvPr/>
        </p:nvSpPr>
        <p:spPr>
          <a:xfrm>
            <a:off x="7817048" y="6316117"/>
            <a:ext cx="51063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grid</a:t>
            </a:r>
          </a:p>
        </p:txBody>
      </p:sp>
      <p:sp>
        <p:nvSpPr>
          <p:cNvPr id="55" name="!!source-2-dom-5-5-1-7-3-0-text-0">
            <a:extLst>
              <a:ext uri="{FF2B5EF4-FFF2-40B4-BE49-F238E27FC236}">
                <a16:creationId xmlns:a16="http://schemas.microsoft.com/office/drawing/2014/main" id="{5A0F9C87-B9C4-45AD-845F-AD29CF08FA91}"/>
              </a:ext>
            </a:extLst>
          </p:cNvPr>
          <p:cNvSpPr>
            <a:spLocks noGrp="1"/>
          </p:cNvSpPr>
          <p:nvPr/>
        </p:nvSpPr>
        <p:spPr>
          <a:xfrm>
            <a:off x="7633544" y="6678067"/>
            <a:ext cx="87778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market</a:t>
            </a:r>
          </a:p>
        </p:txBody>
      </p:sp>
      <p:sp>
        <p:nvSpPr>
          <p:cNvPr id="56" name="!!source-2-dom-5-5-3-1-0-fill">
            <a:extLst>
              <a:ext uri="{FF2B5EF4-FFF2-40B4-BE49-F238E27FC236}">
                <a16:creationId xmlns:a16="http://schemas.microsoft.com/office/drawing/2014/main" id="{8431BE80-F09C-463E-A328-22C45804EE37}"/>
              </a:ext>
            </a:extLst>
          </p:cNvPr>
          <p:cNvSpPr>
            <a:spLocks noGrp="1"/>
          </p:cNvSpPr>
          <p:nvPr/>
        </p:nvSpPr>
        <p:spPr>
          <a:xfrm>
            <a:off x="3571875" y="2800350"/>
            <a:ext cx="495300" cy="4953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2-dom-5-5-3-1-0-0-text-0">
            <a:extLst>
              <a:ext uri="{FF2B5EF4-FFF2-40B4-BE49-F238E27FC236}">
                <a16:creationId xmlns:a16="http://schemas.microsoft.com/office/drawing/2014/main" id="{D2780A2F-BF10-41CB-9475-7509CF57D799}"/>
              </a:ext>
            </a:extLst>
          </p:cNvPr>
          <p:cNvSpPr>
            <a:spLocks noGrp="1"/>
          </p:cNvSpPr>
          <p:nvPr/>
        </p:nvSpPr>
        <p:spPr>
          <a:xfrm>
            <a:off x="3740795" y="2886075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8" name="!!source-2-dom-5-5-3-1-1-0-0-text-0">
            <a:extLst>
              <a:ext uri="{FF2B5EF4-FFF2-40B4-BE49-F238E27FC236}">
                <a16:creationId xmlns:a16="http://schemas.microsoft.com/office/drawing/2014/main" id="{55DE0778-4D19-4239-ACBD-62A4B0C805C9}"/>
              </a:ext>
            </a:extLst>
          </p:cNvPr>
          <p:cNvSpPr>
            <a:spLocks noGrp="1"/>
          </p:cNvSpPr>
          <p:nvPr/>
        </p:nvSpPr>
        <p:spPr>
          <a:xfrm>
            <a:off x="4238625" y="2724150"/>
            <a:ext cx="4142333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Electrical energy sourcing</a:t>
            </a:r>
          </a:p>
        </p:txBody>
      </p:sp>
      <p:sp>
        <p:nvSpPr>
          <p:cNvPr id="59" name="!!source-2-dom-5-5-3-1-1-1-0-text-0">
            <a:extLst>
              <a:ext uri="{FF2B5EF4-FFF2-40B4-BE49-F238E27FC236}">
                <a16:creationId xmlns:a16="http://schemas.microsoft.com/office/drawing/2014/main" id="{9CA85396-5A27-4297-B1FD-4F75EA58E883}"/>
              </a:ext>
            </a:extLst>
          </p:cNvPr>
          <p:cNvSpPr>
            <a:spLocks noGrp="1"/>
          </p:cNvSpPr>
          <p:nvPr/>
        </p:nvSpPr>
        <p:spPr>
          <a:xfrm>
            <a:off x="4238625" y="3095625"/>
            <a:ext cx="399514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one bus, several sources, two loads</a:t>
            </a:r>
          </a:p>
        </p:txBody>
      </p:sp>
      <p:sp>
        <p:nvSpPr>
          <p:cNvPr id="60" name="!!source-2-dom-5-5-3-3-0-0-0-outline">
            <a:extLst>
              <a:ext uri="{FF2B5EF4-FFF2-40B4-BE49-F238E27FC236}">
                <a16:creationId xmlns:a16="http://schemas.microsoft.com/office/drawing/2014/main" id="{A91EDD5B-9ECC-4BBB-8314-02B072CA1108}"/>
              </a:ext>
            </a:extLst>
          </p:cNvPr>
          <p:cNvSpPr>
            <a:spLocks noGrp="1"/>
          </p:cNvSpPr>
          <p:nvPr/>
        </p:nvSpPr>
        <p:spPr>
          <a:xfrm>
            <a:off x="3586163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!!source-2-dom-5-5-3-3-0-0-0-0-0-text-0">
            <a:extLst>
              <a:ext uri="{FF2B5EF4-FFF2-40B4-BE49-F238E27FC236}">
                <a16:creationId xmlns:a16="http://schemas.microsoft.com/office/drawing/2014/main" id="{CCB66F40-DA9A-4FCA-B50F-99F0C9CB944C}"/>
              </a:ext>
            </a:extLst>
          </p:cNvPr>
          <p:cNvSpPr>
            <a:spLocks noGrp="1"/>
          </p:cNvSpPr>
          <p:nvPr/>
        </p:nvSpPr>
        <p:spPr>
          <a:xfrm>
            <a:off x="3791099" y="4026842"/>
            <a:ext cx="171881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Renewables</a:t>
            </a:r>
          </a:p>
        </p:txBody>
      </p:sp>
      <p:sp>
        <p:nvSpPr>
          <p:cNvPr id="62" name="!!source-2-dom-5-5-3-3-0-0-0-1-0-text-0">
            <a:extLst>
              <a:ext uri="{FF2B5EF4-FFF2-40B4-BE49-F238E27FC236}">
                <a16:creationId xmlns:a16="http://schemas.microsoft.com/office/drawing/2014/main" id="{5A4D4A5C-5B09-4D7A-9799-3BCC80C8C104}"/>
              </a:ext>
            </a:extLst>
          </p:cNvPr>
          <p:cNvSpPr>
            <a:spLocks noGrp="1"/>
          </p:cNvSpPr>
          <p:nvPr/>
        </p:nvSpPr>
        <p:spPr>
          <a:xfrm>
            <a:off x="4130576" y="4388793"/>
            <a:ext cx="103986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PV, wind</a:t>
            </a:r>
          </a:p>
        </p:txBody>
      </p:sp>
      <p:sp>
        <p:nvSpPr>
          <p:cNvPr id="63" name="!!source-2-dom-5-5-3-3-0-0-1-0-fill">
            <a:extLst>
              <a:ext uri="{FF2B5EF4-FFF2-40B4-BE49-F238E27FC236}">
                <a16:creationId xmlns:a16="http://schemas.microsoft.com/office/drawing/2014/main" id="{AE1A4CBD-4575-4178-8717-71602FEF36D9}"/>
              </a:ext>
            </a:extLst>
          </p:cNvPr>
          <p:cNvSpPr>
            <a:spLocks noGrp="1"/>
          </p:cNvSpPr>
          <p:nvPr/>
        </p:nvSpPr>
        <p:spPr>
          <a:xfrm>
            <a:off x="4607719" y="4807893"/>
            <a:ext cx="38100" cy="24765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2-dom-5-5-3-3-0-1-0-outline">
            <a:extLst>
              <a:ext uri="{FF2B5EF4-FFF2-40B4-BE49-F238E27FC236}">
                <a16:creationId xmlns:a16="http://schemas.microsoft.com/office/drawing/2014/main" id="{8308C3C7-DEA5-4716-9A0A-E3525B1E7FAE}"/>
              </a:ext>
            </a:extLst>
          </p:cNvPr>
          <p:cNvSpPr>
            <a:spLocks noGrp="1"/>
          </p:cNvSpPr>
          <p:nvPr/>
        </p:nvSpPr>
        <p:spPr>
          <a:xfrm>
            <a:off x="5886450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2-dom-5-5-3-3-0-1-0-0-0-text-0">
            <a:extLst>
              <a:ext uri="{FF2B5EF4-FFF2-40B4-BE49-F238E27FC236}">
                <a16:creationId xmlns:a16="http://schemas.microsoft.com/office/drawing/2014/main" id="{A26AE135-7F6F-405D-92E2-123AB490BA20}"/>
              </a:ext>
            </a:extLst>
          </p:cNvPr>
          <p:cNvSpPr>
            <a:spLocks noGrp="1"/>
          </p:cNvSpPr>
          <p:nvPr/>
        </p:nvSpPr>
        <p:spPr>
          <a:xfrm>
            <a:off x="6396186" y="4026842"/>
            <a:ext cx="110936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Storage</a:t>
            </a:r>
          </a:p>
        </p:txBody>
      </p:sp>
      <p:sp>
        <p:nvSpPr>
          <p:cNvPr id="66" name="!!source-2-dom-5-5-3-3-0-1-0-1-0-text-0">
            <a:extLst>
              <a:ext uri="{FF2B5EF4-FFF2-40B4-BE49-F238E27FC236}">
                <a16:creationId xmlns:a16="http://schemas.microsoft.com/office/drawing/2014/main" id="{D3582CFA-15FA-4A50-AF69-121C9BA9F5AE}"/>
              </a:ext>
            </a:extLst>
          </p:cNvPr>
          <p:cNvSpPr>
            <a:spLocks noGrp="1"/>
          </p:cNvSpPr>
          <p:nvPr/>
        </p:nvSpPr>
        <p:spPr>
          <a:xfrm>
            <a:off x="6517184" y="4388793"/>
            <a:ext cx="86722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battery</a:t>
            </a:r>
          </a:p>
        </p:txBody>
      </p:sp>
      <p:sp>
        <p:nvSpPr>
          <p:cNvPr id="67" name="!!source-2-dom-5-5-3-3-0-1-1-0-fill">
            <a:extLst>
              <a:ext uri="{FF2B5EF4-FFF2-40B4-BE49-F238E27FC236}">
                <a16:creationId xmlns:a16="http://schemas.microsoft.com/office/drawing/2014/main" id="{AE23EC8F-22AB-48B3-BAF8-F5CC07C474EE}"/>
              </a:ext>
            </a:extLst>
          </p:cNvPr>
          <p:cNvSpPr>
            <a:spLocks noGrp="1"/>
          </p:cNvSpPr>
          <p:nvPr/>
        </p:nvSpPr>
        <p:spPr>
          <a:xfrm>
            <a:off x="6908007" y="4807893"/>
            <a:ext cx="38100" cy="24765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2-dom-5-5-3-3-0-2-0-outline">
            <a:extLst>
              <a:ext uri="{FF2B5EF4-FFF2-40B4-BE49-F238E27FC236}">
                <a16:creationId xmlns:a16="http://schemas.microsoft.com/office/drawing/2014/main" id="{957C80BF-3956-4270-8B83-927CDB4B41CB}"/>
              </a:ext>
            </a:extLst>
          </p:cNvPr>
          <p:cNvSpPr>
            <a:spLocks noGrp="1"/>
          </p:cNvSpPr>
          <p:nvPr/>
        </p:nvSpPr>
        <p:spPr>
          <a:xfrm>
            <a:off x="8186737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2-dom-5-5-3-3-0-2-0-0-0-text-0">
            <a:extLst>
              <a:ext uri="{FF2B5EF4-FFF2-40B4-BE49-F238E27FC236}">
                <a16:creationId xmlns:a16="http://schemas.microsoft.com/office/drawing/2014/main" id="{7FB8D90A-D9BF-4BF2-B50E-0484D9826E42}"/>
              </a:ext>
            </a:extLst>
          </p:cNvPr>
          <p:cNvSpPr>
            <a:spLocks noGrp="1"/>
          </p:cNvSpPr>
          <p:nvPr/>
        </p:nvSpPr>
        <p:spPr>
          <a:xfrm>
            <a:off x="8938767" y="4026842"/>
            <a:ext cx="6246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Grid</a:t>
            </a:r>
          </a:p>
        </p:txBody>
      </p:sp>
      <p:sp>
        <p:nvSpPr>
          <p:cNvPr id="70" name="!!source-2-dom-5-5-3-3-0-2-0-1-0-text-0">
            <a:extLst>
              <a:ext uri="{FF2B5EF4-FFF2-40B4-BE49-F238E27FC236}">
                <a16:creationId xmlns:a16="http://schemas.microsoft.com/office/drawing/2014/main" id="{164F7E4D-A943-4A03-A225-61B7EAEA5DA4}"/>
              </a:ext>
            </a:extLst>
          </p:cNvPr>
          <p:cNvSpPr>
            <a:spLocks noGrp="1"/>
          </p:cNvSpPr>
          <p:nvPr/>
        </p:nvSpPr>
        <p:spPr>
          <a:xfrm>
            <a:off x="8405366" y="4388793"/>
            <a:ext cx="169158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import, export</a:t>
            </a:r>
          </a:p>
        </p:txBody>
      </p:sp>
      <p:sp>
        <p:nvSpPr>
          <p:cNvPr id="71" name="!!source-2-dom-5-5-3-3-0-2-1-0-fill">
            <a:extLst>
              <a:ext uri="{FF2B5EF4-FFF2-40B4-BE49-F238E27FC236}">
                <a16:creationId xmlns:a16="http://schemas.microsoft.com/office/drawing/2014/main" id="{ACBDE50B-6AB8-4243-AD6B-238C24C83583}"/>
              </a:ext>
            </a:extLst>
          </p:cNvPr>
          <p:cNvSpPr>
            <a:spLocks noGrp="1"/>
          </p:cNvSpPr>
          <p:nvPr/>
        </p:nvSpPr>
        <p:spPr>
          <a:xfrm>
            <a:off x="9208294" y="4807893"/>
            <a:ext cx="38099" cy="24765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2-dom-5-5-3-3-0-3-0-outline">
            <a:extLst>
              <a:ext uri="{FF2B5EF4-FFF2-40B4-BE49-F238E27FC236}">
                <a16:creationId xmlns:a16="http://schemas.microsoft.com/office/drawing/2014/main" id="{D4482EE6-0B0C-4C6E-A9C5-A6E0BC705B9E}"/>
              </a:ext>
            </a:extLst>
          </p:cNvPr>
          <p:cNvSpPr>
            <a:spLocks noGrp="1"/>
          </p:cNvSpPr>
          <p:nvPr/>
        </p:nvSpPr>
        <p:spPr>
          <a:xfrm>
            <a:off x="10487024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2-dom-5-5-3-3-0-3-0-0-0-text-0">
            <a:extLst>
              <a:ext uri="{FF2B5EF4-FFF2-40B4-BE49-F238E27FC236}">
                <a16:creationId xmlns:a16="http://schemas.microsoft.com/office/drawing/2014/main" id="{2E179261-A7E8-4835-820F-C79D6FC19682}"/>
              </a:ext>
            </a:extLst>
          </p:cNvPr>
          <p:cNvSpPr>
            <a:spLocks noGrp="1"/>
          </p:cNvSpPr>
          <p:nvPr/>
        </p:nvSpPr>
        <p:spPr>
          <a:xfrm>
            <a:off x="11042750" y="4026842"/>
            <a:ext cx="101738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Market</a:t>
            </a:r>
          </a:p>
        </p:txBody>
      </p:sp>
      <p:sp>
        <p:nvSpPr>
          <p:cNvPr id="74" name="!!source-2-dom-5-5-3-3-0-3-0-1-0-text-0">
            <a:extLst>
              <a:ext uri="{FF2B5EF4-FFF2-40B4-BE49-F238E27FC236}">
                <a16:creationId xmlns:a16="http://schemas.microsoft.com/office/drawing/2014/main" id="{7A0AA6DF-0B01-4506-92C0-6D1F8EF0C7BD}"/>
              </a:ext>
            </a:extLst>
          </p:cNvPr>
          <p:cNvSpPr>
            <a:spLocks noGrp="1"/>
          </p:cNvSpPr>
          <p:nvPr/>
        </p:nvSpPr>
        <p:spPr>
          <a:xfrm>
            <a:off x="10678865" y="4388793"/>
            <a:ext cx="174500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prices, services</a:t>
            </a:r>
          </a:p>
        </p:txBody>
      </p:sp>
      <p:sp>
        <p:nvSpPr>
          <p:cNvPr id="75" name="!!source-2-dom-5-5-3-3-0-3-1-0-fill">
            <a:extLst>
              <a:ext uri="{FF2B5EF4-FFF2-40B4-BE49-F238E27FC236}">
                <a16:creationId xmlns:a16="http://schemas.microsoft.com/office/drawing/2014/main" id="{EF5E502F-38F5-447F-ADD9-B4557A1EC30A}"/>
              </a:ext>
            </a:extLst>
          </p:cNvPr>
          <p:cNvSpPr>
            <a:spLocks noGrp="1"/>
          </p:cNvSpPr>
          <p:nvPr/>
        </p:nvSpPr>
        <p:spPr>
          <a:xfrm>
            <a:off x="11508581" y="4807893"/>
            <a:ext cx="38101" cy="24765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2-dom-5-5-3-3-1-0-fill">
            <a:extLst>
              <a:ext uri="{FF2B5EF4-FFF2-40B4-BE49-F238E27FC236}">
                <a16:creationId xmlns:a16="http://schemas.microsoft.com/office/drawing/2014/main" id="{E09F4FE3-06E7-420E-837A-5B14B67CB91B}"/>
              </a:ext>
            </a:extLst>
          </p:cNvPr>
          <p:cNvSpPr>
            <a:spLocks noGrp="1"/>
          </p:cNvSpPr>
          <p:nvPr/>
        </p:nvSpPr>
        <p:spPr>
          <a:xfrm>
            <a:off x="3571875" y="5165081"/>
            <a:ext cx="3170337" cy="5715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2-dom-5-5-3-3-1-1-0-text-0">
            <a:extLst>
              <a:ext uri="{FF2B5EF4-FFF2-40B4-BE49-F238E27FC236}">
                <a16:creationId xmlns:a16="http://schemas.microsoft.com/office/drawing/2014/main" id="{61931277-24A0-4E1B-BF40-03AF31FB1B61}"/>
              </a:ext>
            </a:extLst>
          </p:cNvPr>
          <p:cNvSpPr>
            <a:spLocks noGrp="1"/>
          </p:cNvSpPr>
          <p:nvPr/>
        </p:nvSpPr>
        <p:spPr>
          <a:xfrm>
            <a:off x="6932712" y="5055542"/>
            <a:ext cx="233645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ELECTRICAL BUS</a:t>
            </a:r>
          </a:p>
        </p:txBody>
      </p:sp>
      <p:sp>
        <p:nvSpPr>
          <p:cNvPr id="78" name="!!source-2-dom-5-5-3-3-1-2-fill">
            <a:extLst>
              <a:ext uri="{FF2B5EF4-FFF2-40B4-BE49-F238E27FC236}">
                <a16:creationId xmlns:a16="http://schemas.microsoft.com/office/drawing/2014/main" id="{FBBA3F5A-FD56-41B2-AF89-0AAF19745A31}"/>
              </a:ext>
            </a:extLst>
          </p:cNvPr>
          <p:cNvSpPr>
            <a:spLocks noGrp="1"/>
          </p:cNvSpPr>
          <p:nvPr/>
        </p:nvSpPr>
        <p:spPr>
          <a:xfrm>
            <a:off x="9412040" y="5165081"/>
            <a:ext cx="3170485" cy="5715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2-dom-5-5-3-3-2-1-0-0-fill">
            <a:extLst>
              <a:ext uri="{FF2B5EF4-FFF2-40B4-BE49-F238E27FC236}">
                <a16:creationId xmlns:a16="http://schemas.microsoft.com/office/drawing/2014/main" id="{4A73DA3F-9CDA-4B5C-A36A-49C69DDB0C6F}"/>
              </a:ext>
            </a:extLst>
          </p:cNvPr>
          <p:cNvSpPr>
            <a:spLocks noGrp="1"/>
          </p:cNvSpPr>
          <p:nvPr/>
        </p:nvSpPr>
        <p:spPr>
          <a:xfrm>
            <a:off x="6866036" y="5331767"/>
            <a:ext cx="38100" cy="247651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0" name="!!source-2-dom-5-5-3-3-2-1-1-outline">
            <a:extLst>
              <a:ext uri="{FF2B5EF4-FFF2-40B4-BE49-F238E27FC236}">
                <a16:creationId xmlns:a16="http://schemas.microsoft.com/office/drawing/2014/main" id="{1BA41214-FD92-4597-B58A-CA63BC59C762}"/>
              </a:ext>
            </a:extLst>
          </p:cNvPr>
          <p:cNvSpPr>
            <a:spLocks noGrp="1"/>
          </p:cNvSpPr>
          <p:nvPr/>
        </p:nvSpPr>
        <p:spPr>
          <a:xfrm>
            <a:off x="5858470" y="5593705"/>
            <a:ext cx="2053382" cy="895350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!!source-2-dom-5-5-3-3-2-1-1-0-0-text-0">
            <a:extLst>
              <a:ext uri="{FF2B5EF4-FFF2-40B4-BE49-F238E27FC236}">
                <a16:creationId xmlns:a16="http://schemas.microsoft.com/office/drawing/2014/main" id="{BCDE3F6B-4A6B-4EAF-AB69-ABB4744D9B52}"/>
              </a:ext>
            </a:extLst>
          </p:cNvPr>
          <p:cNvSpPr>
            <a:spLocks noGrp="1"/>
          </p:cNvSpPr>
          <p:nvPr/>
        </p:nvSpPr>
        <p:spPr>
          <a:xfrm>
            <a:off x="6076355" y="5722293"/>
            <a:ext cx="166523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Electrolyser</a:t>
            </a:r>
          </a:p>
        </p:txBody>
      </p:sp>
      <p:sp>
        <p:nvSpPr>
          <p:cNvPr id="82" name="!!source-2-dom-5-5-3-3-2-1-1-1-0-text-0">
            <a:extLst>
              <a:ext uri="{FF2B5EF4-FFF2-40B4-BE49-F238E27FC236}">
                <a16:creationId xmlns:a16="http://schemas.microsoft.com/office/drawing/2014/main" id="{CA32E60C-BEF8-4558-9D4A-E54706DD8606}"/>
              </a:ext>
            </a:extLst>
          </p:cNvPr>
          <p:cNvSpPr>
            <a:spLocks noGrp="1"/>
          </p:cNvSpPr>
          <p:nvPr/>
        </p:nvSpPr>
        <p:spPr>
          <a:xfrm>
            <a:off x="6246168" y="6084243"/>
            <a:ext cx="132561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production</a:t>
            </a:r>
          </a:p>
        </p:txBody>
      </p:sp>
      <p:sp>
        <p:nvSpPr>
          <p:cNvPr id="83" name="!!source-2-dom-5-5-3-3-2-2-0-0-fill">
            <a:extLst>
              <a:ext uri="{FF2B5EF4-FFF2-40B4-BE49-F238E27FC236}">
                <a16:creationId xmlns:a16="http://schemas.microsoft.com/office/drawing/2014/main" id="{4FF569AB-3B64-46CE-802D-9FC3EB2370BD}"/>
              </a:ext>
            </a:extLst>
          </p:cNvPr>
          <p:cNvSpPr>
            <a:spLocks noGrp="1"/>
          </p:cNvSpPr>
          <p:nvPr/>
        </p:nvSpPr>
        <p:spPr>
          <a:xfrm>
            <a:off x="9194304" y="5331767"/>
            <a:ext cx="38099" cy="247651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4" name="!!source-2-dom-5-5-3-3-2-2-1-outline">
            <a:extLst>
              <a:ext uri="{FF2B5EF4-FFF2-40B4-BE49-F238E27FC236}">
                <a16:creationId xmlns:a16="http://schemas.microsoft.com/office/drawing/2014/main" id="{55F4A6EA-394D-490B-A0C1-474AC72F6134}"/>
              </a:ext>
            </a:extLst>
          </p:cNvPr>
          <p:cNvSpPr>
            <a:spLocks noGrp="1"/>
          </p:cNvSpPr>
          <p:nvPr/>
        </p:nvSpPr>
        <p:spPr>
          <a:xfrm>
            <a:off x="8130927" y="5593705"/>
            <a:ext cx="2164855" cy="895350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2-dom-5-5-3-3-2-2-1-0-0-text-0">
            <a:extLst>
              <a:ext uri="{FF2B5EF4-FFF2-40B4-BE49-F238E27FC236}">
                <a16:creationId xmlns:a16="http://schemas.microsoft.com/office/drawing/2014/main" id="{63BE1670-AB63-4FBB-920F-F834516D11FE}"/>
              </a:ext>
            </a:extLst>
          </p:cNvPr>
          <p:cNvSpPr>
            <a:spLocks noGrp="1"/>
          </p:cNvSpPr>
          <p:nvPr/>
        </p:nvSpPr>
        <p:spPr>
          <a:xfrm>
            <a:off x="8316665" y="5722293"/>
            <a:ext cx="184100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Compressors</a:t>
            </a:r>
          </a:p>
        </p:txBody>
      </p:sp>
      <p:sp>
        <p:nvSpPr>
          <p:cNvPr id="86" name="!!source-2-dom-5-5-3-3-2-2-1-1-0-text-0">
            <a:extLst>
              <a:ext uri="{FF2B5EF4-FFF2-40B4-BE49-F238E27FC236}">
                <a16:creationId xmlns:a16="http://schemas.microsoft.com/office/drawing/2014/main" id="{680A27D8-833A-46A8-8909-CA4FAEA7664D}"/>
              </a:ext>
            </a:extLst>
          </p:cNvPr>
          <p:cNvSpPr>
            <a:spLocks noGrp="1"/>
          </p:cNvSpPr>
          <p:nvPr/>
        </p:nvSpPr>
        <p:spPr>
          <a:xfrm>
            <a:off x="8543181" y="6084243"/>
            <a:ext cx="13879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preparation</a:t>
            </a:r>
          </a:p>
        </p:txBody>
      </p:sp>
      <p:sp>
        <p:nvSpPr>
          <p:cNvPr id="87" name="!!source-2-dom-5-5-3-5-0-text-0">
            <a:extLst>
              <a:ext uri="{FF2B5EF4-FFF2-40B4-BE49-F238E27FC236}">
                <a16:creationId xmlns:a16="http://schemas.microsoft.com/office/drawing/2014/main" id="{C37850B8-7D3C-4B49-ACD4-EB328080C92C}"/>
              </a:ext>
            </a:extLst>
          </p:cNvPr>
          <p:cNvSpPr>
            <a:spLocks noGrp="1"/>
          </p:cNvSpPr>
          <p:nvPr/>
        </p:nvSpPr>
        <p:spPr>
          <a:xfrm>
            <a:off x="3571875" y="7034510"/>
            <a:ext cx="552450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Production and compression are the loads.</a:t>
            </a:r>
          </a:p>
        </p:txBody>
      </p:sp>
      <p:sp>
        <p:nvSpPr>
          <p:cNvPr id="88" name="!!source-2-dom-5-9-fill">
            <a:extLst>
              <a:ext uri="{FF2B5EF4-FFF2-40B4-BE49-F238E27FC236}">
                <a16:creationId xmlns:a16="http://schemas.microsoft.com/office/drawing/2014/main" id="{E166BBFC-A232-4271-AF69-EC1028E393F9}"/>
              </a:ext>
            </a:extLst>
          </p:cNvPr>
          <p:cNvSpPr>
            <a:spLocks noGrp="1"/>
          </p:cNvSpPr>
          <p:nvPr/>
        </p:nvSpPr>
        <p:spPr>
          <a:xfrm>
            <a:off x="13144500" y="2466975"/>
            <a:ext cx="190500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9" name="!!source-2-dom-5-9-outline">
            <a:extLst>
              <a:ext uri="{FF2B5EF4-FFF2-40B4-BE49-F238E27FC236}">
                <a16:creationId xmlns:a16="http://schemas.microsoft.com/office/drawing/2014/main" id="{3DAA3EA2-BCC5-4A19-8B05-0445D9D85E50}"/>
              </a:ext>
            </a:extLst>
          </p:cNvPr>
          <p:cNvSpPr>
            <a:spLocks noGrp="1"/>
          </p:cNvSpPr>
          <p:nvPr/>
        </p:nvSpPr>
        <p:spPr>
          <a:xfrm>
            <a:off x="13158788" y="2481263"/>
            <a:ext cx="1876425" cy="5136059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!!source-2-dom-5-9-1-1-fill">
            <a:extLst>
              <a:ext uri="{FF2B5EF4-FFF2-40B4-BE49-F238E27FC236}">
                <a16:creationId xmlns:a16="http://schemas.microsoft.com/office/drawing/2014/main" id="{CF2B8B71-EF62-416A-B516-D5D9E62EA297}"/>
              </a:ext>
            </a:extLst>
          </p:cNvPr>
          <p:cNvSpPr>
            <a:spLocks noGrp="1"/>
          </p:cNvSpPr>
          <p:nvPr/>
        </p:nvSpPr>
        <p:spPr>
          <a:xfrm>
            <a:off x="13792200" y="3353842"/>
            <a:ext cx="609599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1" name="!!source-2-dom-5-9-1-1-0-text-0">
            <a:extLst>
              <a:ext uri="{FF2B5EF4-FFF2-40B4-BE49-F238E27FC236}">
                <a16:creationId xmlns:a16="http://schemas.microsoft.com/office/drawing/2014/main" id="{F0967128-2F66-410A-A62D-8AE23ADFDD62}"/>
              </a:ext>
            </a:extLst>
          </p:cNvPr>
          <p:cNvSpPr>
            <a:spLocks noGrp="1"/>
          </p:cNvSpPr>
          <p:nvPr/>
        </p:nvSpPr>
        <p:spPr>
          <a:xfrm>
            <a:off x="14012317" y="3482429"/>
            <a:ext cx="21684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2" name="!!source-2-dom-5-9-1-3-0-text-0">
            <a:extLst>
              <a:ext uri="{FF2B5EF4-FFF2-40B4-BE49-F238E27FC236}">
                <a16:creationId xmlns:a16="http://schemas.microsoft.com/office/drawing/2014/main" id="{5518A583-2E24-4A73-9AEE-C2D90A6BE73E}"/>
              </a:ext>
            </a:extLst>
          </p:cNvPr>
          <p:cNvSpPr>
            <a:spLocks noGrp="1"/>
          </p:cNvSpPr>
          <p:nvPr/>
        </p:nvSpPr>
        <p:spPr>
          <a:xfrm>
            <a:off x="13229928" y="4153942"/>
            <a:ext cx="178191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93" name="!!source-2-dom-5-9-1-5-0-text-0">
            <a:extLst>
              <a:ext uri="{FF2B5EF4-FFF2-40B4-BE49-F238E27FC236}">
                <a16:creationId xmlns:a16="http://schemas.microsoft.com/office/drawing/2014/main" id="{57DBF69E-5E5E-482B-AD01-142AC91B9530}"/>
              </a:ext>
            </a:extLst>
          </p:cNvPr>
          <p:cNvSpPr>
            <a:spLocks noGrp="1"/>
          </p:cNvSpPr>
          <p:nvPr/>
        </p:nvSpPr>
        <p:spPr>
          <a:xfrm>
            <a:off x="13299281" y="4620667"/>
            <a:ext cx="164306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Pressurised</a:t>
            </a:r>
          </a:p>
        </p:txBody>
      </p:sp>
      <p:sp>
        <p:nvSpPr>
          <p:cNvPr id="94" name="!!source-2-dom-5-9-1-5-0-text-1">
            <a:extLst>
              <a:ext uri="{FF2B5EF4-FFF2-40B4-BE49-F238E27FC236}">
                <a16:creationId xmlns:a16="http://schemas.microsoft.com/office/drawing/2014/main" id="{0884057C-6A7E-4A9D-9A87-396EED77409A}"/>
              </a:ext>
            </a:extLst>
          </p:cNvPr>
          <p:cNvSpPr>
            <a:spLocks noGrp="1"/>
          </p:cNvSpPr>
          <p:nvPr/>
        </p:nvSpPr>
        <p:spPr>
          <a:xfrm>
            <a:off x="13280380" y="4954042"/>
            <a:ext cx="168071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storage and</a:t>
            </a:r>
          </a:p>
        </p:txBody>
      </p:sp>
      <p:sp>
        <p:nvSpPr>
          <p:cNvPr id="95" name="!!source-2-dom-5-9-1-5-0-text-2">
            <a:extLst>
              <a:ext uri="{FF2B5EF4-FFF2-40B4-BE49-F238E27FC236}">
                <a16:creationId xmlns:a16="http://schemas.microsoft.com/office/drawing/2014/main" id="{730F2AA7-E9B0-4813-BEC5-5FA1F3B89EEF}"/>
              </a:ext>
            </a:extLst>
          </p:cNvPr>
          <p:cNvSpPr>
            <a:spLocks noGrp="1"/>
          </p:cNvSpPr>
          <p:nvPr/>
        </p:nvSpPr>
        <p:spPr>
          <a:xfrm>
            <a:off x="13211770" y="5287416"/>
            <a:ext cx="1818084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compression</a:t>
            </a:r>
          </a:p>
        </p:txBody>
      </p:sp>
      <p:sp>
        <p:nvSpPr>
          <p:cNvPr id="96" name="!!source-2-dom-5-9-1-7-0-0-text-0">
            <a:extLst>
              <a:ext uri="{FF2B5EF4-FFF2-40B4-BE49-F238E27FC236}">
                <a16:creationId xmlns:a16="http://schemas.microsoft.com/office/drawing/2014/main" id="{5906D54F-56BD-4D9B-AF03-DE842C4CFDC3}"/>
              </a:ext>
            </a:extLst>
          </p:cNvPr>
          <p:cNvSpPr>
            <a:spLocks noGrp="1"/>
          </p:cNvSpPr>
          <p:nvPr/>
        </p:nvSpPr>
        <p:spPr>
          <a:xfrm>
            <a:off x="13704690" y="5811292"/>
            <a:ext cx="83224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several</a:t>
            </a:r>
          </a:p>
        </p:txBody>
      </p:sp>
      <p:sp>
        <p:nvSpPr>
          <p:cNvPr id="97" name="!!source-2-dom-5-9-1-7-0-0-text-1">
            <a:extLst>
              <a:ext uri="{FF2B5EF4-FFF2-40B4-BE49-F238E27FC236}">
                <a16:creationId xmlns:a16="http://schemas.microsoft.com/office/drawing/2014/main" id="{CD298106-D8C6-4A02-A261-B2AF513F02E4}"/>
              </a:ext>
            </a:extLst>
          </p:cNvPr>
          <p:cNvSpPr>
            <a:spLocks noGrp="1"/>
          </p:cNvSpPr>
          <p:nvPr/>
        </p:nvSpPr>
        <p:spPr>
          <a:xfrm>
            <a:off x="13259842" y="6097042"/>
            <a:ext cx="172179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pressure levels</a:t>
            </a:r>
          </a:p>
        </p:txBody>
      </p:sp>
      <p:sp>
        <p:nvSpPr>
          <p:cNvPr id="98" name="!!source-2-dom-5-9-1-7-1-0-text-0">
            <a:extLst>
              <a:ext uri="{FF2B5EF4-FFF2-40B4-BE49-F238E27FC236}">
                <a16:creationId xmlns:a16="http://schemas.microsoft.com/office/drawing/2014/main" id="{A4432C9E-D797-4A79-B60E-CAA99065B307}"/>
              </a:ext>
            </a:extLst>
          </p:cNvPr>
          <p:cNvSpPr>
            <a:spLocks noGrp="1"/>
          </p:cNvSpPr>
          <p:nvPr/>
        </p:nvSpPr>
        <p:spPr>
          <a:xfrm>
            <a:off x="13365212" y="6458992"/>
            <a:ext cx="151120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compressors</a:t>
            </a:r>
          </a:p>
        </p:txBody>
      </p:sp>
      <p:sp>
        <p:nvSpPr>
          <p:cNvPr id="99" name="!!source-2-dom-5-9-3-1-0-fill">
            <a:extLst>
              <a:ext uri="{FF2B5EF4-FFF2-40B4-BE49-F238E27FC236}">
                <a16:creationId xmlns:a16="http://schemas.microsoft.com/office/drawing/2014/main" id="{C69D1104-6E2C-4999-8EEF-16DBF714A619}"/>
              </a:ext>
            </a:extLst>
          </p:cNvPr>
          <p:cNvSpPr>
            <a:spLocks noGrp="1"/>
          </p:cNvSpPr>
          <p:nvPr/>
        </p:nvSpPr>
        <p:spPr>
          <a:xfrm>
            <a:off x="1347787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2-dom-5-9-3-1-0-0-text-0">
            <a:extLst>
              <a:ext uri="{FF2B5EF4-FFF2-40B4-BE49-F238E27FC236}">
                <a16:creationId xmlns:a16="http://schemas.microsoft.com/office/drawing/2014/main" id="{D97E4C0D-14BB-456B-BBD4-AB0CDEE12468}"/>
              </a:ext>
            </a:extLst>
          </p:cNvPr>
          <p:cNvSpPr>
            <a:spLocks noGrp="1"/>
          </p:cNvSpPr>
          <p:nvPr/>
        </p:nvSpPr>
        <p:spPr>
          <a:xfrm>
            <a:off x="13646497" y="2886075"/>
            <a:ext cx="205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1" name="!!source-2-dom-5-9-3-1-1-0-0-text-0">
            <a:extLst>
              <a:ext uri="{FF2B5EF4-FFF2-40B4-BE49-F238E27FC236}">
                <a16:creationId xmlns:a16="http://schemas.microsoft.com/office/drawing/2014/main" id="{B1C81274-B2F1-49A4-AFB5-1F4F404655D9}"/>
              </a:ext>
            </a:extLst>
          </p:cNvPr>
          <p:cNvSpPr>
            <a:spLocks noGrp="1"/>
          </p:cNvSpPr>
          <p:nvPr/>
        </p:nvSpPr>
        <p:spPr>
          <a:xfrm>
            <a:off x="14144625" y="2724150"/>
            <a:ext cx="592886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Pressurised storage and compression</a:t>
            </a:r>
          </a:p>
        </p:txBody>
      </p:sp>
      <p:sp>
        <p:nvSpPr>
          <p:cNvPr id="102" name="!!source-2-dom-5-9-3-1-1-1-0-text-0">
            <a:extLst>
              <a:ext uri="{FF2B5EF4-FFF2-40B4-BE49-F238E27FC236}">
                <a16:creationId xmlns:a16="http://schemas.microsoft.com/office/drawing/2014/main" id="{9814F427-E40E-4D16-80B4-B86BA5FE81B5}"/>
              </a:ext>
            </a:extLst>
          </p:cNvPr>
          <p:cNvSpPr>
            <a:spLocks noGrp="1"/>
          </p:cNvSpPr>
          <p:nvPr/>
        </p:nvSpPr>
        <p:spPr>
          <a:xfrm>
            <a:off x="14144625" y="3095625"/>
            <a:ext cx="438700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lifted in stages to the vehicle standard</a:t>
            </a:r>
          </a:p>
        </p:txBody>
      </p:sp>
      <p:sp>
        <p:nvSpPr>
          <p:cNvPr id="103" name="!!source-2-dom-5-9-3-3-0-0-fill">
            <a:extLst>
              <a:ext uri="{FF2B5EF4-FFF2-40B4-BE49-F238E27FC236}">
                <a16:creationId xmlns:a16="http://schemas.microsoft.com/office/drawing/2014/main" id="{79A94AE7-99E6-4276-A121-D49915422778}"/>
              </a:ext>
            </a:extLst>
          </p:cNvPr>
          <p:cNvSpPr>
            <a:spLocks noGrp="1"/>
          </p:cNvSpPr>
          <p:nvPr/>
        </p:nvSpPr>
        <p:spPr>
          <a:xfrm>
            <a:off x="13477875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2-dom-5-9-3-3-0-0-outline">
            <a:extLst>
              <a:ext uri="{FF2B5EF4-FFF2-40B4-BE49-F238E27FC236}">
                <a16:creationId xmlns:a16="http://schemas.microsoft.com/office/drawing/2014/main" id="{DF8540EB-ABDA-4C42-B28D-BE0465EC5FF2}"/>
              </a:ext>
            </a:extLst>
          </p:cNvPr>
          <p:cNvSpPr>
            <a:spLocks noGrp="1"/>
          </p:cNvSpPr>
          <p:nvPr/>
        </p:nvSpPr>
        <p:spPr>
          <a:xfrm>
            <a:off x="13492162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" name="!!source-2-dom-5-9-3-3-0-0-0-fill">
            <a:extLst>
              <a:ext uri="{FF2B5EF4-FFF2-40B4-BE49-F238E27FC236}">
                <a16:creationId xmlns:a16="http://schemas.microsoft.com/office/drawing/2014/main" id="{C40789A0-03F8-478D-B56C-6B16DB50B591}"/>
              </a:ext>
            </a:extLst>
          </p:cNvPr>
          <p:cNvSpPr>
            <a:spLocks noGrp="1"/>
          </p:cNvSpPr>
          <p:nvPr/>
        </p:nvSpPr>
        <p:spPr>
          <a:xfrm>
            <a:off x="13506450" y="5231755"/>
            <a:ext cx="666750" cy="342900"/>
          </a:xfrm>
          <a:custGeom>
            <a:avLst/>
            <a:gdLst/>
            <a:ahLst/>
            <a:cxnLst/>
            <a:rect l="0" t="0" r="0" b="0"/>
            <a:pathLst>
              <a:path w="666750" h="342900">
                <a:moveTo>
                  <a:pt x="0" y="0"/>
                </a:moveTo>
                <a:lnTo>
                  <a:pt x="666750" y="0"/>
                </a:lnTo>
                <a:lnTo>
                  <a:pt x="666750" y="238125"/>
                </a:lnTo>
                <a:lnTo>
                  <a:pt x="664737" y="258565"/>
                </a:lnTo>
                <a:lnTo>
                  <a:pt x="658775" y="278220"/>
                </a:lnTo>
                <a:lnTo>
                  <a:pt x="649093" y="296335"/>
                </a:lnTo>
                <a:lnTo>
                  <a:pt x="636063" y="312212"/>
                </a:lnTo>
                <a:lnTo>
                  <a:pt x="620185" y="325242"/>
                </a:lnTo>
                <a:lnTo>
                  <a:pt x="602071" y="334924"/>
                </a:lnTo>
                <a:lnTo>
                  <a:pt x="582416" y="340887"/>
                </a:lnTo>
                <a:lnTo>
                  <a:pt x="561975" y="342900"/>
                </a:lnTo>
                <a:lnTo>
                  <a:pt x="104775" y="342900"/>
                </a:lnTo>
                <a:lnTo>
                  <a:pt x="84334" y="340887"/>
                </a:lnTo>
                <a:lnTo>
                  <a:pt x="64679" y="334924"/>
                </a:lnTo>
                <a:lnTo>
                  <a:pt x="46565" y="325242"/>
                </a:lnTo>
                <a:lnTo>
                  <a:pt x="30688" y="312212"/>
                </a:lnTo>
                <a:lnTo>
                  <a:pt x="17658" y="296335"/>
                </a:lnTo>
                <a:lnTo>
                  <a:pt x="7976" y="278220"/>
                </a:lnTo>
                <a:lnTo>
                  <a:pt x="2013" y="258565"/>
                </a:lnTo>
                <a:lnTo>
                  <a:pt x="0" y="2381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!!source-2-dom-5-9-3-3-0-1-0-text-0">
            <a:extLst>
              <a:ext uri="{FF2B5EF4-FFF2-40B4-BE49-F238E27FC236}">
                <a16:creationId xmlns:a16="http://schemas.microsoft.com/office/drawing/2014/main" id="{09DAFAB4-9FEE-4C06-9CE0-B97C28F6AACB}"/>
              </a:ext>
            </a:extLst>
          </p:cNvPr>
          <p:cNvSpPr>
            <a:spLocks noGrp="1"/>
          </p:cNvSpPr>
          <p:nvPr/>
        </p:nvSpPr>
        <p:spPr>
          <a:xfrm>
            <a:off x="13612118" y="5679430"/>
            <a:ext cx="50289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low</a:t>
            </a:r>
          </a:p>
        </p:txBody>
      </p:sp>
      <p:sp>
        <p:nvSpPr>
          <p:cNvPr id="107" name="!!source-2-dom-5-9-3-3-1-0-fill">
            <a:extLst>
              <a:ext uri="{FF2B5EF4-FFF2-40B4-BE49-F238E27FC236}">
                <a16:creationId xmlns:a16="http://schemas.microsoft.com/office/drawing/2014/main" id="{424D4D52-2773-4A0E-A6AF-DC99E39D798C}"/>
              </a:ext>
            </a:extLst>
          </p:cNvPr>
          <p:cNvSpPr>
            <a:spLocks noGrp="1"/>
          </p:cNvSpPr>
          <p:nvPr/>
        </p:nvSpPr>
        <p:spPr>
          <a:xfrm>
            <a:off x="14201775" y="5174605"/>
            <a:ext cx="43085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2-dom-5-9-3-3-1-1-border-Top">
            <a:extLst>
              <a:ext uri="{FF2B5EF4-FFF2-40B4-BE49-F238E27FC236}">
                <a16:creationId xmlns:a16="http://schemas.microsoft.com/office/drawing/2014/main" id="{BF27AA34-CE72-4A11-A10E-05D4EDAC96FD}"/>
              </a:ext>
            </a:extLst>
          </p:cNvPr>
          <p:cNvSpPr>
            <a:spLocks noGrp="1"/>
          </p:cNvSpPr>
          <p:nvPr/>
        </p:nvSpPr>
        <p:spPr>
          <a:xfrm>
            <a:off x="14632632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2-dom-5-9-3-3-1-1-border-Bottom">
            <a:extLst>
              <a:ext uri="{FF2B5EF4-FFF2-40B4-BE49-F238E27FC236}">
                <a16:creationId xmlns:a16="http://schemas.microsoft.com/office/drawing/2014/main" id="{B5E2804B-0C1E-4412-A6A6-946D689AB41A}"/>
              </a:ext>
            </a:extLst>
          </p:cNvPr>
          <p:cNvSpPr>
            <a:spLocks noGrp="1"/>
          </p:cNvSpPr>
          <p:nvPr/>
        </p:nvSpPr>
        <p:spPr>
          <a:xfrm>
            <a:off x="14632632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2-dom-5-9-3-3-1-1-border-Left">
            <a:extLst>
              <a:ext uri="{FF2B5EF4-FFF2-40B4-BE49-F238E27FC236}">
                <a16:creationId xmlns:a16="http://schemas.microsoft.com/office/drawing/2014/main" id="{44A9E2F7-8AC3-458D-B48E-AEFDCDEFF8ED}"/>
              </a:ext>
            </a:extLst>
          </p:cNvPr>
          <p:cNvSpPr>
            <a:spLocks noGrp="1"/>
          </p:cNvSpPr>
          <p:nvPr/>
        </p:nvSpPr>
        <p:spPr>
          <a:xfrm>
            <a:off x="14632632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2-dom-5-9-3-3-2-fill">
            <a:extLst>
              <a:ext uri="{FF2B5EF4-FFF2-40B4-BE49-F238E27FC236}">
                <a16:creationId xmlns:a16="http://schemas.microsoft.com/office/drawing/2014/main" id="{34D13D36-48FE-459E-B081-AC049FF0AFF3}"/>
              </a:ext>
            </a:extLst>
          </p:cNvPr>
          <p:cNvSpPr>
            <a:spLocks noGrp="1"/>
          </p:cNvSpPr>
          <p:nvPr/>
        </p:nvSpPr>
        <p:spPr>
          <a:xfrm>
            <a:off x="14785032" y="4946005"/>
            <a:ext cx="762000" cy="495300"/>
          </a:xfrm>
          <a:custGeom>
            <a:avLst/>
            <a:gdLst/>
            <a:ahLst/>
            <a:cxnLst/>
            <a:rect l="0" t="0" r="0" b="0"/>
            <a:pathLst>
              <a:path w="762000" h="495300">
                <a:moveTo>
                  <a:pt x="0" y="0"/>
                </a:moveTo>
                <a:lnTo>
                  <a:pt x="762000" y="0"/>
                </a:lnTo>
                <a:lnTo>
                  <a:pt x="381000" y="4953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2-dom-5-9-3-3-2-0-text-0">
            <a:extLst>
              <a:ext uri="{FF2B5EF4-FFF2-40B4-BE49-F238E27FC236}">
                <a16:creationId xmlns:a16="http://schemas.microsoft.com/office/drawing/2014/main" id="{B6BEAA41-8178-4F62-A301-E1C3BAAD5052}"/>
              </a:ext>
            </a:extLst>
          </p:cNvPr>
          <p:cNvSpPr>
            <a:spLocks noGrp="1"/>
          </p:cNvSpPr>
          <p:nvPr/>
        </p:nvSpPr>
        <p:spPr>
          <a:xfrm>
            <a:off x="15076289" y="4984105"/>
            <a:ext cx="22696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</a:t>
            </a:r>
          </a:p>
        </p:txBody>
      </p:sp>
      <p:sp>
        <p:nvSpPr>
          <p:cNvPr id="113" name="!!source-2-dom-5-9-3-3-3-0-fill">
            <a:extLst>
              <a:ext uri="{FF2B5EF4-FFF2-40B4-BE49-F238E27FC236}">
                <a16:creationId xmlns:a16="http://schemas.microsoft.com/office/drawing/2014/main" id="{385A01C5-2A41-4B71-8423-58484E97F494}"/>
              </a:ext>
            </a:extLst>
          </p:cNvPr>
          <p:cNvSpPr>
            <a:spLocks noGrp="1"/>
          </p:cNvSpPr>
          <p:nvPr/>
        </p:nvSpPr>
        <p:spPr>
          <a:xfrm>
            <a:off x="15547032" y="5174605"/>
            <a:ext cx="43100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2-dom-5-9-3-3-3-1-border-Top">
            <a:extLst>
              <a:ext uri="{FF2B5EF4-FFF2-40B4-BE49-F238E27FC236}">
                <a16:creationId xmlns:a16="http://schemas.microsoft.com/office/drawing/2014/main" id="{73D99F42-523C-4798-8ACC-8E4336975C83}"/>
              </a:ext>
            </a:extLst>
          </p:cNvPr>
          <p:cNvSpPr>
            <a:spLocks noGrp="1"/>
          </p:cNvSpPr>
          <p:nvPr/>
        </p:nvSpPr>
        <p:spPr>
          <a:xfrm>
            <a:off x="1597803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2-dom-5-9-3-3-3-1-border-Bottom">
            <a:extLst>
              <a:ext uri="{FF2B5EF4-FFF2-40B4-BE49-F238E27FC236}">
                <a16:creationId xmlns:a16="http://schemas.microsoft.com/office/drawing/2014/main" id="{FBF31236-BC0C-4DF3-B4C7-6CF822996C14}"/>
              </a:ext>
            </a:extLst>
          </p:cNvPr>
          <p:cNvSpPr>
            <a:spLocks noGrp="1"/>
          </p:cNvSpPr>
          <p:nvPr/>
        </p:nvSpPr>
        <p:spPr>
          <a:xfrm>
            <a:off x="1597803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2-dom-5-9-3-3-3-1-border-Left">
            <a:extLst>
              <a:ext uri="{FF2B5EF4-FFF2-40B4-BE49-F238E27FC236}">
                <a16:creationId xmlns:a16="http://schemas.microsoft.com/office/drawing/2014/main" id="{DBF33233-EE55-4CB4-B17B-70D7987DDE41}"/>
              </a:ext>
            </a:extLst>
          </p:cNvPr>
          <p:cNvSpPr>
            <a:spLocks noGrp="1"/>
          </p:cNvSpPr>
          <p:nvPr/>
        </p:nvSpPr>
        <p:spPr>
          <a:xfrm>
            <a:off x="1597803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7" name="!!source-2-dom-5-9-3-3-4-0-fill">
            <a:extLst>
              <a:ext uri="{FF2B5EF4-FFF2-40B4-BE49-F238E27FC236}">
                <a16:creationId xmlns:a16="http://schemas.microsoft.com/office/drawing/2014/main" id="{8A900229-21C9-4BCC-A40F-20FE25CBCF8E}"/>
              </a:ext>
            </a:extLst>
          </p:cNvPr>
          <p:cNvSpPr>
            <a:spLocks noGrp="1"/>
          </p:cNvSpPr>
          <p:nvPr/>
        </p:nvSpPr>
        <p:spPr>
          <a:xfrm>
            <a:off x="16311563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2-dom-5-9-3-3-4-0-outline">
            <a:extLst>
              <a:ext uri="{FF2B5EF4-FFF2-40B4-BE49-F238E27FC236}">
                <a16:creationId xmlns:a16="http://schemas.microsoft.com/office/drawing/2014/main" id="{4968C65E-23BB-4FB9-B541-CC474A6D5049}"/>
              </a:ext>
            </a:extLst>
          </p:cNvPr>
          <p:cNvSpPr>
            <a:spLocks noGrp="1"/>
          </p:cNvSpPr>
          <p:nvPr/>
        </p:nvSpPr>
        <p:spPr>
          <a:xfrm>
            <a:off x="16325850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2-dom-5-9-3-3-4-0-0-fill">
            <a:extLst>
              <a:ext uri="{FF2B5EF4-FFF2-40B4-BE49-F238E27FC236}">
                <a16:creationId xmlns:a16="http://schemas.microsoft.com/office/drawing/2014/main" id="{6BDBAD6D-C601-40ED-94DB-4E3AD0AB4E67}"/>
              </a:ext>
            </a:extLst>
          </p:cNvPr>
          <p:cNvSpPr>
            <a:spLocks noGrp="1"/>
          </p:cNvSpPr>
          <p:nvPr/>
        </p:nvSpPr>
        <p:spPr>
          <a:xfrm>
            <a:off x="16340137" y="4888855"/>
            <a:ext cx="666750" cy="685800"/>
          </a:xfrm>
          <a:custGeom>
            <a:avLst/>
            <a:gdLst/>
            <a:ahLst/>
            <a:cxnLst/>
            <a:rect l="0" t="0" r="0" b="0"/>
            <a:pathLst>
              <a:path w="666750" h="685800">
                <a:moveTo>
                  <a:pt x="0" y="0"/>
                </a:moveTo>
                <a:lnTo>
                  <a:pt x="666750" y="0"/>
                </a:lnTo>
                <a:lnTo>
                  <a:pt x="666750" y="581025"/>
                </a:lnTo>
                <a:lnTo>
                  <a:pt x="664737" y="601466"/>
                </a:lnTo>
                <a:lnTo>
                  <a:pt x="658775" y="621121"/>
                </a:lnTo>
                <a:lnTo>
                  <a:pt x="649093" y="639235"/>
                </a:lnTo>
                <a:lnTo>
                  <a:pt x="636063" y="655112"/>
                </a:lnTo>
                <a:lnTo>
                  <a:pt x="620185" y="668142"/>
                </a:lnTo>
                <a:lnTo>
                  <a:pt x="602071" y="677825"/>
                </a:lnTo>
                <a:lnTo>
                  <a:pt x="582416" y="683787"/>
                </a:lnTo>
                <a:lnTo>
                  <a:pt x="561975" y="685800"/>
                </a:lnTo>
                <a:lnTo>
                  <a:pt x="104775" y="685800"/>
                </a:lnTo>
                <a:lnTo>
                  <a:pt x="84334" y="683787"/>
                </a:lnTo>
                <a:lnTo>
                  <a:pt x="64679" y="677825"/>
                </a:lnTo>
                <a:lnTo>
                  <a:pt x="46565" y="668142"/>
                </a:lnTo>
                <a:lnTo>
                  <a:pt x="30688" y="655112"/>
                </a:lnTo>
                <a:lnTo>
                  <a:pt x="17658" y="639235"/>
                </a:lnTo>
                <a:lnTo>
                  <a:pt x="7976" y="621121"/>
                </a:lnTo>
                <a:lnTo>
                  <a:pt x="2013" y="601466"/>
                </a:lnTo>
                <a:lnTo>
                  <a:pt x="0" y="5810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2-dom-5-9-3-3-4-1-0-text-0">
            <a:extLst>
              <a:ext uri="{FF2B5EF4-FFF2-40B4-BE49-F238E27FC236}">
                <a16:creationId xmlns:a16="http://schemas.microsoft.com/office/drawing/2014/main" id="{682D5B4A-2722-4D35-BFB6-65A0E860FF65}"/>
              </a:ext>
            </a:extLst>
          </p:cNvPr>
          <p:cNvSpPr>
            <a:spLocks noGrp="1"/>
          </p:cNvSpPr>
          <p:nvPr/>
        </p:nvSpPr>
        <p:spPr>
          <a:xfrm>
            <a:off x="16130439" y="5679430"/>
            <a:ext cx="11339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medium</a:t>
            </a:r>
          </a:p>
        </p:txBody>
      </p:sp>
      <p:sp>
        <p:nvSpPr>
          <p:cNvPr id="121" name="!!source-2-dom-5-9-3-3-5-0-fill">
            <a:extLst>
              <a:ext uri="{FF2B5EF4-FFF2-40B4-BE49-F238E27FC236}">
                <a16:creationId xmlns:a16="http://schemas.microsoft.com/office/drawing/2014/main" id="{3A33935F-7950-43EE-8BA9-5B580E7E8AA6}"/>
              </a:ext>
            </a:extLst>
          </p:cNvPr>
          <p:cNvSpPr>
            <a:spLocks noGrp="1"/>
          </p:cNvSpPr>
          <p:nvPr/>
        </p:nvSpPr>
        <p:spPr>
          <a:xfrm>
            <a:off x="17216735" y="5174605"/>
            <a:ext cx="43085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!!source-2-dom-5-9-3-3-5-1-border-Top">
            <a:extLst>
              <a:ext uri="{FF2B5EF4-FFF2-40B4-BE49-F238E27FC236}">
                <a16:creationId xmlns:a16="http://schemas.microsoft.com/office/drawing/2014/main" id="{89B01337-3753-4134-BD4C-8C43E68870E4}"/>
              </a:ext>
            </a:extLst>
          </p:cNvPr>
          <p:cNvSpPr>
            <a:spLocks noGrp="1"/>
          </p:cNvSpPr>
          <p:nvPr/>
        </p:nvSpPr>
        <p:spPr>
          <a:xfrm>
            <a:off x="1764759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2-dom-5-9-3-3-5-1-border-Bottom">
            <a:extLst>
              <a:ext uri="{FF2B5EF4-FFF2-40B4-BE49-F238E27FC236}">
                <a16:creationId xmlns:a16="http://schemas.microsoft.com/office/drawing/2014/main" id="{E1F10B09-1E21-48EF-A8EC-0EC4D3E2C11F}"/>
              </a:ext>
            </a:extLst>
          </p:cNvPr>
          <p:cNvSpPr>
            <a:spLocks noGrp="1"/>
          </p:cNvSpPr>
          <p:nvPr/>
        </p:nvSpPr>
        <p:spPr>
          <a:xfrm>
            <a:off x="1764759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4" name="!!source-2-dom-5-9-3-3-5-1-border-Left">
            <a:extLst>
              <a:ext uri="{FF2B5EF4-FFF2-40B4-BE49-F238E27FC236}">
                <a16:creationId xmlns:a16="http://schemas.microsoft.com/office/drawing/2014/main" id="{630D6097-4A3D-469C-B24C-9789D757BB2A}"/>
              </a:ext>
            </a:extLst>
          </p:cNvPr>
          <p:cNvSpPr>
            <a:spLocks noGrp="1"/>
          </p:cNvSpPr>
          <p:nvPr/>
        </p:nvSpPr>
        <p:spPr>
          <a:xfrm>
            <a:off x="1764759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5" name="!!source-2-dom-5-9-3-3-6-fill">
            <a:extLst>
              <a:ext uri="{FF2B5EF4-FFF2-40B4-BE49-F238E27FC236}">
                <a16:creationId xmlns:a16="http://schemas.microsoft.com/office/drawing/2014/main" id="{1F2E5122-7A16-4B06-90EC-AC63AD49466F}"/>
              </a:ext>
            </a:extLst>
          </p:cNvPr>
          <p:cNvSpPr>
            <a:spLocks noGrp="1"/>
          </p:cNvSpPr>
          <p:nvPr/>
        </p:nvSpPr>
        <p:spPr>
          <a:xfrm>
            <a:off x="17799993" y="4946005"/>
            <a:ext cx="762000" cy="495300"/>
          </a:xfrm>
          <a:custGeom>
            <a:avLst/>
            <a:gdLst/>
            <a:ahLst/>
            <a:cxnLst/>
            <a:rect l="0" t="0" r="0" b="0"/>
            <a:pathLst>
              <a:path w="762000" h="495300">
                <a:moveTo>
                  <a:pt x="0" y="0"/>
                </a:moveTo>
                <a:lnTo>
                  <a:pt x="762000" y="0"/>
                </a:lnTo>
                <a:lnTo>
                  <a:pt x="381000" y="4953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2-dom-5-9-3-3-6-0-text-0">
            <a:extLst>
              <a:ext uri="{FF2B5EF4-FFF2-40B4-BE49-F238E27FC236}">
                <a16:creationId xmlns:a16="http://schemas.microsoft.com/office/drawing/2014/main" id="{EE90A8F5-5C81-4555-BD57-08C56B897C6C}"/>
              </a:ext>
            </a:extLst>
          </p:cNvPr>
          <p:cNvSpPr>
            <a:spLocks noGrp="1"/>
          </p:cNvSpPr>
          <p:nvPr/>
        </p:nvSpPr>
        <p:spPr>
          <a:xfrm>
            <a:off x="18091249" y="4984105"/>
            <a:ext cx="22696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</a:t>
            </a:r>
          </a:p>
        </p:txBody>
      </p:sp>
      <p:sp>
        <p:nvSpPr>
          <p:cNvPr id="127" name="!!source-2-dom-5-9-3-3-7-0-fill">
            <a:extLst>
              <a:ext uri="{FF2B5EF4-FFF2-40B4-BE49-F238E27FC236}">
                <a16:creationId xmlns:a16="http://schemas.microsoft.com/office/drawing/2014/main" id="{45F1E0EA-2925-4A8C-81C9-4D0D65AAF2A3}"/>
              </a:ext>
            </a:extLst>
          </p:cNvPr>
          <p:cNvSpPr>
            <a:spLocks noGrp="1"/>
          </p:cNvSpPr>
          <p:nvPr/>
        </p:nvSpPr>
        <p:spPr>
          <a:xfrm>
            <a:off x="18561992" y="5174605"/>
            <a:ext cx="43100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8" name="!!source-2-dom-5-9-3-3-7-1-border-Top">
            <a:extLst>
              <a:ext uri="{FF2B5EF4-FFF2-40B4-BE49-F238E27FC236}">
                <a16:creationId xmlns:a16="http://schemas.microsoft.com/office/drawing/2014/main" id="{89CB9AFB-1C19-46C9-8BF8-4F5C0204D278}"/>
              </a:ext>
            </a:extLst>
          </p:cNvPr>
          <p:cNvSpPr>
            <a:spLocks noGrp="1"/>
          </p:cNvSpPr>
          <p:nvPr/>
        </p:nvSpPr>
        <p:spPr>
          <a:xfrm>
            <a:off x="1899299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2-dom-5-9-3-3-7-1-border-Bottom">
            <a:extLst>
              <a:ext uri="{FF2B5EF4-FFF2-40B4-BE49-F238E27FC236}">
                <a16:creationId xmlns:a16="http://schemas.microsoft.com/office/drawing/2014/main" id="{452A2552-E922-41E3-8977-7B0B9ED51170}"/>
              </a:ext>
            </a:extLst>
          </p:cNvPr>
          <p:cNvSpPr>
            <a:spLocks noGrp="1"/>
          </p:cNvSpPr>
          <p:nvPr/>
        </p:nvSpPr>
        <p:spPr>
          <a:xfrm>
            <a:off x="1899299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0" name="!!source-2-dom-5-9-3-3-7-1-border-Left">
            <a:extLst>
              <a:ext uri="{FF2B5EF4-FFF2-40B4-BE49-F238E27FC236}">
                <a16:creationId xmlns:a16="http://schemas.microsoft.com/office/drawing/2014/main" id="{51445010-F74C-42AB-A8B5-03E8CF57E01D}"/>
              </a:ext>
            </a:extLst>
          </p:cNvPr>
          <p:cNvSpPr>
            <a:spLocks noGrp="1"/>
          </p:cNvSpPr>
          <p:nvPr/>
        </p:nvSpPr>
        <p:spPr>
          <a:xfrm>
            <a:off x="1899299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1" name="!!source-2-dom-5-9-3-3-8-0-fill">
            <a:extLst>
              <a:ext uri="{FF2B5EF4-FFF2-40B4-BE49-F238E27FC236}">
                <a16:creationId xmlns:a16="http://schemas.microsoft.com/office/drawing/2014/main" id="{AD9E8102-DBAE-496A-A82B-4C28861EA2E5}"/>
              </a:ext>
            </a:extLst>
          </p:cNvPr>
          <p:cNvSpPr>
            <a:spLocks noGrp="1"/>
          </p:cNvSpPr>
          <p:nvPr/>
        </p:nvSpPr>
        <p:spPr>
          <a:xfrm>
            <a:off x="19145400" y="4403080"/>
            <a:ext cx="723898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2" name="!!source-2-dom-5-9-3-3-8-0-outline">
            <a:extLst>
              <a:ext uri="{FF2B5EF4-FFF2-40B4-BE49-F238E27FC236}">
                <a16:creationId xmlns:a16="http://schemas.microsoft.com/office/drawing/2014/main" id="{3748AEBC-5EB8-4F8F-BDE2-92C28D3B7964}"/>
              </a:ext>
            </a:extLst>
          </p:cNvPr>
          <p:cNvSpPr>
            <a:spLocks noGrp="1"/>
          </p:cNvSpPr>
          <p:nvPr/>
        </p:nvSpPr>
        <p:spPr>
          <a:xfrm>
            <a:off x="19159687" y="4417367"/>
            <a:ext cx="695323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3" name="!!source-2-dom-5-9-3-3-8-0-0-fill">
            <a:extLst>
              <a:ext uri="{FF2B5EF4-FFF2-40B4-BE49-F238E27FC236}">
                <a16:creationId xmlns:a16="http://schemas.microsoft.com/office/drawing/2014/main" id="{C5593F65-F074-4AA0-B204-25A51360173E}"/>
              </a:ext>
            </a:extLst>
          </p:cNvPr>
          <p:cNvSpPr>
            <a:spLocks noGrp="1"/>
          </p:cNvSpPr>
          <p:nvPr/>
        </p:nvSpPr>
        <p:spPr>
          <a:xfrm>
            <a:off x="19173974" y="4545955"/>
            <a:ext cx="666750" cy="1028700"/>
          </a:xfrm>
          <a:custGeom>
            <a:avLst/>
            <a:gdLst/>
            <a:ahLst/>
            <a:cxnLst/>
            <a:rect l="0" t="0" r="0" b="0"/>
            <a:pathLst>
              <a:path w="666750" h="1028700">
                <a:moveTo>
                  <a:pt x="0" y="0"/>
                </a:moveTo>
                <a:lnTo>
                  <a:pt x="666750" y="0"/>
                </a:lnTo>
                <a:lnTo>
                  <a:pt x="666750" y="923925"/>
                </a:lnTo>
                <a:lnTo>
                  <a:pt x="664737" y="944366"/>
                </a:lnTo>
                <a:lnTo>
                  <a:pt x="658775" y="964021"/>
                </a:lnTo>
                <a:lnTo>
                  <a:pt x="649093" y="982135"/>
                </a:lnTo>
                <a:lnTo>
                  <a:pt x="636063" y="998012"/>
                </a:lnTo>
                <a:lnTo>
                  <a:pt x="620185" y="1011042"/>
                </a:lnTo>
                <a:lnTo>
                  <a:pt x="602071" y="1020725"/>
                </a:lnTo>
                <a:lnTo>
                  <a:pt x="582416" y="1026687"/>
                </a:lnTo>
                <a:lnTo>
                  <a:pt x="561975" y="1028700"/>
                </a:lnTo>
                <a:lnTo>
                  <a:pt x="104775" y="1028700"/>
                </a:lnTo>
                <a:lnTo>
                  <a:pt x="84334" y="1026687"/>
                </a:lnTo>
                <a:lnTo>
                  <a:pt x="64679" y="1020725"/>
                </a:lnTo>
                <a:lnTo>
                  <a:pt x="46565" y="1011042"/>
                </a:lnTo>
                <a:lnTo>
                  <a:pt x="30688" y="998012"/>
                </a:lnTo>
                <a:lnTo>
                  <a:pt x="17658" y="982135"/>
                </a:lnTo>
                <a:lnTo>
                  <a:pt x="7976" y="964021"/>
                </a:lnTo>
                <a:lnTo>
                  <a:pt x="2013" y="944366"/>
                </a:lnTo>
                <a:lnTo>
                  <a:pt x="0" y="9239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2-dom-5-9-3-3-8-1-0-text-0">
            <a:extLst>
              <a:ext uri="{FF2B5EF4-FFF2-40B4-BE49-F238E27FC236}">
                <a16:creationId xmlns:a16="http://schemas.microsoft.com/office/drawing/2014/main" id="{A6DE3AE4-B2CE-4A5C-A171-8D32C374E6A1}"/>
              </a:ext>
            </a:extLst>
          </p:cNvPr>
          <p:cNvSpPr>
            <a:spLocks noGrp="1"/>
          </p:cNvSpPr>
          <p:nvPr/>
        </p:nvSpPr>
        <p:spPr>
          <a:xfrm>
            <a:off x="19215944" y="5679430"/>
            <a:ext cx="63043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high</a:t>
            </a:r>
          </a:p>
        </p:txBody>
      </p:sp>
      <p:sp>
        <p:nvSpPr>
          <p:cNvPr id="135" name="!!source-2-dom-5-9-3-3-9-0-fill">
            <a:extLst>
              <a:ext uri="{FF2B5EF4-FFF2-40B4-BE49-F238E27FC236}">
                <a16:creationId xmlns:a16="http://schemas.microsoft.com/office/drawing/2014/main" id="{F116AC5D-43F2-4EE7-9754-31A78EE1F158}"/>
              </a:ext>
            </a:extLst>
          </p:cNvPr>
          <p:cNvSpPr>
            <a:spLocks noGrp="1"/>
          </p:cNvSpPr>
          <p:nvPr/>
        </p:nvSpPr>
        <p:spPr>
          <a:xfrm>
            <a:off x="19869297" y="5174605"/>
            <a:ext cx="431007" cy="3810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6" name="!!source-2-dom-5-9-3-3-9-1-border-Top">
            <a:extLst>
              <a:ext uri="{FF2B5EF4-FFF2-40B4-BE49-F238E27FC236}">
                <a16:creationId xmlns:a16="http://schemas.microsoft.com/office/drawing/2014/main" id="{AC8F42AB-9367-4B33-8D6B-CAEE81DDEADA}"/>
              </a:ext>
            </a:extLst>
          </p:cNvPr>
          <p:cNvSpPr>
            <a:spLocks noGrp="1"/>
          </p:cNvSpPr>
          <p:nvPr/>
        </p:nvSpPr>
        <p:spPr>
          <a:xfrm>
            <a:off x="20300304" y="5098405"/>
            <a:ext cx="152403" cy="190500"/>
          </a:xfrm>
          <a:custGeom>
            <a:avLst/>
            <a:gdLst/>
            <a:ahLst/>
            <a:cxnLst/>
            <a:rect l="0" t="0" r="0" b="0"/>
            <a:pathLst>
              <a:path w="152403" h="190500">
                <a:moveTo>
                  <a:pt x="0" y="0"/>
                </a:moveTo>
                <a:lnTo>
                  <a:pt x="152403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!!source-2-dom-5-9-3-3-9-1-border-Bottom">
            <a:extLst>
              <a:ext uri="{FF2B5EF4-FFF2-40B4-BE49-F238E27FC236}">
                <a16:creationId xmlns:a16="http://schemas.microsoft.com/office/drawing/2014/main" id="{FEF5D6DD-7FA3-4318-BF4D-FD2C325762D3}"/>
              </a:ext>
            </a:extLst>
          </p:cNvPr>
          <p:cNvSpPr>
            <a:spLocks noGrp="1"/>
          </p:cNvSpPr>
          <p:nvPr/>
        </p:nvSpPr>
        <p:spPr>
          <a:xfrm>
            <a:off x="20300304" y="5098405"/>
            <a:ext cx="152403" cy="190500"/>
          </a:xfrm>
          <a:custGeom>
            <a:avLst/>
            <a:gdLst/>
            <a:ahLst/>
            <a:cxnLst/>
            <a:rect l="0" t="0" r="0" b="0"/>
            <a:pathLst>
              <a:path w="152403" h="190500">
                <a:moveTo>
                  <a:pt x="0" y="190500"/>
                </a:moveTo>
                <a:lnTo>
                  <a:pt x="152400" y="95250"/>
                </a:lnTo>
                <a:lnTo>
                  <a:pt x="152403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8" name="!!source-2-dom-5-9-3-3-9-1-border-Left">
            <a:extLst>
              <a:ext uri="{FF2B5EF4-FFF2-40B4-BE49-F238E27FC236}">
                <a16:creationId xmlns:a16="http://schemas.microsoft.com/office/drawing/2014/main" id="{623998BC-0DB7-4B22-8018-FF91121BB664}"/>
              </a:ext>
            </a:extLst>
          </p:cNvPr>
          <p:cNvSpPr>
            <a:spLocks noGrp="1"/>
          </p:cNvSpPr>
          <p:nvPr/>
        </p:nvSpPr>
        <p:spPr>
          <a:xfrm>
            <a:off x="20300304" y="5098405"/>
            <a:ext cx="152403" cy="190500"/>
          </a:xfrm>
          <a:custGeom>
            <a:avLst/>
            <a:gdLst/>
            <a:ahLst/>
            <a:cxnLst/>
            <a:rect l="0" t="0" r="0" b="0"/>
            <a:pathLst>
              <a:path w="152403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9" name="!!source-2-dom-5-9-3-3-10-outline">
            <a:extLst>
              <a:ext uri="{FF2B5EF4-FFF2-40B4-BE49-F238E27FC236}">
                <a16:creationId xmlns:a16="http://schemas.microsoft.com/office/drawing/2014/main" id="{F024B590-2D65-4F60-9A23-1F8484615788}"/>
              </a:ext>
            </a:extLst>
          </p:cNvPr>
          <p:cNvSpPr>
            <a:spLocks noGrp="1"/>
          </p:cNvSpPr>
          <p:nvPr/>
        </p:nvSpPr>
        <p:spPr>
          <a:xfrm>
            <a:off x="20466994" y="4745980"/>
            <a:ext cx="2007244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0" name="!!source-2-dom-5-9-3-3-10-0-0-text-0">
            <a:extLst>
              <a:ext uri="{FF2B5EF4-FFF2-40B4-BE49-F238E27FC236}">
                <a16:creationId xmlns:a16="http://schemas.microsoft.com/office/drawing/2014/main" id="{843416E6-355B-4E6D-A3BA-3C5473710E2B}"/>
              </a:ext>
            </a:extLst>
          </p:cNvPr>
          <p:cNvSpPr>
            <a:spLocks noGrp="1"/>
          </p:cNvSpPr>
          <p:nvPr/>
        </p:nvSpPr>
        <p:spPr>
          <a:xfrm>
            <a:off x="20969585" y="4874568"/>
            <a:ext cx="1049686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141" name="!!source-2-dom-5-9-3-3-10-1-0-text-0">
            <a:extLst>
              <a:ext uri="{FF2B5EF4-FFF2-40B4-BE49-F238E27FC236}">
                <a16:creationId xmlns:a16="http://schemas.microsoft.com/office/drawing/2014/main" id="{875AB57B-0FDD-4440-9586-237EF34B3766}"/>
              </a:ext>
            </a:extLst>
          </p:cNvPr>
          <p:cNvSpPr>
            <a:spLocks noGrp="1"/>
          </p:cNvSpPr>
          <p:nvPr/>
        </p:nvSpPr>
        <p:spPr>
          <a:xfrm>
            <a:off x="20652730" y="5236518"/>
            <a:ext cx="168339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350 or 700 bar</a:t>
            </a:r>
          </a:p>
        </p:txBody>
      </p:sp>
      <p:sp>
        <p:nvSpPr>
          <p:cNvPr id="142" name="!!source-2-dom-5-9-3-5-0-text-0">
            <a:extLst>
              <a:ext uri="{FF2B5EF4-FFF2-40B4-BE49-F238E27FC236}">
                <a16:creationId xmlns:a16="http://schemas.microsoft.com/office/drawing/2014/main" id="{85D315C1-35EC-456C-A8A3-66706FF9F0FA}"/>
              </a:ext>
            </a:extLst>
          </p:cNvPr>
          <p:cNvSpPr>
            <a:spLocks noGrp="1"/>
          </p:cNvSpPr>
          <p:nvPr/>
        </p:nvSpPr>
        <p:spPr>
          <a:xfrm>
            <a:off x="13477875" y="7034510"/>
            <a:ext cx="538237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Which tank to fill, and when, is a decision.</a:t>
            </a:r>
          </a:p>
        </p:txBody>
      </p:sp>
      <p:sp>
        <p:nvSpPr>
          <p:cNvPr id="143" name="!!source-2-dom-5-13-fill">
            <a:extLst>
              <a:ext uri="{FF2B5EF4-FFF2-40B4-BE49-F238E27FC236}">
                <a16:creationId xmlns:a16="http://schemas.microsoft.com/office/drawing/2014/main" id="{08D3376A-1E2C-4FFB-B269-E55885E14914}"/>
              </a:ext>
            </a:extLst>
          </p:cNvPr>
          <p:cNvSpPr>
            <a:spLocks noGrp="1"/>
          </p:cNvSpPr>
          <p:nvPr/>
        </p:nvSpPr>
        <p:spPr>
          <a:xfrm>
            <a:off x="15335250" y="2466975"/>
            <a:ext cx="1905001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4" name="!!source-2-dom-5-13-outline">
            <a:extLst>
              <a:ext uri="{FF2B5EF4-FFF2-40B4-BE49-F238E27FC236}">
                <a16:creationId xmlns:a16="http://schemas.microsoft.com/office/drawing/2014/main" id="{9C321EAF-6E5E-4638-A70E-2953011D587C}"/>
              </a:ext>
            </a:extLst>
          </p:cNvPr>
          <p:cNvSpPr>
            <a:spLocks noGrp="1"/>
          </p:cNvSpPr>
          <p:nvPr/>
        </p:nvSpPr>
        <p:spPr>
          <a:xfrm>
            <a:off x="15349537" y="2481263"/>
            <a:ext cx="1876426" cy="5136059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2-dom-5-13-1-1-fill">
            <a:extLst>
              <a:ext uri="{FF2B5EF4-FFF2-40B4-BE49-F238E27FC236}">
                <a16:creationId xmlns:a16="http://schemas.microsoft.com/office/drawing/2014/main" id="{F427352F-F810-4729-B3EA-57954EA71FA5}"/>
              </a:ext>
            </a:extLst>
          </p:cNvPr>
          <p:cNvSpPr>
            <a:spLocks noGrp="1"/>
          </p:cNvSpPr>
          <p:nvPr/>
        </p:nvSpPr>
        <p:spPr>
          <a:xfrm>
            <a:off x="15982950" y="3377654"/>
            <a:ext cx="609601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6" name="!!source-2-dom-5-13-1-1-0-text-0">
            <a:extLst>
              <a:ext uri="{FF2B5EF4-FFF2-40B4-BE49-F238E27FC236}">
                <a16:creationId xmlns:a16="http://schemas.microsoft.com/office/drawing/2014/main" id="{1CAE949B-093F-443C-AEF1-0950D8CBD70F}"/>
              </a:ext>
            </a:extLst>
          </p:cNvPr>
          <p:cNvSpPr>
            <a:spLocks noGrp="1"/>
          </p:cNvSpPr>
          <p:nvPr/>
        </p:nvSpPr>
        <p:spPr>
          <a:xfrm>
            <a:off x="16189226" y="3506242"/>
            <a:ext cx="2445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47" name="!!source-2-dom-5-13-1-3-0-text-0">
            <a:extLst>
              <a:ext uri="{FF2B5EF4-FFF2-40B4-BE49-F238E27FC236}">
                <a16:creationId xmlns:a16="http://schemas.microsoft.com/office/drawing/2014/main" id="{C073EB21-C8EB-460B-B606-813A013E35F8}"/>
              </a:ext>
            </a:extLst>
          </p:cNvPr>
          <p:cNvSpPr>
            <a:spLocks noGrp="1"/>
          </p:cNvSpPr>
          <p:nvPr/>
        </p:nvSpPr>
        <p:spPr>
          <a:xfrm>
            <a:off x="15420677" y="4177754"/>
            <a:ext cx="178191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148" name="!!source-2-dom-5-13-1-5-0-text-0">
            <a:extLst>
              <a:ext uri="{FF2B5EF4-FFF2-40B4-BE49-F238E27FC236}">
                <a16:creationId xmlns:a16="http://schemas.microsoft.com/office/drawing/2014/main" id="{D09D5544-F5B9-4466-95CD-65874A349BAA}"/>
              </a:ext>
            </a:extLst>
          </p:cNvPr>
          <p:cNvSpPr>
            <a:spLocks noGrp="1"/>
          </p:cNvSpPr>
          <p:nvPr/>
        </p:nvSpPr>
        <p:spPr>
          <a:xfrm>
            <a:off x="15618321" y="4644479"/>
            <a:ext cx="138648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Cascaded</a:t>
            </a:r>
          </a:p>
        </p:txBody>
      </p:sp>
      <p:sp>
        <p:nvSpPr>
          <p:cNvPr id="149" name="!!source-2-dom-5-13-1-5-0-text-1">
            <a:extLst>
              <a:ext uri="{FF2B5EF4-FFF2-40B4-BE49-F238E27FC236}">
                <a16:creationId xmlns:a16="http://schemas.microsoft.com/office/drawing/2014/main" id="{48DFF439-AA83-4FB1-BDAF-90FF114F44B9}"/>
              </a:ext>
            </a:extLst>
          </p:cNvPr>
          <p:cNvSpPr>
            <a:spLocks noGrp="1"/>
          </p:cNvSpPr>
          <p:nvPr/>
        </p:nvSpPr>
        <p:spPr>
          <a:xfrm>
            <a:off x="15531852" y="4977854"/>
            <a:ext cx="155942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lang="es-ES" sz="2100" b="0" i="0" spc="-5" dirty="0" err="1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refuelling</a:t>
            </a:r>
            <a:endParaRPr sz="2100" b="0" i="0" spc="-5" dirty="0">
              <a:solidFill>
                <a:srgbClr val="4E2E1A">
                  <a:alpha val="100000"/>
                </a:srgbClr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50" name="!!source-2-dom-5-13-1-7-0-0-text-0">
            <a:extLst>
              <a:ext uri="{FF2B5EF4-FFF2-40B4-BE49-F238E27FC236}">
                <a16:creationId xmlns:a16="http://schemas.microsoft.com/office/drawing/2014/main" id="{26BFDFC7-ABB9-4DD6-982A-F7C139F78603}"/>
              </a:ext>
            </a:extLst>
          </p:cNvPr>
          <p:cNvSpPr>
            <a:spLocks noGrp="1"/>
          </p:cNvSpPr>
          <p:nvPr/>
        </p:nvSpPr>
        <p:spPr>
          <a:xfrm>
            <a:off x="15838587" y="5501730"/>
            <a:ext cx="94580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tanks in</a:t>
            </a:r>
          </a:p>
        </p:txBody>
      </p:sp>
      <p:sp>
        <p:nvSpPr>
          <p:cNvPr id="151" name="!!source-2-dom-5-13-1-7-0-0-text-1">
            <a:extLst>
              <a:ext uri="{FF2B5EF4-FFF2-40B4-BE49-F238E27FC236}">
                <a16:creationId xmlns:a16="http://schemas.microsoft.com/office/drawing/2014/main" id="{B3DD4D9B-C5F4-40A2-8BD8-089A05BA6405}"/>
              </a:ext>
            </a:extLst>
          </p:cNvPr>
          <p:cNvSpPr>
            <a:spLocks noGrp="1"/>
          </p:cNvSpPr>
          <p:nvPr/>
        </p:nvSpPr>
        <p:spPr>
          <a:xfrm>
            <a:off x="15729942" y="5787480"/>
            <a:ext cx="11632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sequence</a:t>
            </a:r>
          </a:p>
        </p:txBody>
      </p:sp>
      <p:sp>
        <p:nvSpPr>
          <p:cNvPr id="152" name="!!source-2-dom-5-13-1-7-1-0-text-0">
            <a:extLst>
              <a:ext uri="{FF2B5EF4-FFF2-40B4-BE49-F238E27FC236}">
                <a16:creationId xmlns:a16="http://schemas.microsoft.com/office/drawing/2014/main" id="{DA6C7B8F-96F1-4BB3-9BE6-B5648D32A5C0}"/>
              </a:ext>
            </a:extLst>
          </p:cNvPr>
          <p:cNvSpPr>
            <a:spLocks noGrp="1"/>
          </p:cNvSpPr>
          <p:nvPr/>
        </p:nvSpPr>
        <p:spPr>
          <a:xfrm>
            <a:off x="15718185" y="6149429"/>
            <a:ext cx="118675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filling and</a:t>
            </a:r>
          </a:p>
        </p:txBody>
      </p:sp>
      <p:sp>
        <p:nvSpPr>
          <p:cNvPr id="153" name="!!source-2-dom-5-13-1-7-1-0-text-1">
            <a:extLst>
              <a:ext uri="{FF2B5EF4-FFF2-40B4-BE49-F238E27FC236}">
                <a16:creationId xmlns:a16="http://schemas.microsoft.com/office/drawing/2014/main" id="{49B90368-6423-49B8-9FF7-C2C96FF7C00C}"/>
              </a:ext>
            </a:extLst>
          </p:cNvPr>
          <p:cNvSpPr>
            <a:spLocks noGrp="1"/>
          </p:cNvSpPr>
          <p:nvPr/>
        </p:nvSpPr>
        <p:spPr>
          <a:xfrm>
            <a:off x="15741848" y="6435179"/>
            <a:ext cx="113927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refuelling</a:t>
            </a:r>
          </a:p>
        </p:txBody>
      </p:sp>
      <p:sp>
        <p:nvSpPr>
          <p:cNvPr id="154" name="!!source-2-dom-5-13-3-1-0-fill">
            <a:extLst>
              <a:ext uri="{FF2B5EF4-FFF2-40B4-BE49-F238E27FC236}">
                <a16:creationId xmlns:a16="http://schemas.microsoft.com/office/drawing/2014/main" id="{BB728F73-4B4F-4CBF-AA6E-F423FB8E953E}"/>
              </a:ext>
            </a:extLst>
          </p:cNvPr>
          <p:cNvSpPr>
            <a:spLocks noGrp="1"/>
          </p:cNvSpPr>
          <p:nvPr/>
        </p:nvSpPr>
        <p:spPr>
          <a:xfrm>
            <a:off x="1566862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2-dom-5-13-3-1-0-0-text-0">
            <a:extLst>
              <a:ext uri="{FF2B5EF4-FFF2-40B4-BE49-F238E27FC236}">
                <a16:creationId xmlns:a16="http://schemas.microsoft.com/office/drawing/2014/main" id="{809A7B7E-438D-4505-97F2-307539DBD537}"/>
              </a:ext>
            </a:extLst>
          </p:cNvPr>
          <p:cNvSpPr>
            <a:spLocks noGrp="1"/>
          </p:cNvSpPr>
          <p:nvPr/>
        </p:nvSpPr>
        <p:spPr>
          <a:xfrm>
            <a:off x="15824299" y="2886075"/>
            <a:ext cx="2314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56" name="!!source-2-dom-5-13-3-1-1-0-0-text-0">
            <a:extLst>
              <a:ext uri="{FF2B5EF4-FFF2-40B4-BE49-F238E27FC236}">
                <a16:creationId xmlns:a16="http://schemas.microsoft.com/office/drawing/2014/main" id="{C957F8D2-86F7-417D-B6AE-EAA6327AAF53}"/>
              </a:ext>
            </a:extLst>
          </p:cNvPr>
          <p:cNvSpPr>
            <a:spLocks noGrp="1"/>
          </p:cNvSpPr>
          <p:nvPr/>
        </p:nvSpPr>
        <p:spPr>
          <a:xfrm>
            <a:off x="16335375" y="2724150"/>
            <a:ext cx="3389559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Cascaded dispensing</a:t>
            </a:r>
          </a:p>
        </p:txBody>
      </p:sp>
      <p:sp>
        <p:nvSpPr>
          <p:cNvPr id="157" name="!!source-2-dom-5-13-3-1-1-1-0-text-0">
            <a:extLst>
              <a:ext uri="{FF2B5EF4-FFF2-40B4-BE49-F238E27FC236}">
                <a16:creationId xmlns:a16="http://schemas.microsoft.com/office/drawing/2014/main" id="{8726A684-BB88-416E-A771-B8258B4457AF}"/>
              </a:ext>
            </a:extLst>
          </p:cNvPr>
          <p:cNvSpPr>
            <a:spLocks noGrp="1"/>
          </p:cNvSpPr>
          <p:nvPr/>
        </p:nvSpPr>
        <p:spPr>
          <a:xfrm>
            <a:off x="16335375" y="3095625"/>
            <a:ext cx="438269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tanks opened in order, no compressor</a:t>
            </a:r>
          </a:p>
        </p:txBody>
      </p:sp>
      <p:sp>
        <p:nvSpPr>
          <p:cNvPr id="159" name="!!source-2-dom-5-13-3-3-0-0-0-outline">
            <a:extLst>
              <a:ext uri="{FF2B5EF4-FFF2-40B4-BE49-F238E27FC236}">
                <a16:creationId xmlns:a16="http://schemas.microsoft.com/office/drawing/2014/main" id="{B1CBC6E8-13AA-4177-BB7E-A46DFF55F22E}"/>
              </a:ext>
            </a:extLst>
          </p:cNvPr>
          <p:cNvSpPr>
            <a:spLocks noGrp="1"/>
          </p:cNvSpPr>
          <p:nvPr/>
        </p:nvSpPr>
        <p:spPr>
          <a:xfrm>
            <a:off x="15682913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1" name="!!source-2-dom-5-13-3-3-0-0-1-0-text-0">
            <a:extLst>
              <a:ext uri="{FF2B5EF4-FFF2-40B4-BE49-F238E27FC236}">
                <a16:creationId xmlns:a16="http://schemas.microsoft.com/office/drawing/2014/main" id="{0862086A-3D12-43A1-8110-B8CB45FB1921}"/>
              </a:ext>
            </a:extLst>
          </p:cNvPr>
          <p:cNvSpPr>
            <a:spLocks noGrp="1"/>
          </p:cNvSpPr>
          <p:nvPr/>
        </p:nvSpPr>
        <p:spPr>
          <a:xfrm>
            <a:off x="15867013" y="5679430"/>
            <a:ext cx="374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1st</a:t>
            </a:r>
          </a:p>
        </p:txBody>
      </p:sp>
      <p:sp>
        <p:nvSpPr>
          <p:cNvPr id="162" name="!!source-2-dom-5-13-3-3-0-1-0-fill">
            <a:extLst>
              <a:ext uri="{FF2B5EF4-FFF2-40B4-BE49-F238E27FC236}">
                <a16:creationId xmlns:a16="http://schemas.microsoft.com/office/drawing/2014/main" id="{85BFD9C9-0E2E-4138-A5E0-738A82AC8679}"/>
              </a:ext>
            </a:extLst>
          </p:cNvPr>
          <p:cNvSpPr>
            <a:spLocks noGrp="1"/>
          </p:cNvSpPr>
          <p:nvPr/>
        </p:nvSpPr>
        <p:spPr>
          <a:xfrm>
            <a:off x="16563975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3" name="!!source-2-dom-5-13-3-3-0-1-0-outline">
            <a:extLst>
              <a:ext uri="{FF2B5EF4-FFF2-40B4-BE49-F238E27FC236}">
                <a16:creationId xmlns:a16="http://schemas.microsoft.com/office/drawing/2014/main" id="{20F8D3B4-D5B9-44AA-9F4C-DB4118CE408D}"/>
              </a:ext>
            </a:extLst>
          </p:cNvPr>
          <p:cNvSpPr>
            <a:spLocks noGrp="1"/>
          </p:cNvSpPr>
          <p:nvPr/>
        </p:nvSpPr>
        <p:spPr>
          <a:xfrm>
            <a:off x="16578262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5" name="!!source-2-dom-5-13-3-3-0-1-1-0-text-0">
            <a:extLst>
              <a:ext uri="{FF2B5EF4-FFF2-40B4-BE49-F238E27FC236}">
                <a16:creationId xmlns:a16="http://schemas.microsoft.com/office/drawing/2014/main" id="{7F2BB200-4664-4CC6-A0FE-575DD95B12D6}"/>
              </a:ext>
            </a:extLst>
          </p:cNvPr>
          <p:cNvSpPr>
            <a:spLocks noGrp="1"/>
          </p:cNvSpPr>
          <p:nvPr/>
        </p:nvSpPr>
        <p:spPr>
          <a:xfrm>
            <a:off x="16683782" y="5679430"/>
            <a:ext cx="53191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2nd</a:t>
            </a:r>
          </a:p>
        </p:txBody>
      </p:sp>
      <p:sp>
        <p:nvSpPr>
          <p:cNvPr id="166" name="!!source-2-dom-5-13-3-3-0-2-0-fill">
            <a:extLst>
              <a:ext uri="{FF2B5EF4-FFF2-40B4-BE49-F238E27FC236}">
                <a16:creationId xmlns:a16="http://schemas.microsoft.com/office/drawing/2014/main" id="{4EFE7FE8-6FE9-4B35-8453-D7444FAE00C4}"/>
              </a:ext>
            </a:extLst>
          </p:cNvPr>
          <p:cNvSpPr>
            <a:spLocks noGrp="1"/>
          </p:cNvSpPr>
          <p:nvPr/>
        </p:nvSpPr>
        <p:spPr>
          <a:xfrm>
            <a:off x="17459326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7" name="!!source-2-dom-5-13-3-3-0-2-0-outline">
            <a:extLst>
              <a:ext uri="{FF2B5EF4-FFF2-40B4-BE49-F238E27FC236}">
                <a16:creationId xmlns:a16="http://schemas.microsoft.com/office/drawing/2014/main" id="{109311B9-3674-4308-BBBD-BB0778633D0B}"/>
              </a:ext>
            </a:extLst>
          </p:cNvPr>
          <p:cNvSpPr>
            <a:spLocks noGrp="1"/>
          </p:cNvSpPr>
          <p:nvPr/>
        </p:nvSpPr>
        <p:spPr>
          <a:xfrm>
            <a:off x="17473613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8" name="!!source-2-dom-5-13-3-3-0-2-0-0-fill">
            <a:extLst>
              <a:ext uri="{FF2B5EF4-FFF2-40B4-BE49-F238E27FC236}">
                <a16:creationId xmlns:a16="http://schemas.microsoft.com/office/drawing/2014/main" id="{804C434F-27C4-4D0F-A63C-3D75558C0897}"/>
              </a:ext>
            </a:extLst>
          </p:cNvPr>
          <p:cNvSpPr>
            <a:spLocks noGrp="1"/>
          </p:cNvSpPr>
          <p:nvPr/>
        </p:nvSpPr>
        <p:spPr>
          <a:xfrm>
            <a:off x="17487900" y="4488805"/>
            <a:ext cx="666750" cy="1085850"/>
          </a:xfrm>
          <a:custGeom>
            <a:avLst/>
            <a:gdLst/>
            <a:ahLst/>
            <a:cxnLst/>
            <a:rect l="0" t="0" r="0" b="0"/>
            <a:pathLst>
              <a:path w="666750" h="1085850">
                <a:moveTo>
                  <a:pt x="0" y="0"/>
                </a:moveTo>
                <a:lnTo>
                  <a:pt x="666750" y="0"/>
                </a:lnTo>
                <a:lnTo>
                  <a:pt x="666750" y="981075"/>
                </a:lnTo>
                <a:lnTo>
                  <a:pt x="664737" y="1001516"/>
                </a:lnTo>
                <a:lnTo>
                  <a:pt x="658775" y="1021171"/>
                </a:lnTo>
                <a:lnTo>
                  <a:pt x="649093" y="1039285"/>
                </a:lnTo>
                <a:lnTo>
                  <a:pt x="636063" y="1055162"/>
                </a:lnTo>
                <a:lnTo>
                  <a:pt x="620185" y="1068192"/>
                </a:lnTo>
                <a:lnTo>
                  <a:pt x="602071" y="1077874"/>
                </a:lnTo>
                <a:lnTo>
                  <a:pt x="582416" y="1083837"/>
                </a:lnTo>
                <a:lnTo>
                  <a:pt x="561975" y="1085850"/>
                </a:lnTo>
                <a:lnTo>
                  <a:pt x="104775" y="1085850"/>
                </a:lnTo>
                <a:lnTo>
                  <a:pt x="84334" y="1083837"/>
                </a:lnTo>
                <a:lnTo>
                  <a:pt x="64679" y="1077874"/>
                </a:lnTo>
                <a:lnTo>
                  <a:pt x="46565" y="1068192"/>
                </a:lnTo>
                <a:lnTo>
                  <a:pt x="30688" y="1055162"/>
                </a:lnTo>
                <a:lnTo>
                  <a:pt x="17658" y="1039285"/>
                </a:lnTo>
                <a:lnTo>
                  <a:pt x="7976" y="1021171"/>
                </a:lnTo>
                <a:lnTo>
                  <a:pt x="2013" y="1001516"/>
                </a:lnTo>
                <a:lnTo>
                  <a:pt x="0" y="98107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9" name="!!source-2-dom-5-13-3-3-0-2-1-0-text-0">
            <a:extLst>
              <a:ext uri="{FF2B5EF4-FFF2-40B4-BE49-F238E27FC236}">
                <a16:creationId xmlns:a16="http://schemas.microsoft.com/office/drawing/2014/main" id="{ECEFC332-9797-45C8-9075-E6F75D086BD5}"/>
              </a:ext>
            </a:extLst>
          </p:cNvPr>
          <p:cNvSpPr>
            <a:spLocks noGrp="1"/>
          </p:cNvSpPr>
          <p:nvPr/>
        </p:nvSpPr>
        <p:spPr>
          <a:xfrm>
            <a:off x="17613363" y="5679430"/>
            <a:ext cx="46345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3rd</a:t>
            </a:r>
          </a:p>
        </p:txBody>
      </p:sp>
      <p:sp>
        <p:nvSpPr>
          <p:cNvPr id="170" name="!!source-2-dom-5-13-3-3-1-0-fill">
            <a:extLst>
              <a:ext uri="{FF2B5EF4-FFF2-40B4-BE49-F238E27FC236}">
                <a16:creationId xmlns:a16="http://schemas.microsoft.com/office/drawing/2014/main" id="{D598FB78-9966-43C7-A97C-0FD7B4F01D6F}"/>
              </a:ext>
            </a:extLst>
          </p:cNvPr>
          <p:cNvSpPr>
            <a:spLocks noGrp="1"/>
          </p:cNvSpPr>
          <p:nvPr/>
        </p:nvSpPr>
        <p:spPr>
          <a:xfrm>
            <a:off x="18183226" y="5174605"/>
            <a:ext cx="494555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1" name="!!source-2-dom-5-13-3-3-1-1-border-Top">
            <a:extLst>
              <a:ext uri="{FF2B5EF4-FFF2-40B4-BE49-F238E27FC236}">
                <a16:creationId xmlns:a16="http://schemas.microsoft.com/office/drawing/2014/main" id="{1CF85853-D912-4C89-BA9D-B900F66960E0}"/>
              </a:ext>
            </a:extLst>
          </p:cNvPr>
          <p:cNvSpPr>
            <a:spLocks noGrp="1"/>
          </p:cNvSpPr>
          <p:nvPr/>
        </p:nvSpPr>
        <p:spPr>
          <a:xfrm>
            <a:off x="1867778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2" name="!!source-2-dom-5-13-3-3-1-1-border-Bottom">
            <a:extLst>
              <a:ext uri="{FF2B5EF4-FFF2-40B4-BE49-F238E27FC236}">
                <a16:creationId xmlns:a16="http://schemas.microsoft.com/office/drawing/2014/main" id="{6C9E5FF3-7F22-4324-A7E6-012CB9BF15A6}"/>
              </a:ext>
            </a:extLst>
          </p:cNvPr>
          <p:cNvSpPr>
            <a:spLocks noGrp="1"/>
          </p:cNvSpPr>
          <p:nvPr/>
        </p:nvSpPr>
        <p:spPr>
          <a:xfrm>
            <a:off x="1867778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3" name="!!source-2-dom-5-13-3-3-1-1-border-Left">
            <a:extLst>
              <a:ext uri="{FF2B5EF4-FFF2-40B4-BE49-F238E27FC236}">
                <a16:creationId xmlns:a16="http://schemas.microsoft.com/office/drawing/2014/main" id="{6FA95D06-5428-41A4-8F67-8FC1276D064B}"/>
              </a:ext>
            </a:extLst>
          </p:cNvPr>
          <p:cNvSpPr>
            <a:spLocks noGrp="1"/>
          </p:cNvSpPr>
          <p:nvPr/>
        </p:nvSpPr>
        <p:spPr>
          <a:xfrm>
            <a:off x="1867778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4" name="!!source-2-dom-5-13-3-3-2-fill">
            <a:extLst>
              <a:ext uri="{FF2B5EF4-FFF2-40B4-BE49-F238E27FC236}">
                <a16:creationId xmlns:a16="http://schemas.microsoft.com/office/drawing/2014/main" id="{AECC7267-6318-4E04-AC2B-65DC2F0578AB}"/>
              </a:ext>
            </a:extLst>
          </p:cNvPr>
          <p:cNvSpPr>
            <a:spLocks noGrp="1"/>
          </p:cNvSpPr>
          <p:nvPr/>
        </p:nvSpPr>
        <p:spPr>
          <a:xfrm>
            <a:off x="18830181" y="4731693"/>
            <a:ext cx="2182565" cy="9239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5" name="!!source-2-dom-5-13-3-3-2-outline">
            <a:extLst>
              <a:ext uri="{FF2B5EF4-FFF2-40B4-BE49-F238E27FC236}">
                <a16:creationId xmlns:a16="http://schemas.microsoft.com/office/drawing/2014/main" id="{89D04DFF-E6BB-444B-9641-AAE97DAE7256}"/>
              </a:ext>
            </a:extLst>
          </p:cNvPr>
          <p:cNvSpPr>
            <a:spLocks noGrp="1"/>
          </p:cNvSpPr>
          <p:nvPr/>
        </p:nvSpPr>
        <p:spPr>
          <a:xfrm>
            <a:off x="18844468" y="4745980"/>
            <a:ext cx="2153990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6" name="!!source-2-dom-5-13-3-3-2-0-0-text-0">
            <a:extLst>
              <a:ext uri="{FF2B5EF4-FFF2-40B4-BE49-F238E27FC236}">
                <a16:creationId xmlns:a16="http://schemas.microsoft.com/office/drawing/2014/main" id="{31AEABEB-5848-46BE-8E11-A6C514A53227}"/>
              </a:ext>
            </a:extLst>
          </p:cNvPr>
          <p:cNvSpPr>
            <a:spLocks noGrp="1"/>
          </p:cNvSpPr>
          <p:nvPr/>
        </p:nvSpPr>
        <p:spPr>
          <a:xfrm>
            <a:off x="19230678" y="4874568"/>
            <a:ext cx="142919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Dispenser</a:t>
            </a:r>
          </a:p>
        </p:txBody>
      </p:sp>
      <p:sp>
        <p:nvSpPr>
          <p:cNvPr id="177" name="!!source-2-dom-5-13-3-3-2-1-0-text-0">
            <a:extLst>
              <a:ext uri="{FF2B5EF4-FFF2-40B4-BE49-F238E27FC236}">
                <a16:creationId xmlns:a16="http://schemas.microsoft.com/office/drawing/2014/main" id="{C0C32336-4D68-4BEA-9867-73AF5874BE18}"/>
              </a:ext>
            </a:extLst>
          </p:cNvPr>
          <p:cNvSpPr>
            <a:spLocks noGrp="1"/>
          </p:cNvSpPr>
          <p:nvPr/>
        </p:nvSpPr>
        <p:spPr>
          <a:xfrm>
            <a:off x="19030206" y="5236518"/>
            <a:ext cx="183013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gradient-driven</a:t>
            </a:r>
          </a:p>
        </p:txBody>
      </p:sp>
      <p:sp>
        <p:nvSpPr>
          <p:cNvPr id="178" name="!!source-2-dom-5-13-3-3-3-0-fill">
            <a:extLst>
              <a:ext uri="{FF2B5EF4-FFF2-40B4-BE49-F238E27FC236}">
                <a16:creationId xmlns:a16="http://schemas.microsoft.com/office/drawing/2014/main" id="{D189B428-6F7B-4510-AEAB-8ADD389BC827}"/>
              </a:ext>
            </a:extLst>
          </p:cNvPr>
          <p:cNvSpPr>
            <a:spLocks noGrp="1"/>
          </p:cNvSpPr>
          <p:nvPr/>
        </p:nvSpPr>
        <p:spPr>
          <a:xfrm>
            <a:off x="21012746" y="5174605"/>
            <a:ext cx="494706" cy="3810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9" name="!!source-2-dom-5-13-3-3-3-1-border-Top">
            <a:extLst>
              <a:ext uri="{FF2B5EF4-FFF2-40B4-BE49-F238E27FC236}">
                <a16:creationId xmlns:a16="http://schemas.microsoft.com/office/drawing/2014/main" id="{2F960F45-2669-47FC-A716-05FF9E01B45F}"/>
              </a:ext>
            </a:extLst>
          </p:cNvPr>
          <p:cNvSpPr>
            <a:spLocks noGrp="1"/>
          </p:cNvSpPr>
          <p:nvPr/>
        </p:nvSpPr>
        <p:spPr>
          <a:xfrm>
            <a:off x="21507451" y="5098405"/>
            <a:ext cx="152398" cy="190500"/>
          </a:xfrm>
          <a:custGeom>
            <a:avLst/>
            <a:gdLst/>
            <a:ahLst/>
            <a:cxnLst/>
            <a:rect l="0" t="0" r="0" b="0"/>
            <a:pathLst>
              <a:path w="152398" h="190500">
                <a:moveTo>
                  <a:pt x="0" y="0"/>
                </a:moveTo>
                <a:lnTo>
                  <a:pt x="152398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0" name="!!source-2-dom-5-13-3-3-3-1-border-Bottom">
            <a:extLst>
              <a:ext uri="{FF2B5EF4-FFF2-40B4-BE49-F238E27FC236}">
                <a16:creationId xmlns:a16="http://schemas.microsoft.com/office/drawing/2014/main" id="{01BC6701-949C-4B2B-8D7C-13464BABF645}"/>
              </a:ext>
            </a:extLst>
          </p:cNvPr>
          <p:cNvSpPr>
            <a:spLocks noGrp="1"/>
          </p:cNvSpPr>
          <p:nvPr/>
        </p:nvSpPr>
        <p:spPr>
          <a:xfrm>
            <a:off x="21507451" y="5098405"/>
            <a:ext cx="152398" cy="190500"/>
          </a:xfrm>
          <a:custGeom>
            <a:avLst/>
            <a:gdLst/>
            <a:ahLst/>
            <a:cxnLst/>
            <a:rect l="0" t="0" r="0" b="0"/>
            <a:pathLst>
              <a:path w="152398" h="190500">
                <a:moveTo>
                  <a:pt x="0" y="190500"/>
                </a:moveTo>
                <a:lnTo>
                  <a:pt x="152400" y="95250"/>
                </a:lnTo>
                <a:lnTo>
                  <a:pt x="152398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1" name="!!source-2-dom-5-13-3-3-3-1-border-Left">
            <a:extLst>
              <a:ext uri="{FF2B5EF4-FFF2-40B4-BE49-F238E27FC236}">
                <a16:creationId xmlns:a16="http://schemas.microsoft.com/office/drawing/2014/main" id="{D3D59F24-7222-4B35-BDB8-C0FB537F98F3}"/>
              </a:ext>
            </a:extLst>
          </p:cNvPr>
          <p:cNvSpPr>
            <a:spLocks noGrp="1"/>
          </p:cNvSpPr>
          <p:nvPr/>
        </p:nvSpPr>
        <p:spPr>
          <a:xfrm>
            <a:off x="21507451" y="5098405"/>
            <a:ext cx="152398" cy="190500"/>
          </a:xfrm>
          <a:custGeom>
            <a:avLst/>
            <a:gdLst/>
            <a:ahLst/>
            <a:cxnLst/>
            <a:rect l="0" t="0" r="0" b="0"/>
            <a:pathLst>
              <a:path w="152398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2" name="!!source-2-dom-5-13-3-3-4-outline">
            <a:extLst>
              <a:ext uri="{FF2B5EF4-FFF2-40B4-BE49-F238E27FC236}">
                <a16:creationId xmlns:a16="http://schemas.microsoft.com/office/drawing/2014/main" id="{73174643-9EE8-45AA-9EAF-AB926631C8C5}"/>
              </a:ext>
            </a:extLst>
          </p:cNvPr>
          <p:cNvSpPr>
            <a:spLocks noGrp="1"/>
          </p:cNvSpPr>
          <p:nvPr/>
        </p:nvSpPr>
        <p:spPr>
          <a:xfrm>
            <a:off x="21674136" y="4745980"/>
            <a:ext cx="2990850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3" name="!!source-2-dom-5-13-3-3-4-0-0-text-0">
            <a:extLst>
              <a:ext uri="{FF2B5EF4-FFF2-40B4-BE49-F238E27FC236}">
                <a16:creationId xmlns:a16="http://schemas.microsoft.com/office/drawing/2014/main" id="{5E1B0049-53DF-4FA8-BE5E-6632A05FCA7B}"/>
              </a:ext>
            </a:extLst>
          </p:cNvPr>
          <p:cNvSpPr>
            <a:spLocks noGrp="1"/>
          </p:cNvSpPr>
          <p:nvPr/>
        </p:nvSpPr>
        <p:spPr>
          <a:xfrm>
            <a:off x="22668458" y="4874568"/>
            <a:ext cx="1049686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184" name="!!source-2-dom-5-13-3-3-4-1-0-text-0">
            <a:extLst>
              <a:ext uri="{FF2B5EF4-FFF2-40B4-BE49-F238E27FC236}">
                <a16:creationId xmlns:a16="http://schemas.microsoft.com/office/drawing/2014/main" id="{295DB9B1-C05A-43E7-A765-A78A8FC67E47}"/>
              </a:ext>
            </a:extLst>
          </p:cNvPr>
          <p:cNvSpPr>
            <a:spLocks noGrp="1"/>
          </p:cNvSpPr>
          <p:nvPr/>
        </p:nvSpPr>
        <p:spPr>
          <a:xfrm>
            <a:off x="21859875" y="5236518"/>
            <a:ext cx="266700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pressure rises stepwise</a:t>
            </a:r>
          </a:p>
        </p:txBody>
      </p:sp>
      <p:sp>
        <p:nvSpPr>
          <p:cNvPr id="185" name="!!source-2-dom-5-13-3-5-0-text-0">
            <a:extLst>
              <a:ext uri="{FF2B5EF4-FFF2-40B4-BE49-F238E27FC236}">
                <a16:creationId xmlns:a16="http://schemas.microsoft.com/office/drawing/2014/main" id="{8291CF1A-F1AE-49AB-A0E3-DADEC6843696}"/>
              </a:ext>
            </a:extLst>
          </p:cNvPr>
          <p:cNvSpPr>
            <a:spLocks noGrp="1"/>
          </p:cNvSpPr>
          <p:nvPr/>
        </p:nvSpPr>
        <p:spPr>
          <a:xfrm>
            <a:off x="15668625" y="7034510"/>
            <a:ext cx="523473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Order matters, in filling and in refuelling.</a:t>
            </a:r>
          </a:p>
        </p:txBody>
      </p:sp>
      <p:sp>
        <p:nvSpPr>
          <p:cNvPr id="186" name="!!source-2-dom-7-1-outline">
            <a:extLst>
              <a:ext uri="{FF2B5EF4-FFF2-40B4-BE49-F238E27FC236}">
                <a16:creationId xmlns:a16="http://schemas.microsoft.com/office/drawing/2014/main" id="{6AAB4B5A-0C2F-4ADE-87B3-F59E814AE488}"/>
              </a:ext>
            </a:extLst>
          </p:cNvPr>
          <p:cNvSpPr>
            <a:spLocks noGrp="1"/>
          </p:cNvSpPr>
          <p:nvPr/>
        </p:nvSpPr>
        <p:spPr>
          <a:xfrm>
            <a:off x="1062037" y="7973467"/>
            <a:ext cx="3529161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7" name="!!source-2-dom-7-1-0-text-0">
            <a:extLst>
              <a:ext uri="{FF2B5EF4-FFF2-40B4-BE49-F238E27FC236}">
                <a16:creationId xmlns:a16="http://schemas.microsoft.com/office/drawing/2014/main" id="{356FCA37-8D34-4B8A-9906-3CCCB6C75ED3}"/>
              </a:ext>
            </a:extLst>
          </p:cNvPr>
          <p:cNvSpPr>
            <a:spLocks noGrp="1"/>
          </p:cNvSpPr>
          <p:nvPr/>
        </p:nvSpPr>
        <p:spPr>
          <a:xfrm>
            <a:off x="1304925" y="8102054"/>
            <a:ext cx="309101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Source: which, when?</a:t>
            </a:r>
          </a:p>
        </p:txBody>
      </p:sp>
      <p:sp>
        <p:nvSpPr>
          <p:cNvPr id="188" name="!!source-2-dom-7-3-outline">
            <a:extLst>
              <a:ext uri="{FF2B5EF4-FFF2-40B4-BE49-F238E27FC236}">
                <a16:creationId xmlns:a16="http://schemas.microsoft.com/office/drawing/2014/main" id="{C5F4003B-DC56-4FFE-93AF-D9501AE7AA6B}"/>
              </a:ext>
            </a:extLst>
          </p:cNvPr>
          <p:cNvSpPr>
            <a:spLocks noGrp="1"/>
          </p:cNvSpPr>
          <p:nvPr/>
        </p:nvSpPr>
        <p:spPr>
          <a:xfrm>
            <a:off x="4848374" y="7973467"/>
            <a:ext cx="4667993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9" name="!!source-2-dom-7-3-0-text-0">
            <a:extLst>
              <a:ext uri="{FF2B5EF4-FFF2-40B4-BE49-F238E27FC236}">
                <a16:creationId xmlns:a16="http://schemas.microsoft.com/office/drawing/2014/main" id="{C3AD8F56-2116-4CEA-8B8B-D8A4A3FAF1A8}"/>
              </a:ext>
            </a:extLst>
          </p:cNvPr>
          <p:cNvSpPr>
            <a:spLocks noGrp="1"/>
          </p:cNvSpPr>
          <p:nvPr/>
        </p:nvSpPr>
        <p:spPr>
          <a:xfrm>
            <a:off x="5091261" y="8102054"/>
            <a:ext cx="422984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Compress: which tank, when?</a:t>
            </a:r>
          </a:p>
        </p:txBody>
      </p:sp>
      <p:sp>
        <p:nvSpPr>
          <p:cNvPr id="190" name="!!source-2-dom-7-5-0-text-0">
            <a:extLst>
              <a:ext uri="{FF2B5EF4-FFF2-40B4-BE49-F238E27FC236}">
                <a16:creationId xmlns:a16="http://schemas.microsoft.com/office/drawing/2014/main" id="{B5ABB987-127D-4388-994F-8C0A06AA6862}"/>
              </a:ext>
            </a:extLst>
          </p:cNvPr>
          <p:cNvSpPr>
            <a:spLocks noGrp="1"/>
          </p:cNvSpPr>
          <p:nvPr/>
        </p:nvSpPr>
        <p:spPr>
          <a:xfrm>
            <a:off x="9759255" y="7926883"/>
            <a:ext cx="727040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Hydrogen needs preparation before delivery: pressure,</a:t>
            </a:r>
          </a:p>
        </p:txBody>
      </p:sp>
      <p:sp>
        <p:nvSpPr>
          <p:cNvPr id="191" name="!!source-2-dom-7-5-0-text-1">
            <a:extLst>
              <a:ext uri="{FF2B5EF4-FFF2-40B4-BE49-F238E27FC236}">
                <a16:creationId xmlns:a16="http://schemas.microsoft.com/office/drawing/2014/main" id="{D9EBC504-40E5-49C7-BDB1-B53910720D4D}"/>
              </a:ext>
            </a:extLst>
          </p:cNvPr>
          <p:cNvSpPr>
            <a:spLocks noGrp="1"/>
          </p:cNvSpPr>
          <p:nvPr/>
        </p:nvSpPr>
        <p:spPr>
          <a:xfrm>
            <a:off x="9759255" y="8273504"/>
            <a:ext cx="184532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order, timing.</a:t>
            </a:r>
          </a:p>
        </p:txBody>
      </p:sp>
      <p:pic>
        <p:nvPicPr>
          <p:cNvPr id="386" name="!!source-2-dom-9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387" name="!!source-2-dom-9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9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!!source-2-dom-fill">
            <a:extLst>
              <a:ext uri="{FF2B5EF4-FFF2-40B4-BE49-F238E27FC236}">
                <a16:creationId xmlns:a16="http://schemas.microsoft.com/office/drawing/2014/main" id="{9DEE25CA-8644-4F4D-B021-387DC1D5C0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2-dom-1-0-0-border-Bottom">
            <a:extLst>
              <a:ext uri="{FF2B5EF4-FFF2-40B4-BE49-F238E27FC236}">
                <a16:creationId xmlns:a16="http://schemas.microsoft.com/office/drawing/2014/main" id="{16CEB612-F626-4835-A7EE-243E0D9E5A2E}"/>
              </a:ext>
            </a:extLst>
          </p:cNvPr>
          <p:cNvSpPr>
            <a:spLocks noGrp="1"/>
          </p:cNvSpPr>
          <p:nvPr/>
        </p:nvSpPr>
        <p:spPr>
          <a:xfrm>
            <a:off x="1047750" y="690562"/>
            <a:ext cx="1107728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!!source-2-dom-1-0-0-0-text-0">
            <a:extLst>
              <a:ext uri="{FF2B5EF4-FFF2-40B4-BE49-F238E27FC236}">
                <a16:creationId xmlns:a16="http://schemas.microsoft.com/office/drawing/2014/main" id="{A6DF5E5E-8E46-4F0A-9250-5D14D41CFCD7}"/>
              </a:ext>
            </a:extLst>
          </p:cNvPr>
          <p:cNvSpPr>
            <a:spLocks noGrp="1"/>
          </p:cNvSpPr>
          <p:nvPr/>
        </p:nvSpPr>
        <p:spPr>
          <a:xfrm>
            <a:off x="1047750" y="381000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4" name="!!source-2-dom-1-0-1-0-text-0">
            <a:extLst>
              <a:ext uri="{FF2B5EF4-FFF2-40B4-BE49-F238E27FC236}">
                <a16:creationId xmlns:a16="http://schemas.microsoft.com/office/drawing/2014/main" id="{22AEFA80-1E02-454B-8D2E-58DFFDBC1EBB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5" name="!!source-2-dom-1-0-2-0-text-0">
            <a:extLst>
              <a:ext uri="{FF2B5EF4-FFF2-40B4-BE49-F238E27FC236}">
                <a16:creationId xmlns:a16="http://schemas.microsoft.com/office/drawing/2014/main" id="{30FFF446-94EA-4F57-98C9-88F6AA77B18C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2-dom-1-0-3-0-text-0">
            <a:extLst>
              <a:ext uri="{FF2B5EF4-FFF2-40B4-BE49-F238E27FC236}">
                <a16:creationId xmlns:a16="http://schemas.microsoft.com/office/drawing/2014/main" id="{739F7CAC-7137-4F7B-9C79-992079C220C4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2-dom-1-0-4-0-text-0">
            <a:extLst>
              <a:ext uri="{FF2B5EF4-FFF2-40B4-BE49-F238E27FC236}">
                <a16:creationId xmlns:a16="http://schemas.microsoft.com/office/drawing/2014/main" id="{64AD6F95-6BAF-4750-B55E-C090E544F856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2-dom-1-0-5-0-text-0">
            <a:extLst>
              <a:ext uri="{FF2B5EF4-FFF2-40B4-BE49-F238E27FC236}">
                <a16:creationId xmlns:a16="http://schemas.microsoft.com/office/drawing/2014/main" id="{D3E4540C-D781-4776-83BE-B8B25F7F8574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2-dom-1-1-0-text-0">
            <a:extLst>
              <a:ext uri="{FF2B5EF4-FFF2-40B4-BE49-F238E27FC236}">
                <a16:creationId xmlns:a16="http://schemas.microsoft.com/office/drawing/2014/main" id="{24DC06DD-9855-496B-B224-0EDF4833D9A3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03 / 17</a:t>
            </a:r>
          </a:p>
        </p:txBody>
      </p:sp>
      <p:sp>
        <p:nvSpPr>
          <p:cNvPr id="10" name="!!source-2-dom-3-1-0-0-text-0">
            <a:extLst>
              <a:ext uri="{FF2B5EF4-FFF2-40B4-BE49-F238E27FC236}">
                <a16:creationId xmlns:a16="http://schemas.microsoft.com/office/drawing/2014/main" id="{A6D79771-FB8D-41F5-A157-99D9FAD80280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9505355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Hydrogen Refuelling Stations (HRSs)</a:t>
            </a:r>
          </a:p>
        </p:txBody>
      </p:sp>
      <p:sp>
        <p:nvSpPr>
          <p:cNvPr id="11" name="!!source-2-dom-3-1-1-0-0-text-0">
            <a:extLst>
              <a:ext uri="{FF2B5EF4-FFF2-40B4-BE49-F238E27FC236}">
                <a16:creationId xmlns:a16="http://schemas.microsoft.com/office/drawing/2014/main" id="{26B041F8-1136-4411-9982-7682B0F861D7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539070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Pressurised storage and compression</a:t>
            </a:r>
          </a:p>
        </p:txBody>
      </p:sp>
      <p:sp>
        <p:nvSpPr>
          <p:cNvPr id="12" name="!!source-2-dom-5-1-fill">
            <a:extLst>
              <a:ext uri="{FF2B5EF4-FFF2-40B4-BE49-F238E27FC236}">
                <a16:creationId xmlns:a16="http://schemas.microsoft.com/office/drawing/2014/main" id="{6DB6FA06-F0E8-44D9-99D0-6BD58262EA45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190500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2-dom-5-1-outline">
            <a:extLst>
              <a:ext uri="{FF2B5EF4-FFF2-40B4-BE49-F238E27FC236}">
                <a16:creationId xmlns:a16="http://schemas.microsoft.com/office/drawing/2014/main" id="{1CD1518B-58BF-42D3-A723-43482E9C0101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1876425" cy="5136059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2-dom-5-1-1-1-fill">
            <a:extLst>
              <a:ext uri="{FF2B5EF4-FFF2-40B4-BE49-F238E27FC236}">
                <a16:creationId xmlns:a16="http://schemas.microsoft.com/office/drawing/2014/main" id="{CF02CC57-07E9-4B2F-B5B7-D652F3EA4346}"/>
              </a:ext>
            </a:extLst>
          </p:cNvPr>
          <p:cNvSpPr>
            <a:spLocks noGrp="1"/>
          </p:cNvSpPr>
          <p:nvPr/>
        </p:nvSpPr>
        <p:spPr>
          <a:xfrm>
            <a:off x="1695450" y="3663404"/>
            <a:ext cx="609600" cy="6096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2-dom-5-1-1-1-0-text-0">
            <a:extLst>
              <a:ext uri="{FF2B5EF4-FFF2-40B4-BE49-F238E27FC236}">
                <a16:creationId xmlns:a16="http://schemas.microsoft.com/office/drawing/2014/main" id="{39D7982B-C465-4934-8F8B-B025A4A7BDE4}"/>
              </a:ext>
            </a:extLst>
          </p:cNvPr>
          <p:cNvSpPr>
            <a:spLocks noGrp="1"/>
          </p:cNvSpPr>
          <p:nvPr/>
        </p:nvSpPr>
        <p:spPr>
          <a:xfrm>
            <a:off x="1944142" y="3791992"/>
            <a:ext cx="15969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2-dom-5-1-1-3-0-text-0">
            <a:extLst>
              <a:ext uri="{FF2B5EF4-FFF2-40B4-BE49-F238E27FC236}">
                <a16:creationId xmlns:a16="http://schemas.microsoft.com/office/drawing/2014/main" id="{1BF4856C-829B-4BB8-877B-80935C52C048}"/>
              </a:ext>
            </a:extLst>
          </p:cNvPr>
          <p:cNvSpPr>
            <a:spLocks noGrp="1"/>
          </p:cNvSpPr>
          <p:nvPr/>
        </p:nvSpPr>
        <p:spPr>
          <a:xfrm>
            <a:off x="1186904" y="4463504"/>
            <a:ext cx="16744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FLEXIBILITY</a:t>
            </a:r>
          </a:p>
        </p:txBody>
      </p:sp>
      <p:sp>
        <p:nvSpPr>
          <p:cNvPr id="17" name="!!source-2-dom-5-1-1-5-0-text-0">
            <a:extLst>
              <a:ext uri="{FF2B5EF4-FFF2-40B4-BE49-F238E27FC236}">
                <a16:creationId xmlns:a16="http://schemas.microsoft.com/office/drawing/2014/main" id="{8B0C6539-63FC-49D3-9FF1-06A6F1DECDE0}"/>
              </a:ext>
            </a:extLst>
          </p:cNvPr>
          <p:cNvSpPr>
            <a:spLocks noGrp="1"/>
          </p:cNvSpPr>
          <p:nvPr/>
        </p:nvSpPr>
        <p:spPr>
          <a:xfrm>
            <a:off x="1318022" y="4930229"/>
            <a:ext cx="1412081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</a:t>
            </a:r>
          </a:p>
        </p:txBody>
      </p:sp>
      <p:sp>
        <p:nvSpPr>
          <p:cNvPr id="18" name="!!source-2-dom-5-1-1-5-0-text-1">
            <a:extLst>
              <a:ext uri="{FF2B5EF4-FFF2-40B4-BE49-F238E27FC236}">
                <a16:creationId xmlns:a16="http://schemas.microsoft.com/office/drawing/2014/main" id="{A696397E-D674-408A-B49A-1A3D0A2F9A5F}"/>
              </a:ext>
            </a:extLst>
          </p:cNvPr>
          <p:cNvSpPr>
            <a:spLocks noGrp="1"/>
          </p:cNvSpPr>
          <p:nvPr/>
        </p:nvSpPr>
        <p:spPr>
          <a:xfrm>
            <a:off x="1400621" y="5263604"/>
            <a:ext cx="124673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sourcing</a:t>
            </a:r>
          </a:p>
        </p:txBody>
      </p:sp>
      <p:sp>
        <p:nvSpPr>
          <p:cNvPr id="19" name="!!source-2-dom-5-1-1-7-0-0-text-0">
            <a:extLst>
              <a:ext uri="{FF2B5EF4-FFF2-40B4-BE49-F238E27FC236}">
                <a16:creationId xmlns:a16="http://schemas.microsoft.com/office/drawing/2014/main" id="{9F09F970-E0F4-4DCB-8487-199232C4AECD}"/>
              </a:ext>
            </a:extLst>
          </p:cNvPr>
          <p:cNvSpPr>
            <a:spLocks noGrp="1"/>
          </p:cNvSpPr>
          <p:nvPr/>
        </p:nvSpPr>
        <p:spPr>
          <a:xfrm>
            <a:off x="1622524" y="5787480"/>
            <a:ext cx="80292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 site</a:t>
            </a:r>
          </a:p>
        </p:txBody>
      </p:sp>
      <p:sp>
        <p:nvSpPr>
          <p:cNvPr id="20" name="!!source-2-dom-5-1-1-7-1-0-text-0">
            <a:extLst>
              <a:ext uri="{FF2B5EF4-FFF2-40B4-BE49-F238E27FC236}">
                <a16:creationId xmlns:a16="http://schemas.microsoft.com/office/drawing/2014/main" id="{D86CBA2D-6D19-4EF5-A60A-4EE0311AA830}"/>
              </a:ext>
            </a:extLst>
          </p:cNvPr>
          <p:cNvSpPr>
            <a:spLocks noGrp="1"/>
          </p:cNvSpPr>
          <p:nvPr/>
        </p:nvSpPr>
        <p:spPr>
          <a:xfrm>
            <a:off x="1622078" y="6149429"/>
            <a:ext cx="80396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off site</a:t>
            </a:r>
          </a:p>
        </p:txBody>
      </p:sp>
      <p:sp>
        <p:nvSpPr>
          <p:cNvPr id="21" name="!!source-2-dom-5-1-3-1-0-fill">
            <a:extLst>
              <a:ext uri="{FF2B5EF4-FFF2-40B4-BE49-F238E27FC236}">
                <a16:creationId xmlns:a16="http://schemas.microsoft.com/office/drawing/2014/main" id="{CA47CAC0-DB2D-4FDA-B9FA-B5FFFBD07080}"/>
              </a:ext>
            </a:extLst>
          </p:cNvPr>
          <p:cNvSpPr>
            <a:spLocks noGrp="1"/>
          </p:cNvSpPr>
          <p:nvPr/>
        </p:nvSpPr>
        <p:spPr>
          <a:xfrm>
            <a:off x="1381125" y="28003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2-dom-5-1-3-1-0-0-text-0">
            <a:extLst>
              <a:ext uri="{FF2B5EF4-FFF2-40B4-BE49-F238E27FC236}">
                <a16:creationId xmlns:a16="http://schemas.microsoft.com/office/drawing/2014/main" id="{26C48660-6D98-4D8C-AA4B-976A068AE54D}"/>
              </a:ext>
            </a:extLst>
          </p:cNvPr>
          <p:cNvSpPr>
            <a:spLocks noGrp="1"/>
          </p:cNvSpPr>
          <p:nvPr/>
        </p:nvSpPr>
        <p:spPr>
          <a:xfrm>
            <a:off x="1576388" y="288607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3" name="!!source-2-dom-5-1-3-1-1-0-0-text-0">
            <a:extLst>
              <a:ext uri="{FF2B5EF4-FFF2-40B4-BE49-F238E27FC236}">
                <a16:creationId xmlns:a16="http://schemas.microsoft.com/office/drawing/2014/main" id="{6E0E7020-2CB1-4A04-A75C-3770180AD918}"/>
              </a:ext>
            </a:extLst>
          </p:cNvPr>
          <p:cNvSpPr>
            <a:spLocks noGrp="1"/>
          </p:cNvSpPr>
          <p:nvPr/>
        </p:nvSpPr>
        <p:spPr>
          <a:xfrm>
            <a:off x="2047875" y="2724150"/>
            <a:ext cx="3061543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 sourcing</a:t>
            </a:r>
          </a:p>
        </p:txBody>
      </p:sp>
      <p:sp>
        <p:nvSpPr>
          <p:cNvPr id="24" name="!!source-2-dom-5-1-3-1-1-1-0-text-0">
            <a:extLst>
              <a:ext uri="{FF2B5EF4-FFF2-40B4-BE49-F238E27FC236}">
                <a16:creationId xmlns:a16="http://schemas.microsoft.com/office/drawing/2014/main" id="{F193E2E3-AE24-4E0C-8616-B37CB3C8D2ED}"/>
              </a:ext>
            </a:extLst>
          </p:cNvPr>
          <p:cNvSpPr>
            <a:spLocks noGrp="1"/>
          </p:cNvSpPr>
          <p:nvPr/>
        </p:nvSpPr>
        <p:spPr>
          <a:xfrm>
            <a:off x="2047875" y="3095625"/>
            <a:ext cx="343778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produced on site, or delivered</a:t>
            </a:r>
          </a:p>
        </p:txBody>
      </p:sp>
      <p:sp>
        <p:nvSpPr>
          <p:cNvPr id="25" name="!!source-2-dom-5-1-3-3-0-outline">
            <a:extLst>
              <a:ext uri="{FF2B5EF4-FFF2-40B4-BE49-F238E27FC236}">
                <a16:creationId xmlns:a16="http://schemas.microsoft.com/office/drawing/2014/main" id="{DC8BE095-7A8B-49FD-8FA4-681057AB3CD7}"/>
              </a:ext>
            </a:extLst>
          </p:cNvPr>
          <p:cNvSpPr>
            <a:spLocks noGrp="1"/>
          </p:cNvSpPr>
          <p:nvPr/>
        </p:nvSpPr>
        <p:spPr>
          <a:xfrm>
            <a:off x="1395412" y="4745980"/>
            <a:ext cx="1989088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2-dom-5-1-3-3-0-0-0-text-0">
            <a:extLst>
              <a:ext uri="{FF2B5EF4-FFF2-40B4-BE49-F238E27FC236}">
                <a16:creationId xmlns:a16="http://schemas.microsoft.com/office/drawing/2014/main" id="{A8369614-5B12-4B48-8765-D6DA5268799E}"/>
              </a:ext>
            </a:extLst>
          </p:cNvPr>
          <p:cNvSpPr>
            <a:spLocks noGrp="1"/>
          </p:cNvSpPr>
          <p:nvPr/>
        </p:nvSpPr>
        <p:spPr>
          <a:xfrm>
            <a:off x="1581150" y="4874568"/>
            <a:ext cx="166523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Electrolyser</a:t>
            </a:r>
          </a:p>
        </p:txBody>
      </p:sp>
      <p:sp>
        <p:nvSpPr>
          <p:cNvPr id="27" name="!!source-2-dom-5-1-3-3-0-1-0-text-0">
            <a:extLst>
              <a:ext uri="{FF2B5EF4-FFF2-40B4-BE49-F238E27FC236}">
                <a16:creationId xmlns:a16="http://schemas.microsoft.com/office/drawing/2014/main" id="{0DFF2EB7-DBBD-4DD4-B749-53A55C39BD85}"/>
              </a:ext>
            </a:extLst>
          </p:cNvPr>
          <p:cNvSpPr>
            <a:spLocks noGrp="1"/>
          </p:cNvSpPr>
          <p:nvPr/>
        </p:nvSpPr>
        <p:spPr>
          <a:xfrm>
            <a:off x="2012305" y="5236518"/>
            <a:ext cx="80292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 site</a:t>
            </a:r>
          </a:p>
        </p:txBody>
      </p:sp>
      <p:sp>
        <p:nvSpPr>
          <p:cNvPr id="28" name="!!source-2-dom-5-1-3-3-1-0-fill">
            <a:extLst>
              <a:ext uri="{FF2B5EF4-FFF2-40B4-BE49-F238E27FC236}">
                <a16:creationId xmlns:a16="http://schemas.microsoft.com/office/drawing/2014/main" id="{A2FFDABA-D76A-4D6A-B161-FADBAFCE6A2D}"/>
              </a:ext>
            </a:extLst>
          </p:cNvPr>
          <p:cNvSpPr>
            <a:spLocks noGrp="1"/>
          </p:cNvSpPr>
          <p:nvPr/>
        </p:nvSpPr>
        <p:spPr>
          <a:xfrm>
            <a:off x="3398788" y="5174605"/>
            <a:ext cx="1115913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2-dom-5-1-3-3-1-1-border-Top">
            <a:extLst>
              <a:ext uri="{FF2B5EF4-FFF2-40B4-BE49-F238E27FC236}">
                <a16:creationId xmlns:a16="http://schemas.microsoft.com/office/drawing/2014/main" id="{F9E57D80-BB59-4F5F-A043-A2409494559C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2-dom-5-1-3-3-1-1-border-Bottom">
            <a:extLst>
              <a:ext uri="{FF2B5EF4-FFF2-40B4-BE49-F238E27FC236}">
                <a16:creationId xmlns:a16="http://schemas.microsoft.com/office/drawing/2014/main" id="{361AE736-3B98-4A43-B395-B71DAAFA01A9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2-dom-5-1-3-3-1-1-border-Left">
            <a:extLst>
              <a:ext uri="{FF2B5EF4-FFF2-40B4-BE49-F238E27FC236}">
                <a16:creationId xmlns:a16="http://schemas.microsoft.com/office/drawing/2014/main" id="{F593F8E3-DA69-4BC0-9C5C-9AEA8AB6AE10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2-dom-5-1-3-3-2-fill">
            <a:extLst>
              <a:ext uri="{FF2B5EF4-FFF2-40B4-BE49-F238E27FC236}">
                <a16:creationId xmlns:a16="http://schemas.microsoft.com/office/drawing/2014/main" id="{A3158F5A-9BF3-4B3A-9A44-782073E1EE05}"/>
              </a:ext>
            </a:extLst>
          </p:cNvPr>
          <p:cNvSpPr>
            <a:spLocks noGrp="1"/>
          </p:cNvSpPr>
          <p:nvPr/>
        </p:nvSpPr>
        <p:spPr>
          <a:xfrm>
            <a:off x="4667101" y="4731693"/>
            <a:ext cx="2487513" cy="9239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2-dom-5-1-3-3-2-outline">
            <a:extLst>
              <a:ext uri="{FF2B5EF4-FFF2-40B4-BE49-F238E27FC236}">
                <a16:creationId xmlns:a16="http://schemas.microsoft.com/office/drawing/2014/main" id="{627A48FE-43D6-4864-BE43-6B311824E688}"/>
              </a:ext>
            </a:extLst>
          </p:cNvPr>
          <p:cNvSpPr>
            <a:spLocks noGrp="1"/>
          </p:cNvSpPr>
          <p:nvPr/>
        </p:nvSpPr>
        <p:spPr>
          <a:xfrm>
            <a:off x="4681388" y="4745980"/>
            <a:ext cx="2458938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2-dom-5-1-3-3-2-0-0-text-0">
            <a:extLst>
              <a:ext uri="{FF2B5EF4-FFF2-40B4-BE49-F238E27FC236}">
                <a16:creationId xmlns:a16="http://schemas.microsoft.com/office/drawing/2014/main" id="{8B8863B8-451C-4B95-87FF-8251F4225A42}"/>
              </a:ext>
            </a:extLst>
          </p:cNvPr>
          <p:cNvSpPr>
            <a:spLocks noGrp="1"/>
          </p:cNvSpPr>
          <p:nvPr/>
        </p:nvSpPr>
        <p:spPr>
          <a:xfrm>
            <a:off x="4867126" y="4874568"/>
            <a:ext cx="213508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Station storage</a:t>
            </a:r>
          </a:p>
        </p:txBody>
      </p:sp>
      <p:sp>
        <p:nvSpPr>
          <p:cNvPr id="35" name="!!source-2-dom-5-1-3-3-2-1-0-text-0">
            <a:extLst>
              <a:ext uri="{FF2B5EF4-FFF2-40B4-BE49-F238E27FC236}">
                <a16:creationId xmlns:a16="http://schemas.microsoft.com/office/drawing/2014/main" id="{95F3D469-62AD-4686-A51A-522C01275DF0}"/>
              </a:ext>
            </a:extLst>
          </p:cNvPr>
          <p:cNvSpPr>
            <a:spLocks noGrp="1"/>
          </p:cNvSpPr>
          <p:nvPr/>
        </p:nvSpPr>
        <p:spPr>
          <a:xfrm>
            <a:off x="5253632" y="5236518"/>
            <a:ext cx="136207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pressurised</a:t>
            </a:r>
          </a:p>
        </p:txBody>
      </p:sp>
      <p:sp>
        <p:nvSpPr>
          <p:cNvPr id="36" name="!!source-2-dom-5-1-3-3-3-0-border-Top">
            <a:extLst>
              <a:ext uri="{FF2B5EF4-FFF2-40B4-BE49-F238E27FC236}">
                <a16:creationId xmlns:a16="http://schemas.microsoft.com/office/drawing/2014/main" id="{E024CF01-FBA5-4B78-A83A-4F54A240BCFC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2-dom-5-1-3-3-3-0-border-Right">
            <a:extLst>
              <a:ext uri="{FF2B5EF4-FFF2-40B4-BE49-F238E27FC236}">
                <a16:creationId xmlns:a16="http://schemas.microsoft.com/office/drawing/2014/main" id="{259A5F7B-6D17-4C04-A398-B0F04FFD6A30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152400" y="0"/>
                </a:moveTo>
                <a:lnTo>
                  <a:pt x="152400" y="190500"/>
                </a:lnTo>
                <a:lnTo>
                  <a:pt x="0" y="9525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2-dom-5-1-3-3-3-0-border-Bottom">
            <a:extLst>
              <a:ext uri="{FF2B5EF4-FFF2-40B4-BE49-F238E27FC236}">
                <a16:creationId xmlns:a16="http://schemas.microsoft.com/office/drawing/2014/main" id="{31173EA6-8548-447C-A8E2-B984AE498ED9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2-dom-5-1-3-3-3-1-fill">
            <a:extLst>
              <a:ext uri="{FF2B5EF4-FFF2-40B4-BE49-F238E27FC236}">
                <a16:creationId xmlns:a16="http://schemas.microsoft.com/office/drawing/2014/main" id="{F51D1513-EB36-4511-9017-C7A047350F27}"/>
              </a:ext>
            </a:extLst>
          </p:cNvPr>
          <p:cNvSpPr>
            <a:spLocks noGrp="1"/>
          </p:cNvSpPr>
          <p:nvPr/>
        </p:nvSpPr>
        <p:spPr>
          <a:xfrm>
            <a:off x="7307015" y="5174605"/>
            <a:ext cx="1115913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2-dom-5-1-3-3-4-outline">
            <a:extLst>
              <a:ext uri="{FF2B5EF4-FFF2-40B4-BE49-F238E27FC236}">
                <a16:creationId xmlns:a16="http://schemas.microsoft.com/office/drawing/2014/main" id="{BD46D3F6-A639-4285-89E2-34646A3A5B41}"/>
              </a:ext>
            </a:extLst>
          </p:cNvPr>
          <p:cNvSpPr>
            <a:spLocks noGrp="1"/>
          </p:cNvSpPr>
          <p:nvPr/>
        </p:nvSpPr>
        <p:spPr>
          <a:xfrm>
            <a:off x="8437215" y="4745980"/>
            <a:ext cx="1940272" cy="895350"/>
          </a:xfrm>
          <a:prstGeom prst="rect">
            <a:avLst/>
          </a:prstGeom>
          <a:noFill/>
          <a:ln w="28575">
            <a:solidFill>
              <a:srgbClr val="8A7B71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2-dom-5-1-3-3-4-0-0-text-0">
            <a:extLst>
              <a:ext uri="{FF2B5EF4-FFF2-40B4-BE49-F238E27FC236}">
                <a16:creationId xmlns:a16="http://schemas.microsoft.com/office/drawing/2014/main" id="{B51E0808-80C6-428D-8FAF-CDAA3F3334C5}"/>
              </a:ext>
            </a:extLst>
          </p:cNvPr>
          <p:cNvSpPr>
            <a:spLocks noGrp="1"/>
          </p:cNvSpPr>
          <p:nvPr/>
        </p:nvSpPr>
        <p:spPr>
          <a:xfrm>
            <a:off x="8622952" y="4874568"/>
            <a:ext cx="1616423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Tube trailer</a:t>
            </a:r>
          </a:p>
        </p:txBody>
      </p:sp>
      <p:sp>
        <p:nvSpPr>
          <p:cNvPr id="42" name="!!source-2-dom-5-1-3-3-4-1-0-text-0">
            <a:extLst>
              <a:ext uri="{FF2B5EF4-FFF2-40B4-BE49-F238E27FC236}">
                <a16:creationId xmlns:a16="http://schemas.microsoft.com/office/drawing/2014/main" id="{E797F449-39B9-42E4-AE0E-598A6FEBD79F}"/>
              </a:ext>
            </a:extLst>
          </p:cNvPr>
          <p:cNvSpPr>
            <a:spLocks noGrp="1"/>
          </p:cNvSpPr>
          <p:nvPr/>
        </p:nvSpPr>
        <p:spPr>
          <a:xfrm>
            <a:off x="9029105" y="5236518"/>
            <a:ext cx="8039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off site</a:t>
            </a:r>
          </a:p>
        </p:txBody>
      </p:sp>
      <p:sp>
        <p:nvSpPr>
          <p:cNvPr id="43" name="!!source-2-dom-5-1-3-5-0-text-0">
            <a:extLst>
              <a:ext uri="{FF2B5EF4-FFF2-40B4-BE49-F238E27FC236}">
                <a16:creationId xmlns:a16="http://schemas.microsoft.com/office/drawing/2014/main" id="{2D4F0950-D4A9-41F9-A161-F182189290B5}"/>
              </a:ext>
            </a:extLst>
          </p:cNvPr>
          <p:cNvSpPr>
            <a:spLocks noGrp="1"/>
          </p:cNvSpPr>
          <p:nvPr/>
        </p:nvSpPr>
        <p:spPr>
          <a:xfrm>
            <a:off x="1381125" y="7034510"/>
            <a:ext cx="495463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Which source, and when, is a decision.</a:t>
            </a:r>
          </a:p>
        </p:txBody>
      </p:sp>
      <p:sp>
        <p:nvSpPr>
          <p:cNvPr id="44" name="!!source-2-dom-5-5-fill">
            <a:extLst>
              <a:ext uri="{FF2B5EF4-FFF2-40B4-BE49-F238E27FC236}">
                <a16:creationId xmlns:a16="http://schemas.microsoft.com/office/drawing/2014/main" id="{2D44FCEB-38AB-4E4F-992E-1469D5AEA7E0}"/>
              </a:ext>
            </a:extLst>
          </p:cNvPr>
          <p:cNvSpPr>
            <a:spLocks noGrp="1"/>
          </p:cNvSpPr>
          <p:nvPr/>
        </p:nvSpPr>
        <p:spPr>
          <a:xfrm>
            <a:off x="3238500" y="2466975"/>
            <a:ext cx="190500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2-dom-5-5-outline">
            <a:extLst>
              <a:ext uri="{FF2B5EF4-FFF2-40B4-BE49-F238E27FC236}">
                <a16:creationId xmlns:a16="http://schemas.microsoft.com/office/drawing/2014/main" id="{04D96253-3A1C-4BD7-A656-7BA61B051895}"/>
              </a:ext>
            </a:extLst>
          </p:cNvPr>
          <p:cNvSpPr>
            <a:spLocks noGrp="1"/>
          </p:cNvSpPr>
          <p:nvPr/>
        </p:nvSpPr>
        <p:spPr>
          <a:xfrm>
            <a:off x="3252788" y="2481263"/>
            <a:ext cx="1876425" cy="5136059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!!source-2-dom-5-5-1-1-fill">
            <a:extLst>
              <a:ext uri="{FF2B5EF4-FFF2-40B4-BE49-F238E27FC236}">
                <a16:creationId xmlns:a16="http://schemas.microsoft.com/office/drawing/2014/main" id="{31195EB7-DEC2-4A72-B886-8BF03963BC57}"/>
              </a:ext>
            </a:extLst>
          </p:cNvPr>
          <p:cNvSpPr>
            <a:spLocks noGrp="1"/>
          </p:cNvSpPr>
          <p:nvPr/>
        </p:nvSpPr>
        <p:spPr>
          <a:xfrm>
            <a:off x="3886200" y="3134767"/>
            <a:ext cx="609600" cy="6096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2-dom-5-5-1-1-0-text-0">
            <a:extLst>
              <a:ext uri="{FF2B5EF4-FFF2-40B4-BE49-F238E27FC236}">
                <a16:creationId xmlns:a16="http://schemas.microsoft.com/office/drawing/2014/main" id="{5922CA63-56DC-49F9-814F-AA86C2241734}"/>
              </a:ext>
            </a:extLst>
          </p:cNvPr>
          <p:cNvSpPr>
            <a:spLocks noGrp="1"/>
          </p:cNvSpPr>
          <p:nvPr/>
        </p:nvSpPr>
        <p:spPr>
          <a:xfrm>
            <a:off x="4106615" y="3263354"/>
            <a:ext cx="2162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8" name="!!source-2-dom-5-5-1-3-0-text-0">
            <a:extLst>
              <a:ext uri="{FF2B5EF4-FFF2-40B4-BE49-F238E27FC236}">
                <a16:creationId xmlns:a16="http://schemas.microsoft.com/office/drawing/2014/main" id="{0E5C456D-71B9-41CF-8435-1D149DB6B41C}"/>
              </a:ext>
            </a:extLst>
          </p:cNvPr>
          <p:cNvSpPr>
            <a:spLocks noGrp="1"/>
          </p:cNvSpPr>
          <p:nvPr/>
        </p:nvSpPr>
        <p:spPr>
          <a:xfrm>
            <a:off x="3377654" y="3934867"/>
            <a:ext cx="16744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FLEXIBILITY</a:t>
            </a:r>
          </a:p>
        </p:txBody>
      </p:sp>
      <p:sp>
        <p:nvSpPr>
          <p:cNvPr id="49" name="!!source-2-dom-5-5-1-5-0-text-0">
            <a:extLst>
              <a:ext uri="{FF2B5EF4-FFF2-40B4-BE49-F238E27FC236}">
                <a16:creationId xmlns:a16="http://schemas.microsoft.com/office/drawing/2014/main" id="{1A7162AE-EEE2-4DDA-90CA-24D2BEE9C9C1}"/>
              </a:ext>
            </a:extLst>
          </p:cNvPr>
          <p:cNvSpPr>
            <a:spLocks noGrp="1"/>
          </p:cNvSpPr>
          <p:nvPr/>
        </p:nvSpPr>
        <p:spPr>
          <a:xfrm>
            <a:off x="3554313" y="4401592"/>
            <a:ext cx="132099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Electrical</a:t>
            </a:r>
          </a:p>
        </p:txBody>
      </p:sp>
      <p:sp>
        <p:nvSpPr>
          <p:cNvPr id="50" name="!!source-2-dom-5-5-1-5-0-text-1">
            <a:extLst>
              <a:ext uri="{FF2B5EF4-FFF2-40B4-BE49-F238E27FC236}">
                <a16:creationId xmlns:a16="http://schemas.microsoft.com/office/drawing/2014/main" id="{AC1F4AA2-C49F-4369-8806-270A2E4CD651}"/>
              </a:ext>
            </a:extLst>
          </p:cNvPr>
          <p:cNvSpPr>
            <a:spLocks noGrp="1"/>
          </p:cNvSpPr>
          <p:nvPr/>
        </p:nvSpPr>
        <p:spPr>
          <a:xfrm>
            <a:off x="3709244" y="4734967"/>
            <a:ext cx="101098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energy</a:t>
            </a:r>
          </a:p>
        </p:txBody>
      </p:sp>
      <p:sp>
        <p:nvSpPr>
          <p:cNvPr id="51" name="!!source-2-dom-5-5-1-5-0-text-2">
            <a:extLst>
              <a:ext uri="{FF2B5EF4-FFF2-40B4-BE49-F238E27FC236}">
                <a16:creationId xmlns:a16="http://schemas.microsoft.com/office/drawing/2014/main" id="{3BD6BBB6-41A5-42F6-A725-03332326F975}"/>
              </a:ext>
            </a:extLst>
          </p:cNvPr>
          <p:cNvSpPr>
            <a:spLocks noGrp="1"/>
          </p:cNvSpPr>
          <p:nvPr/>
        </p:nvSpPr>
        <p:spPr>
          <a:xfrm>
            <a:off x="3591371" y="5068341"/>
            <a:ext cx="1246733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sourcing</a:t>
            </a:r>
          </a:p>
        </p:txBody>
      </p:sp>
      <p:sp>
        <p:nvSpPr>
          <p:cNvPr id="52" name="!!source-2-dom-5-5-1-7-0-0-text-0">
            <a:extLst>
              <a:ext uri="{FF2B5EF4-FFF2-40B4-BE49-F238E27FC236}">
                <a16:creationId xmlns:a16="http://schemas.microsoft.com/office/drawing/2014/main" id="{04FE59C3-42BE-492E-9F93-88B71908B467}"/>
              </a:ext>
            </a:extLst>
          </p:cNvPr>
          <p:cNvSpPr>
            <a:spLocks noGrp="1"/>
          </p:cNvSpPr>
          <p:nvPr/>
        </p:nvSpPr>
        <p:spPr>
          <a:xfrm>
            <a:off x="3533775" y="5592217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renewables</a:t>
            </a:r>
          </a:p>
        </p:txBody>
      </p:sp>
      <p:sp>
        <p:nvSpPr>
          <p:cNvPr id="53" name="!!source-2-dom-5-5-1-7-1-0-text-0">
            <a:extLst>
              <a:ext uri="{FF2B5EF4-FFF2-40B4-BE49-F238E27FC236}">
                <a16:creationId xmlns:a16="http://schemas.microsoft.com/office/drawing/2014/main" id="{ED7032C9-F6C1-4B58-B3EE-07F533AF6281}"/>
              </a:ext>
            </a:extLst>
          </p:cNvPr>
          <p:cNvSpPr>
            <a:spLocks noGrp="1"/>
          </p:cNvSpPr>
          <p:nvPr/>
        </p:nvSpPr>
        <p:spPr>
          <a:xfrm>
            <a:off x="3763268" y="5954167"/>
            <a:ext cx="9029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storage</a:t>
            </a:r>
          </a:p>
        </p:txBody>
      </p:sp>
      <p:sp>
        <p:nvSpPr>
          <p:cNvPr id="54" name="!!source-2-dom-5-5-1-7-2-0-text-0">
            <a:extLst>
              <a:ext uri="{FF2B5EF4-FFF2-40B4-BE49-F238E27FC236}">
                <a16:creationId xmlns:a16="http://schemas.microsoft.com/office/drawing/2014/main" id="{4CCF07C2-C4C0-49C8-9E13-41EFF612F83C}"/>
              </a:ext>
            </a:extLst>
          </p:cNvPr>
          <p:cNvSpPr>
            <a:spLocks noGrp="1"/>
          </p:cNvSpPr>
          <p:nvPr/>
        </p:nvSpPr>
        <p:spPr>
          <a:xfrm>
            <a:off x="3959423" y="6316117"/>
            <a:ext cx="51063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grid</a:t>
            </a:r>
          </a:p>
        </p:txBody>
      </p:sp>
      <p:sp>
        <p:nvSpPr>
          <p:cNvPr id="55" name="!!source-2-dom-5-5-1-7-3-0-text-0">
            <a:extLst>
              <a:ext uri="{FF2B5EF4-FFF2-40B4-BE49-F238E27FC236}">
                <a16:creationId xmlns:a16="http://schemas.microsoft.com/office/drawing/2014/main" id="{1110AAF6-81A4-4959-B3E8-17DD2E1C8D10}"/>
              </a:ext>
            </a:extLst>
          </p:cNvPr>
          <p:cNvSpPr>
            <a:spLocks noGrp="1"/>
          </p:cNvSpPr>
          <p:nvPr/>
        </p:nvSpPr>
        <p:spPr>
          <a:xfrm>
            <a:off x="3775919" y="6678067"/>
            <a:ext cx="87778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market</a:t>
            </a:r>
          </a:p>
        </p:txBody>
      </p:sp>
      <p:sp>
        <p:nvSpPr>
          <p:cNvPr id="56" name="!!source-2-dom-5-5-3-1-0-fill">
            <a:extLst>
              <a:ext uri="{FF2B5EF4-FFF2-40B4-BE49-F238E27FC236}">
                <a16:creationId xmlns:a16="http://schemas.microsoft.com/office/drawing/2014/main" id="{D4C35B36-C04E-4046-9570-FE24E571BA8C}"/>
              </a:ext>
            </a:extLst>
          </p:cNvPr>
          <p:cNvSpPr>
            <a:spLocks noGrp="1"/>
          </p:cNvSpPr>
          <p:nvPr/>
        </p:nvSpPr>
        <p:spPr>
          <a:xfrm>
            <a:off x="3571875" y="28003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2-dom-5-5-3-1-0-0-text-0">
            <a:extLst>
              <a:ext uri="{FF2B5EF4-FFF2-40B4-BE49-F238E27FC236}">
                <a16:creationId xmlns:a16="http://schemas.microsoft.com/office/drawing/2014/main" id="{C9FE6344-5BC5-4AB6-8F3E-C7708C7BCDF2}"/>
              </a:ext>
            </a:extLst>
          </p:cNvPr>
          <p:cNvSpPr>
            <a:spLocks noGrp="1"/>
          </p:cNvSpPr>
          <p:nvPr/>
        </p:nvSpPr>
        <p:spPr>
          <a:xfrm>
            <a:off x="3740795" y="2886075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8" name="!!source-2-dom-5-5-3-1-1-0-0-text-0">
            <a:extLst>
              <a:ext uri="{FF2B5EF4-FFF2-40B4-BE49-F238E27FC236}">
                <a16:creationId xmlns:a16="http://schemas.microsoft.com/office/drawing/2014/main" id="{57364835-1F6C-4810-862E-F6093A29ACA1}"/>
              </a:ext>
            </a:extLst>
          </p:cNvPr>
          <p:cNvSpPr>
            <a:spLocks noGrp="1"/>
          </p:cNvSpPr>
          <p:nvPr/>
        </p:nvSpPr>
        <p:spPr>
          <a:xfrm>
            <a:off x="4238625" y="2724150"/>
            <a:ext cx="4142333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Electrical energy sourcing</a:t>
            </a:r>
          </a:p>
        </p:txBody>
      </p:sp>
      <p:sp>
        <p:nvSpPr>
          <p:cNvPr id="59" name="!!source-2-dom-5-5-3-1-1-1-0-text-0">
            <a:extLst>
              <a:ext uri="{FF2B5EF4-FFF2-40B4-BE49-F238E27FC236}">
                <a16:creationId xmlns:a16="http://schemas.microsoft.com/office/drawing/2014/main" id="{8DAF89FF-294F-4B85-A601-58831C51A66C}"/>
              </a:ext>
            </a:extLst>
          </p:cNvPr>
          <p:cNvSpPr>
            <a:spLocks noGrp="1"/>
          </p:cNvSpPr>
          <p:nvPr/>
        </p:nvSpPr>
        <p:spPr>
          <a:xfrm>
            <a:off x="4238625" y="3095625"/>
            <a:ext cx="399514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one bus, several sources, two loads</a:t>
            </a:r>
          </a:p>
        </p:txBody>
      </p:sp>
      <p:sp>
        <p:nvSpPr>
          <p:cNvPr id="60" name="!!source-2-dom-5-5-3-3-0-0-0-outline">
            <a:extLst>
              <a:ext uri="{FF2B5EF4-FFF2-40B4-BE49-F238E27FC236}">
                <a16:creationId xmlns:a16="http://schemas.microsoft.com/office/drawing/2014/main" id="{B9CE898F-1A1D-41B4-BD34-0065F78755DA}"/>
              </a:ext>
            </a:extLst>
          </p:cNvPr>
          <p:cNvSpPr>
            <a:spLocks noGrp="1"/>
          </p:cNvSpPr>
          <p:nvPr/>
        </p:nvSpPr>
        <p:spPr>
          <a:xfrm>
            <a:off x="3586163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!!source-2-dom-5-5-3-3-0-0-0-0-0-text-0">
            <a:extLst>
              <a:ext uri="{FF2B5EF4-FFF2-40B4-BE49-F238E27FC236}">
                <a16:creationId xmlns:a16="http://schemas.microsoft.com/office/drawing/2014/main" id="{1E762F36-B731-4920-94C9-3E24BB5721F8}"/>
              </a:ext>
            </a:extLst>
          </p:cNvPr>
          <p:cNvSpPr>
            <a:spLocks noGrp="1"/>
          </p:cNvSpPr>
          <p:nvPr/>
        </p:nvSpPr>
        <p:spPr>
          <a:xfrm>
            <a:off x="3791099" y="4026842"/>
            <a:ext cx="171881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Renewables</a:t>
            </a:r>
          </a:p>
        </p:txBody>
      </p:sp>
      <p:sp>
        <p:nvSpPr>
          <p:cNvPr id="62" name="!!source-2-dom-5-5-3-3-0-0-0-1-0-text-0">
            <a:extLst>
              <a:ext uri="{FF2B5EF4-FFF2-40B4-BE49-F238E27FC236}">
                <a16:creationId xmlns:a16="http://schemas.microsoft.com/office/drawing/2014/main" id="{0B4DC920-2892-4CF2-B337-3B471ECD0D45}"/>
              </a:ext>
            </a:extLst>
          </p:cNvPr>
          <p:cNvSpPr>
            <a:spLocks noGrp="1"/>
          </p:cNvSpPr>
          <p:nvPr/>
        </p:nvSpPr>
        <p:spPr>
          <a:xfrm>
            <a:off x="4130576" y="4388793"/>
            <a:ext cx="103986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PV, wind</a:t>
            </a:r>
          </a:p>
        </p:txBody>
      </p:sp>
      <p:sp>
        <p:nvSpPr>
          <p:cNvPr id="63" name="!!source-2-dom-5-5-3-3-0-0-1-0-fill">
            <a:extLst>
              <a:ext uri="{FF2B5EF4-FFF2-40B4-BE49-F238E27FC236}">
                <a16:creationId xmlns:a16="http://schemas.microsoft.com/office/drawing/2014/main" id="{188A7830-5F96-4E8C-937A-17CBEBE77C81}"/>
              </a:ext>
            </a:extLst>
          </p:cNvPr>
          <p:cNvSpPr>
            <a:spLocks noGrp="1"/>
          </p:cNvSpPr>
          <p:nvPr/>
        </p:nvSpPr>
        <p:spPr>
          <a:xfrm>
            <a:off x="4607719" y="4807893"/>
            <a:ext cx="38100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2-dom-5-5-3-3-0-1-0-outline">
            <a:extLst>
              <a:ext uri="{FF2B5EF4-FFF2-40B4-BE49-F238E27FC236}">
                <a16:creationId xmlns:a16="http://schemas.microsoft.com/office/drawing/2014/main" id="{6F2B9E85-58B1-4BD4-8A81-3FB9FE5E5C4E}"/>
              </a:ext>
            </a:extLst>
          </p:cNvPr>
          <p:cNvSpPr>
            <a:spLocks noGrp="1"/>
          </p:cNvSpPr>
          <p:nvPr/>
        </p:nvSpPr>
        <p:spPr>
          <a:xfrm>
            <a:off x="5886450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2-dom-5-5-3-3-0-1-0-0-0-text-0">
            <a:extLst>
              <a:ext uri="{FF2B5EF4-FFF2-40B4-BE49-F238E27FC236}">
                <a16:creationId xmlns:a16="http://schemas.microsoft.com/office/drawing/2014/main" id="{9EEB65E0-CB2B-4886-B3BA-55118FF3735C}"/>
              </a:ext>
            </a:extLst>
          </p:cNvPr>
          <p:cNvSpPr>
            <a:spLocks noGrp="1"/>
          </p:cNvSpPr>
          <p:nvPr/>
        </p:nvSpPr>
        <p:spPr>
          <a:xfrm>
            <a:off x="6396186" y="4026842"/>
            <a:ext cx="110936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Storage</a:t>
            </a:r>
          </a:p>
        </p:txBody>
      </p:sp>
      <p:sp>
        <p:nvSpPr>
          <p:cNvPr id="66" name="!!source-2-dom-5-5-3-3-0-1-0-1-0-text-0">
            <a:extLst>
              <a:ext uri="{FF2B5EF4-FFF2-40B4-BE49-F238E27FC236}">
                <a16:creationId xmlns:a16="http://schemas.microsoft.com/office/drawing/2014/main" id="{97B26399-5274-4AD8-B561-1D8DCB0EF54F}"/>
              </a:ext>
            </a:extLst>
          </p:cNvPr>
          <p:cNvSpPr>
            <a:spLocks noGrp="1"/>
          </p:cNvSpPr>
          <p:nvPr/>
        </p:nvSpPr>
        <p:spPr>
          <a:xfrm>
            <a:off x="6517184" y="4388793"/>
            <a:ext cx="86722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battery</a:t>
            </a:r>
          </a:p>
        </p:txBody>
      </p:sp>
      <p:sp>
        <p:nvSpPr>
          <p:cNvPr id="67" name="!!source-2-dom-5-5-3-3-0-1-1-0-fill">
            <a:extLst>
              <a:ext uri="{FF2B5EF4-FFF2-40B4-BE49-F238E27FC236}">
                <a16:creationId xmlns:a16="http://schemas.microsoft.com/office/drawing/2014/main" id="{CAAB3918-3509-4BAD-9AE8-CB215055A363}"/>
              </a:ext>
            </a:extLst>
          </p:cNvPr>
          <p:cNvSpPr>
            <a:spLocks noGrp="1"/>
          </p:cNvSpPr>
          <p:nvPr/>
        </p:nvSpPr>
        <p:spPr>
          <a:xfrm>
            <a:off x="6908007" y="4807893"/>
            <a:ext cx="38100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2-dom-5-5-3-3-0-2-0-outline">
            <a:extLst>
              <a:ext uri="{FF2B5EF4-FFF2-40B4-BE49-F238E27FC236}">
                <a16:creationId xmlns:a16="http://schemas.microsoft.com/office/drawing/2014/main" id="{F3AD666E-DC78-4CD0-A5E6-90AD6A47C396}"/>
              </a:ext>
            </a:extLst>
          </p:cNvPr>
          <p:cNvSpPr>
            <a:spLocks noGrp="1"/>
          </p:cNvSpPr>
          <p:nvPr/>
        </p:nvSpPr>
        <p:spPr>
          <a:xfrm>
            <a:off x="8186737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2-dom-5-5-3-3-0-2-0-0-0-text-0">
            <a:extLst>
              <a:ext uri="{FF2B5EF4-FFF2-40B4-BE49-F238E27FC236}">
                <a16:creationId xmlns:a16="http://schemas.microsoft.com/office/drawing/2014/main" id="{618CF811-B8E8-4720-8284-C752DC7FD9E4}"/>
              </a:ext>
            </a:extLst>
          </p:cNvPr>
          <p:cNvSpPr>
            <a:spLocks noGrp="1"/>
          </p:cNvSpPr>
          <p:nvPr/>
        </p:nvSpPr>
        <p:spPr>
          <a:xfrm>
            <a:off x="8938767" y="4026842"/>
            <a:ext cx="6246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Grid</a:t>
            </a:r>
          </a:p>
        </p:txBody>
      </p:sp>
      <p:sp>
        <p:nvSpPr>
          <p:cNvPr id="70" name="!!source-2-dom-5-5-3-3-0-2-0-1-0-text-0">
            <a:extLst>
              <a:ext uri="{FF2B5EF4-FFF2-40B4-BE49-F238E27FC236}">
                <a16:creationId xmlns:a16="http://schemas.microsoft.com/office/drawing/2014/main" id="{DDA82164-2D0C-4612-805C-5539DFE51BD3}"/>
              </a:ext>
            </a:extLst>
          </p:cNvPr>
          <p:cNvSpPr>
            <a:spLocks noGrp="1"/>
          </p:cNvSpPr>
          <p:nvPr/>
        </p:nvSpPr>
        <p:spPr>
          <a:xfrm>
            <a:off x="8405366" y="4388793"/>
            <a:ext cx="169158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import, export</a:t>
            </a:r>
          </a:p>
        </p:txBody>
      </p:sp>
      <p:sp>
        <p:nvSpPr>
          <p:cNvPr id="71" name="!!source-2-dom-5-5-3-3-0-2-1-0-fill">
            <a:extLst>
              <a:ext uri="{FF2B5EF4-FFF2-40B4-BE49-F238E27FC236}">
                <a16:creationId xmlns:a16="http://schemas.microsoft.com/office/drawing/2014/main" id="{E3596A17-32FD-429E-A482-CA0AEE4B3CEC}"/>
              </a:ext>
            </a:extLst>
          </p:cNvPr>
          <p:cNvSpPr>
            <a:spLocks noGrp="1"/>
          </p:cNvSpPr>
          <p:nvPr/>
        </p:nvSpPr>
        <p:spPr>
          <a:xfrm>
            <a:off x="9208294" y="4807893"/>
            <a:ext cx="38099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2-dom-5-5-3-3-0-3-0-outline">
            <a:extLst>
              <a:ext uri="{FF2B5EF4-FFF2-40B4-BE49-F238E27FC236}">
                <a16:creationId xmlns:a16="http://schemas.microsoft.com/office/drawing/2014/main" id="{4EC7440B-B060-41F6-88BE-E9B5A926FA3C}"/>
              </a:ext>
            </a:extLst>
          </p:cNvPr>
          <p:cNvSpPr>
            <a:spLocks noGrp="1"/>
          </p:cNvSpPr>
          <p:nvPr/>
        </p:nvSpPr>
        <p:spPr>
          <a:xfrm>
            <a:off x="10487024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2-dom-5-5-3-3-0-3-0-0-0-text-0">
            <a:extLst>
              <a:ext uri="{FF2B5EF4-FFF2-40B4-BE49-F238E27FC236}">
                <a16:creationId xmlns:a16="http://schemas.microsoft.com/office/drawing/2014/main" id="{6CC543DB-5B15-490A-B3E1-8BB54B1FF012}"/>
              </a:ext>
            </a:extLst>
          </p:cNvPr>
          <p:cNvSpPr>
            <a:spLocks noGrp="1"/>
          </p:cNvSpPr>
          <p:nvPr/>
        </p:nvSpPr>
        <p:spPr>
          <a:xfrm>
            <a:off x="11042750" y="4026842"/>
            <a:ext cx="101738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Market</a:t>
            </a:r>
          </a:p>
        </p:txBody>
      </p:sp>
      <p:sp>
        <p:nvSpPr>
          <p:cNvPr id="74" name="!!source-2-dom-5-5-3-3-0-3-0-1-0-text-0">
            <a:extLst>
              <a:ext uri="{FF2B5EF4-FFF2-40B4-BE49-F238E27FC236}">
                <a16:creationId xmlns:a16="http://schemas.microsoft.com/office/drawing/2014/main" id="{77FFC548-CB36-4760-AEA0-0AAB50D36A02}"/>
              </a:ext>
            </a:extLst>
          </p:cNvPr>
          <p:cNvSpPr>
            <a:spLocks noGrp="1"/>
          </p:cNvSpPr>
          <p:nvPr/>
        </p:nvSpPr>
        <p:spPr>
          <a:xfrm>
            <a:off x="10678865" y="4388793"/>
            <a:ext cx="174500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prices, services</a:t>
            </a:r>
          </a:p>
        </p:txBody>
      </p:sp>
      <p:sp>
        <p:nvSpPr>
          <p:cNvPr id="75" name="!!source-2-dom-5-5-3-3-0-3-1-0-fill">
            <a:extLst>
              <a:ext uri="{FF2B5EF4-FFF2-40B4-BE49-F238E27FC236}">
                <a16:creationId xmlns:a16="http://schemas.microsoft.com/office/drawing/2014/main" id="{2A4907B5-897A-476B-9CD7-B7796CEA4E08}"/>
              </a:ext>
            </a:extLst>
          </p:cNvPr>
          <p:cNvSpPr>
            <a:spLocks noGrp="1"/>
          </p:cNvSpPr>
          <p:nvPr/>
        </p:nvSpPr>
        <p:spPr>
          <a:xfrm>
            <a:off x="11508581" y="4807893"/>
            <a:ext cx="38101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2-dom-5-5-3-3-1-0-fill">
            <a:extLst>
              <a:ext uri="{FF2B5EF4-FFF2-40B4-BE49-F238E27FC236}">
                <a16:creationId xmlns:a16="http://schemas.microsoft.com/office/drawing/2014/main" id="{F8BB53E8-D1F7-4111-8801-58F3A9CA5343}"/>
              </a:ext>
            </a:extLst>
          </p:cNvPr>
          <p:cNvSpPr>
            <a:spLocks noGrp="1"/>
          </p:cNvSpPr>
          <p:nvPr/>
        </p:nvSpPr>
        <p:spPr>
          <a:xfrm>
            <a:off x="3571875" y="5165081"/>
            <a:ext cx="3170337" cy="571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2-dom-5-5-3-3-1-1-0-text-0">
            <a:extLst>
              <a:ext uri="{FF2B5EF4-FFF2-40B4-BE49-F238E27FC236}">
                <a16:creationId xmlns:a16="http://schemas.microsoft.com/office/drawing/2014/main" id="{C4D6B06F-BA09-41FF-BB43-BA36F222C1B9}"/>
              </a:ext>
            </a:extLst>
          </p:cNvPr>
          <p:cNvSpPr>
            <a:spLocks noGrp="1"/>
          </p:cNvSpPr>
          <p:nvPr/>
        </p:nvSpPr>
        <p:spPr>
          <a:xfrm>
            <a:off x="6932712" y="5055542"/>
            <a:ext cx="233645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ELECTRICAL BUS</a:t>
            </a:r>
          </a:p>
        </p:txBody>
      </p:sp>
      <p:sp>
        <p:nvSpPr>
          <p:cNvPr id="78" name="!!source-2-dom-5-5-3-3-1-2-fill">
            <a:extLst>
              <a:ext uri="{FF2B5EF4-FFF2-40B4-BE49-F238E27FC236}">
                <a16:creationId xmlns:a16="http://schemas.microsoft.com/office/drawing/2014/main" id="{6516A8F7-5305-4D21-85C2-B5EFFFF1A7E2}"/>
              </a:ext>
            </a:extLst>
          </p:cNvPr>
          <p:cNvSpPr>
            <a:spLocks noGrp="1"/>
          </p:cNvSpPr>
          <p:nvPr/>
        </p:nvSpPr>
        <p:spPr>
          <a:xfrm>
            <a:off x="9412040" y="5165081"/>
            <a:ext cx="3170485" cy="571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2-dom-5-5-3-3-2-1-0-0-fill">
            <a:extLst>
              <a:ext uri="{FF2B5EF4-FFF2-40B4-BE49-F238E27FC236}">
                <a16:creationId xmlns:a16="http://schemas.microsoft.com/office/drawing/2014/main" id="{4EE51F47-75C7-48BE-AC19-C1739692F2CB}"/>
              </a:ext>
            </a:extLst>
          </p:cNvPr>
          <p:cNvSpPr>
            <a:spLocks noGrp="1"/>
          </p:cNvSpPr>
          <p:nvPr/>
        </p:nvSpPr>
        <p:spPr>
          <a:xfrm>
            <a:off x="6866036" y="5331767"/>
            <a:ext cx="38100" cy="247651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0" name="!!source-2-dom-5-5-3-3-2-1-1-outline">
            <a:extLst>
              <a:ext uri="{FF2B5EF4-FFF2-40B4-BE49-F238E27FC236}">
                <a16:creationId xmlns:a16="http://schemas.microsoft.com/office/drawing/2014/main" id="{A984AFDB-A048-4968-B6A5-FC971E34E93C}"/>
              </a:ext>
            </a:extLst>
          </p:cNvPr>
          <p:cNvSpPr>
            <a:spLocks noGrp="1"/>
          </p:cNvSpPr>
          <p:nvPr/>
        </p:nvSpPr>
        <p:spPr>
          <a:xfrm>
            <a:off x="5858470" y="5593705"/>
            <a:ext cx="2053382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!!source-2-dom-5-5-3-3-2-1-1-0-0-text-0">
            <a:extLst>
              <a:ext uri="{FF2B5EF4-FFF2-40B4-BE49-F238E27FC236}">
                <a16:creationId xmlns:a16="http://schemas.microsoft.com/office/drawing/2014/main" id="{0E198FF4-CF1A-43DD-88A9-2FC4421D4B26}"/>
              </a:ext>
            </a:extLst>
          </p:cNvPr>
          <p:cNvSpPr>
            <a:spLocks noGrp="1"/>
          </p:cNvSpPr>
          <p:nvPr/>
        </p:nvSpPr>
        <p:spPr>
          <a:xfrm>
            <a:off x="6076355" y="5722293"/>
            <a:ext cx="166523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Electrolyser</a:t>
            </a:r>
          </a:p>
        </p:txBody>
      </p:sp>
      <p:sp>
        <p:nvSpPr>
          <p:cNvPr id="82" name="!!source-2-dom-5-5-3-3-2-1-1-1-0-text-0">
            <a:extLst>
              <a:ext uri="{FF2B5EF4-FFF2-40B4-BE49-F238E27FC236}">
                <a16:creationId xmlns:a16="http://schemas.microsoft.com/office/drawing/2014/main" id="{D9387F29-C5E7-471D-885D-061E768A2CD9}"/>
              </a:ext>
            </a:extLst>
          </p:cNvPr>
          <p:cNvSpPr>
            <a:spLocks noGrp="1"/>
          </p:cNvSpPr>
          <p:nvPr/>
        </p:nvSpPr>
        <p:spPr>
          <a:xfrm>
            <a:off x="6246168" y="6084243"/>
            <a:ext cx="132561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production</a:t>
            </a:r>
          </a:p>
        </p:txBody>
      </p:sp>
      <p:sp>
        <p:nvSpPr>
          <p:cNvPr id="83" name="!!source-2-dom-5-5-3-3-2-2-0-0-fill">
            <a:extLst>
              <a:ext uri="{FF2B5EF4-FFF2-40B4-BE49-F238E27FC236}">
                <a16:creationId xmlns:a16="http://schemas.microsoft.com/office/drawing/2014/main" id="{CF292105-2EE6-478E-8D6F-B35C08DAC22F}"/>
              </a:ext>
            </a:extLst>
          </p:cNvPr>
          <p:cNvSpPr>
            <a:spLocks noGrp="1"/>
          </p:cNvSpPr>
          <p:nvPr/>
        </p:nvSpPr>
        <p:spPr>
          <a:xfrm>
            <a:off x="9194304" y="5331767"/>
            <a:ext cx="38099" cy="247651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4" name="!!source-2-dom-5-5-3-3-2-2-1-outline">
            <a:extLst>
              <a:ext uri="{FF2B5EF4-FFF2-40B4-BE49-F238E27FC236}">
                <a16:creationId xmlns:a16="http://schemas.microsoft.com/office/drawing/2014/main" id="{D8DFDD35-8CEA-4818-BD29-92D9B6EF495F}"/>
              </a:ext>
            </a:extLst>
          </p:cNvPr>
          <p:cNvSpPr>
            <a:spLocks noGrp="1"/>
          </p:cNvSpPr>
          <p:nvPr/>
        </p:nvSpPr>
        <p:spPr>
          <a:xfrm>
            <a:off x="8130927" y="5593705"/>
            <a:ext cx="2164855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2-dom-5-5-3-3-2-2-1-0-0-text-0">
            <a:extLst>
              <a:ext uri="{FF2B5EF4-FFF2-40B4-BE49-F238E27FC236}">
                <a16:creationId xmlns:a16="http://schemas.microsoft.com/office/drawing/2014/main" id="{453FE273-F2D6-4D07-96EF-5C0295DB3945}"/>
              </a:ext>
            </a:extLst>
          </p:cNvPr>
          <p:cNvSpPr>
            <a:spLocks noGrp="1"/>
          </p:cNvSpPr>
          <p:nvPr/>
        </p:nvSpPr>
        <p:spPr>
          <a:xfrm>
            <a:off x="8316665" y="5722293"/>
            <a:ext cx="184100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Compressors</a:t>
            </a:r>
          </a:p>
        </p:txBody>
      </p:sp>
      <p:sp>
        <p:nvSpPr>
          <p:cNvPr id="86" name="!!source-2-dom-5-5-3-3-2-2-1-1-0-text-0">
            <a:extLst>
              <a:ext uri="{FF2B5EF4-FFF2-40B4-BE49-F238E27FC236}">
                <a16:creationId xmlns:a16="http://schemas.microsoft.com/office/drawing/2014/main" id="{3C83E425-27B5-458A-9156-FCD1B958C327}"/>
              </a:ext>
            </a:extLst>
          </p:cNvPr>
          <p:cNvSpPr>
            <a:spLocks noGrp="1"/>
          </p:cNvSpPr>
          <p:nvPr/>
        </p:nvSpPr>
        <p:spPr>
          <a:xfrm>
            <a:off x="8543181" y="6084243"/>
            <a:ext cx="13879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preparation</a:t>
            </a:r>
          </a:p>
        </p:txBody>
      </p:sp>
      <p:sp>
        <p:nvSpPr>
          <p:cNvPr id="87" name="!!source-2-dom-5-5-3-5-0-text-0">
            <a:extLst>
              <a:ext uri="{FF2B5EF4-FFF2-40B4-BE49-F238E27FC236}">
                <a16:creationId xmlns:a16="http://schemas.microsoft.com/office/drawing/2014/main" id="{EED4742C-27AD-4192-9C65-2EA8F9B001C8}"/>
              </a:ext>
            </a:extLst>
          </p:cNvPr>
          <p:cNvSpPr>
            <a:spLocks noGrp="1"/>
          </p:cNvSpPr>
          <p:nvPr/>
        </p:nvSpPr>
        <p:spPr>
          <a:xfrm>
            <a:off x="3571875" y="7034510"/>
            <a:ext cx="552450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Production and compression are the loads.</a:t>
            </a:r>
          </a:p>
        </p:txBody>
      </p:sp>
      <p:sp>
        <p:nvSpPr>
          <p:cNvPr id="88" name="!!source-2-dom-5-9-fill">
            <a:extLst>
              <a:ext uri="{FF2B5EF4-FFF2-40B4-BE49-F238E27FC236}">
                <a16:creationId xmlns:a16="http://schemas.microsoft.com/office/drawing/2014/main" id="{8BBF9BC8-CCEF-4256-9DB8-167A3E5BABF8}"/>
              </a:ext>
            </a:extLst>
          </p:cNvPr>
          <p:cNvSpPr>
            <a:spLocks noGrp="1"/>
          </p:cNvSpPr>
          <p:nvPr/>
        </p:nvSpPr>
        <p:spPr>
          <a:xfrm>
            <a:off x="5429250" y="2466975"/>
            <a:ext cx="962025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9" name="!!source-2-dom-5-9-outline">
            <a:extLst>
              <a:ext uri="{FF2B5EF4-FFF2-40B4-BE49-F238E27FC236}">
                <a16:creationId xmlns:a16="http://schemas.microsoft.com/office/drawing/2014/main" id="{F4C3CD49-CB2A-439D-B0CF-41C35FCF5046}"/>
              </a:ext>
            </a:extLst>
          </p:cNvPr>
          <p:cNvSpPr>
            <a:spLocks noGrp="1"/>
          </p:cNvSpPr>
          <p:nvPr/>
        </p:nvSpPr>
        <p:spPr>
          <a:xfrm>
            <a:off x="5443538" y="2481263"/>
            <a:ext cx="9591675" cy="5136059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!!source-2-dom-5-9-1-1-fill">
            <a:extLst>
              <a:ext uri="{FF2B5EF4-FFF2-40B4-BE49-F238E27FC236}">
                <a16:creationId xmlns:a16="http://schemas.microsoft.com/office/drawing/2014/main" id="{D2DB7D5F-CC0B-4E1B-B716-2CF7B63FB16D}"/>
              </a:ext>
            </a:extLst>
          </p:cNvPr>
          <p:cNvSpPr>
            <a:spLocks noGrp="1"/>
          </p:cNvSpPr>
          <p:nvPr/>
        </p:nvSpPr>
        <p:spPr>
          <a:xfrm>
            <a:off x="9934575" y="3353842"/>
            <a:ext cx="609599" cy="6096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1" name="!!source-2-dom-5-9-1-1-0-text-0">
            <a:extLst>
              <a:ext uri="{FF2B5EF4-FFF2-40B4-BE49-F238E27FC236}">
                <a16:creationId xmlns:a16="http://schemas.microsoft.com/office/drawing/2014/main" id="{3772E2D6-7456-4FCC-88E6-AE84A0939FE2}"/>
              </a:ext>
            </a:extLst>
          </p:cNvPr>
          <p:cNvSpPr>
            <a:spLocks noGrp="1"/>
          </p:cNvSpPr>
          <p:nvPr/>
        </p:nvSpPr>
        <p:spPr>
          <a:xfrm>
            <a:off x="10154692" y="3482429"/>
            <a:ext cx="21684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2" name="!!source-2-dom-5-9-1-3-0-text-0">
            <a:extLst>
              <a:ext uri="{FF2B5EF4-FFF2-40B4-BE49-F238E27FC236}">
                <a16:creationId xmlns:a16="http://schemas.microsoft.com/office/drawing/2014/main" id="{B0C7E0DD-3F80-4D57-9EA5-213F1E40FBED}"/>
              </a:ext>
            </a:extLst>
          </p:cNvPr>
          <p:cNvSpPr>
            <a:spLocks noGrp="1"/>
          </p:cNvSpPr>
          <p:nvPr/>
        </p:nvSpPr>
        <p:spPr>
          <a:xfrm>
            <a:off x="9372153" y="4153942"/>
            <a:ext cx="178192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93" name="!!source-2-dom-5-9-1-5-0-text-0">
            <a:extLst>
              <a:ext uri="{FF2B5EF4-FFF2-40B4-BE49-F238E27FC236}">
                <a16:creationId xmlns:a16="http://schemas.microsoft.com/office/drawing/2014/main" id="{5718B8D2-92A8-42DF-BA24-8F94B5906A86}"/>
              </a:ext>
            </a:extLst>
          </p:cNvPr>
          <p:cNvSpPr>
            <a:spLocks noGrp="1"/>
          </p:cNvSpPr>
          <p:nvPr/>
        </p:nvSpPr>
        <p:spPr>
          <a:xfrm>
            <a:off x="9441657" y="4620667"/>
            <a:ext cx="164306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Pressurised</a:t>
            </a:r>
          </a:p>
        </p:txBody>
      </p:sp>
      <p:sp>
        <p:nvSpPr>
          <p:cNvPr id="94" name="!!source-2-dom-5-9-1-5-0-text-1">
            <a:extLst>
              <a:ext uri="{FF2B5EF4-FFF2-40B4-BE49-F238E27FC236}">
                <a16:creationId xmlns:a16="http://schemas.microsoft.com/office/drawing/2014/main" id="{D5DDBC02-64F4-46E2-8119-673A4CC067D5}"/>
              </a:ext>
            </a:extLst>
          </p:cNvPr>
          <p:cNvSpPr>
            <a:spLocks noGrp="1"/>
          </p:cNvSpPr>
          <p:nvPr/>
        </p:nvSpPr>
        <p:spPr>
          <a:xfrm>
            <a:off x="9422755" y="4954042"/>
            <a:ext cx="168071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storage and</a:t>
            </a:r>
          </a:p>
        </p:txBody>
      </p:sp>
      <p:sp>
        <p:nvSpPr>
          <p:cNvPr id="95" name="!!source-2-dom-5-9-1-5-0-text-2">
            <a:extLst>
              <a:ext uri="{FF2B5EF4-FFF2-40B4-BE49-F238E27FC236}">
                <a16:creationId xmlns:a16="http://schemas.microsoft.com/office/drawing/2014/main" id="{845612DB-B38E-4FDA-84AB-FABE14F4D987}"/>
              </a:ext>
            </a:extLst>
          </p:cNvPr>
          <p:cNvSpPr>
            <a:spLocks noGrp="1"/>
          </p:cNvSpPr>
          <p:nvPr/>
        </p:nvSpPr>
        <p:spPr>
          <a:xfrm>
            <a:off x="9354145" y="5287416"/>
            <a:ext cx="1818084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compression</a:t>
            </a:r>
          </a:p>
        </p:txBody>
      </p:sp>
      <p:sp>
        <p:nvSpPr>
          <p:cNvPr id="96" name="!!source-2-dom-5-9-1-7-0-0-text-0">
            <a:extLst>
              <a:ext uri="{FF2B5EF4-FFF2-40B4-BE49-F238E27FC236}">
                <a16:creationId xmlns:a16="http://schemas.microsoft.com/office/drawing/2014/main" id="{109FE33C-5F14-44B2-8789-19B74729B01F}"/>
              </a:ext>
            </a:extLst>
          </p:cNvPr>
          <p:cNvSpPr>
            <a:spLocks noGrp="1"/>
          </p:cNvSpPr>
          <p:nvPr/>
        </p:nvSpPr>
        <p:spPr>
          <a:xfrm>
            <a:off x="9847063" y="5811292"/>
            <a:ext cx="83224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several</a:t>
            </a:r>
          </a:p>
        </p:txBody>
      </p:sp>
      <p:sp>
        <p:nvSpPr>
          <p:cNvPr id="97" name="!!source-2-dom-5-9-1-7-0-0-text-1">
            <a:extLst>
              <a:ext uri="{FF2B5EF4-FFF2-40B4-BE49-F238E27FC236}">
                <a16:creationId xmlns:a16="http://schemas.microsoft.com/office/drawing/2014/main" id="{37A62941-3688-4F2C-AD05-DAFE904916AC}"/>
              </a:ext>
            </a:extLst>
          </p:cNvPr>
          <p:cNvSpPr>
            <a:spLocks noGrp="1"/>
          </p:cNvSpPr>
          <p:nvPr/>
        </p:nvSpPr>
        <p:spPr>
          <a:xfrm>
            <a:off x="9402216" y="6097042"/>
            <a:ext cx="172179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pressure levels</a:t>
            </a:r>
          </a:p>
        </p:txBody>
      </p:sp>
      <p:sp>
        <p:nvSpPr>
          <p:cNvPr id="98" name="!!source-2-dom-5-9-1-7-1-0-text-0">
            <a:extLst>
              <a:ext uri="{FF2B5EF4-FFF2-40B4-BE49-F238E27FC236}">
                <a16:creationId xmlns:a16="http://schemas.microsoft.com/office/drawing/2014/main" id="{1DD2832C-D0EA-4069-AE70-C42690623972}"/>
              </a:ext>
            </a:extLst>
          </p:cNvPr>
          <p:cNvSpPr>
            <a:spLocks noGrp="1"/>
          </p:cNvSpPr>
          <p:nvPr/>
        </p:nvSpPr>
        <p:spPr>
          <a:xfrm>
            <a:off x="9507587" y="6458992"/>
            <a:ext cx="151120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compressors</a:t>
            </a:r>
          </a:p>
        </p:txBody>
      </p:sp>
      <p:sp>
        <p:nvSpPr>
          <p:cNvPr id="99" name="!!source-2-dom-5-9-3-1-0-fill">
            <a:extLst>
              <a:ext uri="{FF2B5EF4-FFF2-40B4-BE49-F238E27FC236}">
                <a16:creationId xmlns:a16="http://schemas.microsoft.com/office/drawing/2014/main" id="{A1D89047-FC2B-42E1-A1F5-258F04FEE603}"/>
              </a:ext>
            </a:extLst>
          </p:cNvPr>
          <p:cNvSpPr>
            <a:spLocks noGrp="1"/>
          </p:cNvSpPr>
          <p:nvPr/>
        </p:nvSpPr>
        <p:spPr>
          <a:xfrm>
            <a:off x="5762625" y="2800350"/>
            <a:ext cx="495300" cy="4953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2-dom-5-9-3-1-0-0-text-0">
            <a:extLst>
              <a:ext uri="{FF2B5EF4-FFF2-40B4-BE49-F238E27FC236}">
                <a16:creationId xmlns:a16="http://schemas.microsoft.com/office/drawing/2014/main" id="{8613E5A3-CE39-4061-A952-346B4DA37DF4}"/>
              </a:ext>
            </a:extLst>
          </p:cNvPr>
          <p:cNvSpPr>
            <a:spLocks noGrp="1"/>
          </p:cNvSpPr>
          <p:nvPr/>
        </p:nvSpPr>
        <p:spPr>
          <a:xfrm>
            <a:off x="5931247" y="2886075"/>
            <a:ext cx="205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1" name="!!source-2-dom-5-9-3-1-1-0-0-text-0">
            <a:extLst>
              <a:ext uri="{FF2B5EF4-FFF2-40B4-BE49-F238E27FC236}">
                <a16:creationId xmlns:a16="http://schemas.microsoft.com/office/drawing/2014/main" id="{A3016D65-9FF5-45A5-A049-E4EF5A19E1D0}"/>
              </a:ext>
            </a:extLst>
          </p:cNvPr>
          <p:cNvSpPr>
            <a:spLocks noGrp="1"/>
          </p:cNvSpPr>
          <p:nvPr/>
        </p:nvSpPr>
        <p:spPr>
          <a:xfrm>
            <a:off x="6429375" y="2724150"/>
            <a:ext cx="592886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Pressurised storage and compression</a:t>
            </a:r>
          </a:p>
        </p:txBody>
      </p:sp>
      <p:sp>
        <p:nvSpPr>
          <p:cNvPr id="102" name="!!source-2-dom-5-9-3-1-1-1-0-text-0">
            <a:extLst>
              <a:ext uri="{FF2B5EF4-FFF2-40B4-BE49-F238E27FC236}">
                <a16:creationId xmlns:a16="http://schemas.microsoft.com/office/drawing/2014/main" id="{081A69E1-68E9-49CA-8FD1-170789C667B0}"/>
              </a:ext>
            </a:extLst>
          </p:cNvPr>
          <p:cNvSpPr>
            <a:spLocks noGrp="1"/>
          </p:cNvSpPr>
          <p:nvPr/>
        </p:nvSpPr>
        <p:spPr>
          <a:xfrm>
            <a:off x="6429375" y="3095625"/>
            <a:ext cx="438700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lifted in stages to the vehicle standard</a:t>
            </a:r>
          </a:p>
        </p:txBody>
      </p:sp>
      <p:sp>
        <p:nvSpPr>
          <p:cNvPr id="103" name="!!source-2-dom-5-9-3-3-0-0-fill">
            <a:extLst>
              <a:ext uri="{FF2B5EF4-FFF2-40B4-BE49-F238E27FC236}">
                <a16:creationId xmlns:a16="http://schemas.microsoft.com/office/drawing/2014/main" id="{1DA4FEF8-4312-4CBB-8907-C5A99D488DF1}"/>
              </a:ext>
            </a:extLst>
          </p:cNvPr>
          <p:cNvSpPr>
            <a:spLocks noGrp="1"/>
          </p:cNvSpPr>
          <p:nvPr/>
        </p:nvSpPr>
        <p:spPr>
          <a:xfrm>
            <a:off x="5762625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2-dom-5-9-3-3-0-0-outline">
            <a:extLst>
              <a:ext uri="{FF2B5EF4-FFF2-40B4-BE49-F238E27FC236}">
                <a16:creationId xmlns:a16="http://schemas.microsoft.com/office/drawing/2014/main" id="{747CAB93-5263-4A82-80D2-408D11A06E3E}"/>
              </a:ext>
            </a:extLst>
          </p:cNvPr>
          <p:cNvSpPr>
            <a:spLocks noGrp="1"/>
          </p:cNvSpPr>
          <p:nvPr/>
        </p:nvSpPr>
        <p:spPr>
          <a:xfrm>
            <a:off x="5776913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" name="!!source-2-dom-5-9-3-3-0-0-0-fill">
            <a:extLst>
              <a:ext uri="{FF2B5EF4-FFF2-40B4-BE49-F238E27FC236}">
                <a16:creationId xmlns:a16="http://schemas.microsoft.com/office/drawing/2014/main" id="{3B0FCE5F-AFDE-497A-B360-A023F7A73156}"/>
              </a:ext>
            </a:extLst>
          </p:cNvPr>
          <p:cNvSpPr>
            <a:spLocks noGrp="1"/>
          </p:cNvSpPr>
          <p:nvPr/>
        </p:nvSpPr>
        <p:spPr>
          <a:xfrm>
            <a:off x="5791200" y="5231755"/>
            <a:ext cx="666750" cy="342900"/>
          </a:xfrm>
          <a:custGeom>
            <a:avLst/>
            <a:gdLst/>
            <a:ahLst/>
            <a:cxnLst/>
            <a:rect l="0" t="0" r="0" b="0"/>
            <a:pathLst>
              <a:path w="666750" h="342900">
                <a:moveTo>
                  <a:pt x="0" y="0"/>
                </a:moveTo>
                <a:lnTo>
                  <a:pt x="666750" y="0"/>
                </a:lnTo>
                <a:lnTo>
                  <a:pt x="666750" y="238125"/>
                </a:lnTo>
                <a:lnTo>
                  <a:pt x="664737" y="258565"/>
                </a:lnTo>
                <a:lnTo>
                  <a:pt x="658774" y="278220"/>
                </a:lnTo>
                <a:lnTo>
                  <a:pt x="649092" y="296335"/>
                </a:lnTo>
                <a:lnTo>
                  <a:pt x="636062" y="312212"/>
                </a:lnTo>
                <a:lnTo>
                  <a:pt x="620185" y="325242"/>
                </a:lnTo>
                <a:lnTo>
                  <a:pt x="602070" y="334924"/>
                </a:lnTo>
                <a:lnTo>
                  <a:pt x="582415" y="340887"/>
                </a:lnTo>
                <a:lnTo>
                  <a:pt x="561975" y="342900"/>
                </a:lnTo>
                <a:lnTo>
                  <a:pt x="104775" y="342900"/>
                </a:lnTo>
                <a:lnTo>
                  <a:pt x="84334" y="340887"/>
                </a:lnTo>
                <a:lnTo>
                  <a:pt x="64679" y="334924"/>
                </a:lnTo>
                <a:lnTo>
                  <a:pt x="46565" y="325242"/>
                </a:lnTo>
                <a:lnTo>
                  <a:pt x="30688" y="312212"/>
                </a:lnTo>
                <a:lnTo>
                  <a:pt x="17658" y="296335"/>
                </a:lnTo>
                <a:lnTo>
                  <a:pt x="7976" y="278220"/>
                </a:lnTo>
                <a:lnTo>
                  <a:pt x="2013" y="258565"/>
                </a:lnTo>
                <a:lnTo>
                  <a:pt x="0" y="238125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!!source-2-dom-5-9-3-3-0-1-0-text-0">
            <a:extLst>
              <a:ext uri="{FF2B5EF4-FFF2-40B4-BE49-F238E27FC236}">
                <a16:creationId xmlns:a16="http://schemas.microsoft.com/office/drawing/2014/main" id="{67859A7C-1A9C-4A61-A691-FB094B9AD7C5}"/>
              </a:ext>
            </a:extLst>
          </p:cNvPr>
          <p:cNvSpPr>
            <a:spLocks noGrp="1"/>
          </p:cNvSpPr>
          <p:nvPr/>
        </p:nvSpPr>
        <p:spPr>
          <a:xfrm>
            <a:off x="5896868" y="5679430"/>
            <a:ext cx="50289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low</a:t>
            </a:r>
          </a:p>
        </p:txBody>
      </p:sp>
      <p:sp>
        <p:nvSpPr>
          <p:cNvPr id="107" name="!!source-2-dom-5-9-3-3-1-0-fill">
            <a:extLst>
              <a:ext uri="{FF2B5EF4-FFF2-40B4-BE49-F238E27FC236}">
                <a16:creationId xmlns:a16="http://schemas.microsoft.com/office/drawing/2014/main" id="{423981AB-71C6-45EF-A8DF-5C2E5159465E}"/>
              </a:ext>
            </a:extLst>
          </p:cNvPr>
          <p:cNvSpPr>
            <a:spLocks noGrp="1"/>
          </p:cNvSpPr>
          <p:nvPr/>
        </p:nvSpPr>
        <p:spPr>
          <a:xfrm>
            <a:off x="6486525" y="5174605"/>
            <a:ext cx="430857" cy="38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2-dom-5-9-3-3-1-1-border-Top">
            <a:extLst>
              <a:ext uri="{FF2B5EF4-FFF2-40B4-BE49-F238E27FC236}">
                <a16:creationId xmlns:a16="http://schemas.microsoft.com/office/drawing/2014/main" id="{51CFEAF3-F016-4393-9D01-C1264EDA63AD}"/>
              </a:ext>
            </a:extLst>
          </p:cNvPr>
          <p:cNvSpPr>
            <a:spLocks noGrp="1"/>
          </p:cNvSpPr>
          <p:nvPr/>
        </p:nvSpPr>
        <p:spPr>
          <a:xfrm>
            <a:off x="6917382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2-dom-5-9-3-3-1-1-border-Bottom">
            <a:extLst>
              <a:ext uri="{FF2B5EF4-FFF2-40B4-BE49-F238E27FC236}">
                <a16:creationId xmlns:a16="http://schemas.microsoft.com/office/drawing/2014/main" id="{E0613C32-8000-4087-A5CD-30DB8DC5A4D3}"/>
              </a:ext>
            </a:extLst>
          </p:cNvPr>
          <p:cNvSpPr>
            <a:spLocks noGrp="1"/>
          </p:cNvSpPr>
          <p:nvPr/>
        </p:nvSpPr>
        <p:spPr>
          <a:xfrm>
            <a:off x="6917382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2-dom-5-9-3-3-1-1-border-Left">
            <a:extLst>
              <a:ext uri="{FF2B5EF4-FFF2-40B4-BE49-F238E27FC236}">
                <a16:creationId xmlns:a16="http://schemas.microsoft.com/office/drawing/2014/main" id="{ECB9B516-5F0D-4F9F-8037-9FF1486CBEB5}"/>
              </a:ext>
            </a:extLst>
          </p:cNvPr>
          <p:cNvSpPr>
            <a:spLocks noGrp="1"/>
          </p:cNvSpPr>
          <p:nvPr/>
        </p:nvSpPr>
        <p:spPr>
          <a:xfrm>
            <a:off x="6917382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2-dom-5-9-3-3-2-fill">
            <a:extLst>
              <a:ext uri="{FF2B5EF4-FFF2-40B4-BE49-F238E27FC236}">
                <a16:creationId xmlns:a16="http://schemas.microsoft.com/office/drawing/2014/main" id="{EE2DBB65-5B1F-4B1D-B338-27C9F5711CE5}"/>
              </a:ext>
            </a:extLst>
          </p:cNvPr>
          <p:cNvSpPr>
            <a:spLocks noGrp="1"/>
          </p:cNvSpPr>
          <p:nvPr/>
        </p:nvSpPr>
        <p:spPr>
          <a:xfrm>
            <a:off x="7069782" y="4946005"/>
            <a:ext cx="762000" cy="495300"/>
          </a:xfrm>
          <a:custGeom>
            <a:avLst/>
            <a:gdLst/>
            <a:ahLst/>
            <a:cxnLst/>
            <a:rect l="0" t="0" r="0" b="0"/>
            <a:pathLst>
              <a:path w="762000" h="495300">
                <a:moveTo>
                  <a:pt x="0" y="0"/>
                </a:moveTo>
                <a:lnTo>
                  <a:pt x="762000" y="0"/>
                </a:lnTo>
                <a:lnTo>
                  <a:pt x="381000" y="4953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2-dom-5-9-3-3-2-0-text-0">
            <a:extLst>
              <a:ext uri="{FF2B5EF4-FFF2-40B4-BE49-F238E27FC236}">
                <a16:creationId xmlns:a16="http://schemas.microsoft.com/office/drawing/2014/main" id="{B3B1BD0E-7569-424C-8678-1D31CD611438}"/>
              </a:ext>
            </a:extLst>
          </p:cNvPr>
          <p:cNvSpPr>
            <a:spLocks noGrp="1"/>
          </p:cNvSpPr>
          <p:nvPr/>
        </p:nvSpPr>
        <p:spPr>
          <a:xfrm>
            <a:off x="7361039" y="4984105"/>
            <a:ext cx="22696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</a:t>
            </a:r>
          </a:p>
        </p:txBody>
      </p:sp>
      <p:sp>
        <p:nvSpPr>
          <p:cNvPr id="113" name="!!source-2-dom-5-9-3-3-3-0-fill">
            <a:extLst>
              <a:ext uri="{FF2B5EF4-FFF2-40B4-BE49-F238E27FC236}">
                <a16:creationId xmlns:a16="http://schemas.microsoft.com/office/drawing/2014/main" id="{72E68BF5-4F14-4CD6-ACF9-3679DCBC53EB}"/>
              </a:ext>
            </a:extLst>
          </p:cNvPr>
          <p:cNvSpPr>
            <a:spLocks noGrp="1"/>
          </p:cNvSpPr>
          <p:nvPr/>
        </p:nvSpPr>
        <p:spPr>
          <a:xfrm>
            <a:off x="7831783" y="5174605"/>
            <a:ext cx="431006" cy="38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2-dom-5-9-3-3-3-1-border-Top">
            <a:extLst>
              <a:ext uri="{FF2B5EF4-FFF2-40B4-BE49-F238E27FC236}">
                <a16:creationId xmlns:a16="http://schemas.microsoft.com/office/drawing/2014/main" id="{D4406425-AA49-471A-9EC4-C024DD81AD7C}"/>
              </a:ext>
            </a:extLst>
          </p:cNvPr>
          <p:cNvSpPr>
            <a:spLocks noGrp="1"/>
          </p:cNvSpPr>
          <p:nvPr/>
        </p:nvSpPr>
        <p:spPr>
          <a:xfrm>
            <a:off x="826278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2-dom-5-9-3-3-3-1-border-Bottom">
            <a:extLst>
              <a:ext uri="{FF2B5EF4-FFF2-40B4-BE49-F238E27FC236}">
                <a16:creationId xmlns:a16="http://schemas.microsoft.com/office/drawing/2014/main" id="{DD101FA1-9273-4722-A343-9F702A826B3C}"/>
              </a:ext>
            </a:extLst>
          </p:cNvPr>
          <p:cNvSpPr>
            <a:spLocks noGrp="1"/>
          </p:cNvSpPr>
          <p:nvPr/>
        </p:nvSpPr>
        <p:spPr>
          <a:xfrm>
            <a:off x="826278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2-dom-5-9-3-3-3-1-border-Left">
            <a:extLst>
              <a:ext uri="{FF2B5EF4-FFF2-40B4-BE49-F238E27FC236}">
                <a16:creationId xmlns:a16="http://schemas.microsoft.com/office/drawing/2014/main" id="{FE54C8BB-304E-451B-8DD6-0DB81C9C2C51}"/>
              </a:ext>
            </a:extLst>
          </p:cNvPr>
          <p:cNvSpPr>
            <a:spLocks noGrp="1"/>
          </p:cNvSpPr>
          <p:nvPr/>
        </p:nvSpPr>
        <p:spPr>
          <a:xfrm>
            <a:off x="826278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7" name="!!source-2-dom-5-9-3-3-4-0-fill">
            <a:extLst>
              <a:ext uri="{FF2B5EF4-FFF2-40B4-BE49-F238E27FC236}">
                <a16:creationId xmlns:a16="http://schemas.microsoft.com/office/drawing/2014/main" id="{A9D77118-656C-46DE-AA4D-BC44069678C0}"/>
              </a:ext>
            </a:extLst>
          </p:cNvPr>
          <p:cNvSpPr>
            <a:spLocks noGrp="1"/>
          </p:cNvSpPr>
          <p:nvPr/>
        </p:nvSpPr>
        <p:spPr>
          <a:xfrm>
            <a:off x="8596312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2-dom-5-9-3-3-4-0-outline">
            <a:extLst>
              <a:ext uri="{FF2B5EF4-FFF2-40B4-BE49-F238E27FC236}">
                <a16:creationId xmlns:a16="http://schemas.microsoft.com/office/drawing/2014/main" id="{C83F94A3-1285-45AB-8013-2737C91A3E53}"/>
              </a:ext>
            </a:extLst>
          </p:cNvPr>
          <p:cNvSpPr>
            <a:spLocks noGrp="1"/>
          </p:cNvSpPr>
          <p:nvPr/>
        </p:nvSpPr>
        <p:spPr>
          <a:xfrm>
            <a:off x="8610600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2-dom-5-9-3-3-4-0-0-fill">
            <a:extLst>
              <a:ext uri="{FF2B5EF4-FFF2-40B4-BE49-F238E27FC236}">
                <a16:creationId xmlns:a16="http://schemas.microsoft.com/office/drawing/2014/main" id="{D3898D7F-3270-4C60-A0E5-6D32FD88158B}"/>
              </a:ext>
            </a:extLst>
          </p:cNvPr>
          <p:cNvSpPr>
            <a:spLocks noGrp="1"/>
          </p:cNvSpPr>
          <p:nvPr/>
        </p:nvSpPr>
        <p:spPr>
          <a:xfrm>
            <a:off x="8624888" y="4888855"/>
            <a:ext cx="666750" cy="685800"/>
          </a:xfrm>
          <a:custGeom>
            <a:avLst/>
            <a:gdLst/>
            <a:ahLst/>
            <a:cxnLst/>
            <a:rect l="0" t="0" r="0" b="0"/>
            <a:pathLst>
              <a:path w="666750" h="685800">
                <a:moveTo>
                  <a:pt x="0" y="0"/>
                </a:moveTo>
                <a:lnTo>
                  <a:pt x="666750" y="0"/>
                </a:lnTo>
                <a:lnTo>
                  <a:pt x="666750" y="581025"/>
                </a:lnTo>
                <a:lnTo>
                  <a:pt x="664737" y="601466"/>
                </a:lnTo>
                <a:lnTo>
                  <a:pt x="658774" y="621121"/>
                </a:lnTo>
                <a:lnTo>
                  <a:pt x="649092" y="639235"/>
                </a:lnTo>
                <a:lnTo>
                  <a:pt x="636062" y="655112"/>
                </a:lnTo>
                <a:lnTo>
                  <a:pt x="620185" y="668142"/>
                </a:lnTo>
                <a:lnTo>
                  <a:pt x="602070" y="677825"/>
                </a:lnTo>
                <a:lnTo>
                  <a:pt x="582415" y="683787"/>
                </a:lnTo>
                <a:lnTo>
                  <a:pt x="561975" y="685800"/>
                </a:lnTo>
                <a:lnTo>
                  <a:pt x="104775" y="685800"/>
                </a:lnTo>
                <a:lnTo>
                  <a:pt x="84334" y="683787"/>
                </a:lnTo>
                <a:lnTo>
                  <a:pt x="64679" y="677825"/>
                </a:lnTo>
                <a:lnTo>
                  <a:pt x="46565" y="668142"/>
                </a:lnTo>
                <a:lnTo>
                  <a:pt x="30688" y="655112"/>
                </a:lnTo>
                <a:lnTo>
                  <a:pt x="17658" y="639235"/>
                </a:lnTo>
                <a:lnTo>
                  <a:pt x="7976" y="621121"/>
                </a:lnTo>
                <a:lnTo>
                  <a:pt x="2013" y="601466"/>
                </a:lnTo>
                <a:lnTo>
                  <a:pt x="0" y="581025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2-dom-5-9-3-3-4-1-0-text-0">
            <a:extLst>
              <a:ext uri="{FF2B5EF4-FFF2-40B4-BE49-F238E27FC236}">
                <a16:creationId xmlns:a16="http://schemas.microsoft.com/office/drawing/2014/main" id="{B14CFFF2-DE26-4BC3-B940-B84BC4436FD4}"/>
              </a:ext>
            </a:extLst>
          </p:cNvPr>
          <p:cNvSpPr>
            <a:spLocks noGrp="1"/>
          </p:cNvSpPr>
          <p:nvPr/>
        </p:nvSpPr>
        <p:spPr>
          <a:xfrm>
            <a:off x="8415189" y="5679430"/>
            <a:ext cx="11339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medium</a:t>
            </a:r>
          </a:p>
        </p:txBody>
      </p:sp>
      <p:sp>
        <p:nvSpPr>
          <p:cNvPr id="121" name="!!source-2-dom-5-9-3-3-5-0-fill">
            <a:extLst>
              <a:ext uri="{FF2B5EF4-FFF2-40B4-BE49-F238E27FC236}">
                <a16:creationId xmlns:a16="http://schemas.microsoft.com/office/drawing/2014/main" id="{89BFD270-796F-4050-9885-2848D7C76D13}"/>
              </a:ext>
            </a:extLst>
          </p:cNvPr>
          <p:cNvSpPr>
            <a:spLocks noGrp="1"/>
          </p:cNvSpPr>
          <p:nvPr/>
        </p:nvSpPr>
        <p:spPr>
          <a:xfrm>
            <a:off x="9501485" y="5174605"/>
            <a:ext cx="430857" cy="38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!!source-2-dom-5-9-3-3-5-1-border-Top">
            <a:extLst>
              <a:ext uri="{FF2B5EF4-FFF2-40B4-BE49-F238E27FC236}">
                <a16:creationId xmlns:a16="http://schemas.microsoft.com/office/drawing/2014/main" id="{9FBCA926-398F-4953-AD3C-2B841E401F2B}"/>
              </a:ext>
            </a:extLst>
          </p:cNvPr>
          <p:cNvSpPr>
            <a:spLocks noGrp="1"/>
          </p:cNvSpPr>
          <p:nvPr/>
        </p:nvSpPr>
        <p:spPr>
          <a:xfrm>
            <a:off x="993234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2-dom-5-9-3-3-5-1-border-Bottom">
            <a:extLst>
              <a:ext uri="{FF2B5EF4-FFF2-40B4-BE49-F238E27FC236}">
                <a16:creationId xmlns:a16="http://schemas.microsoft.com/office/drawing/2014/main" id="{FD665925-8538-456E-A4DB-CBED831DA525}"/>
              </a:ext>
            </a:extLst>
          </p:cNvPr>
          <p:cNvSpPr>
            <a:spLocks noGrp="1"/>
          </p:cNvSpPr>
          <p:nvPr/>
        </p:nvSpPr>
        <p:spPr>
          <a:xfrm>
            <a:off x="993234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4" name="!!source-2-dom-5-9-3-3-5-1-border-Left">
            <a:extLst>
              <a:ext uri="{FF2B5EF4-FFF2-40B4-BE49-F238E27FC236}">
                <a16:creationId xmlns:a16="http://schemas.microsoft.com/office/drawing/2014/main" id="{2A2B31F6-4C07-4A67-8320-0DBF15661F51}"/>
              </a:ext>
            </a:extLst>
          </p:cNvPr>
          <p:cNvSpPr>
            <a:spLocks noGrp="1"/>
          </p:cNvSpPr>
          <p:nvPr/>
        </p:nvSpPr>
        <p:spPr>
          <a:xfrm>
            <a:off x="993234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5" name="!!source-2-dom-5-9-3-3-6-fill">
            <a:extLst>
              <a:ext uri="{FF2B5EF4-FFF2-40B4-BE49-F238E27FC236}">
                <a16:creationId xmlns:a16="http://schemas.microsoft.com/office/drawing/2014/main" id="{4C9465A9-1918-49F3-9FD8-4035672E7E35}"/>
              </a:ext>
            </a:extLst>
          </p:cNvPr>
          <p:cNvSpPr>
            <a:spLocks noGrp="1"/>
          </p:cNvSpPr>
          <p:nvPr/>
        </p:nvSpPr>
        <p:spPr>
          <a:xfrm>
            <a:off x="10084743" y="4946005"/>
            <a:ext cx="762000" cy="495300"/>
          </a:xfrm>
          <a:custGeom>
            <a:avLst/>
            <a:gdLst/>
            <a:ahLst/>
            <a:cxnLst/>
            <a:rect l="0" t="0" r="0" b="0"/>
            <a:pathLst>
              <a:path w="762000" h="495300">
                <a:moveTo>
                  <a:pt x="0" y="0"/>
                </a:moveTo>
                <a:lnTo>
                  <a:pt x="762000" y="0"/>
                </a:lnTo>
                <a:lnTo>
                  <a:pt x="381000" y="4953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2-dom-5-9-3-3-6-0-text-0">
            <a:extLst>
              <a:ext uri="{FF2B5EF4-FFF2-40B4-BE49-F238E27FC236}">
                <a16:creationId xmlns:a16="http://schemas.microsoft.com/office/drawing/2014/main" id="{9BB30BD5-88F6-4A99-8174-3612BFB6A857}"/>
              </a:ext>
            </a:extLst>
          </p:cNvPr>
          <p:cNvSpPr>
            <a:spLocks noGrp="1"/>
          </p:cNvSpPr>
          <p:nvPr/>
        </p:nvSpPr>
        <p:spPr>
          <a:xfrm>
            <a:off x="10375999" y="4984105"/>
            <a:ext cx="22696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</a:t>
            </a:r>
          </a:p>
        </p:txBody>
      </p:sp>
      <p:sp>
        <p:nvSpPr>
          <p:cNvPr id="127" name="!!source-2-dom-5-9-3-3-7-0-fill">
            <a:extLst>
              <a:ext uri="{FF2B5EF4-FFF2-40B4-BE49-F238E27FC236}">
                <a16:creationId xmlns:a16="http://schemas.microsoft.com/office/drawing/2014/main" id="{89FCF975-8326-4D10-9963-DBFE67A0D000}"/>
              </a:ext>
            </a:extLst>
          </p:cNvPr>
          <p:cNvSpPr>
            <a:spLocks noGrp="1"/>
          </p:cNvSpPr>
          <p:nvPr/>
        </p:nvSpPr>
        <p:spPr>
          <a:xfrm>
            <a:off x="10846742" y="5174605"/>
            <a:ext cx="431007" cy="38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8" name="!!source-2-dom-5-9-3-3-7-1-border-Top">
            <a:extLst>
              <a:ext uri="{FF2B5EF4-FFF2-40B4-BE49-F238E27FC236}">
                <a16:creationId xmlns:a16="http://schemas.microsoft.com/office/drawing/2014/main" id="{26E8A81A-DC53-4340-8EBD-D07A4F294253}"/>
              </a:ext>
            </a:extLst>
          </p:cNvPr>
          <p:cNvSpPr>
            <a:spLocks noGrp="1"/>
          </p:cNvSpPr>
          <p:nvPr/>
        </p:nvSpPr>
        <p:spPr>
          <a:xfrm>
            <a:off x="1127774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2-dom-5-9-3-3-7-1-border-Bottom">
            <a:extLst>
              <a:ext uri="{FF2B5EF4-FFF2-40B4-BE49-F238E27FC236}">
                <a16:creationId xmlns:a16="http://schemas.microsoft.com/office/drawing/2014/main" id="{D79F992E-0DD2-4CAA-AF8E-5F9033A2C716}"/>
              </a:ext>
            </a:extLst>
          </p:cNvPr>
          <p:cNvSpPr>
            <a:spLocks noGrp="1"/>
          </p:cNvSpPr>
          <p:nvPr/>
        </p:nvSpPr>
        <p:spPr>
          <a:xfrm>
            <a:off x="1127774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0" name="!!source-2-dom-5-9-3-3-7-1-border-Left">
            <a:extLst>
              <a:ext uri="{FF2B5EF4-FFF2-40B4-BE49-F238E27FC236}">
                <a16:creationId xmlns:a16="http://schemas.microsoft.com/office/drawing/2014/main" id="{25F5A96D-7E5F-4633-A2AF-786B5753DAFB}"/>
              </a:ext>
            </a:extLst>
          </p:cNvPr>
          <p:cNvSpPr>
            <a:spLocks noGrp="1"/>
          </p:cNvSpPr>
          <p:nvPr/>
        </p:nvSpPr>
        <p:spPr>
          <a:xfrm>
            <a:off x="1127774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1" name="!!source-2-dom-5-9-3-3-8-0-fill">
            <a:extLst>
              <a:ext uri="{FF2B5EF4-FFF2-40B4-BE49-F238E27FC236}">
                <a16:creationId xmlns:a16="http://schemas.microsoft.com/office/drawing/2014/main" id="{1511BE29-1246-417D-BF75-32EA8E6A931E}"/>
              </a:ext>
            </a:extLst>
          </p:cNvPr>
          <p:cNvSpPr>
            <a:spLocks noGrp="1"/>
          </p:cNvSpPr>
          <p:nvPr/>
        </p:nvSpPr>
        <p:spPr>
          <a:xfrm>
            <a:off x="11430150" y="4403080"/>
            <a:ext cx="723899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2" name="!!source-2-dom-5-9-3-3-8-0-outline">
            <a:extLst>
              <a:ext uri="{FF2B5EF4-FFF2-40B4-BE49-F238E27FC236}">
                <a16:creationId xmlns:a16="http://schemas.microsoft.com/office/drawing/2014/main" id="{D30E49A6-855D-45A9-8FD5-7E6B360A8ABC}"/>
              </a:ext>
            </a:extLst>
          </p:cNvPr>
          <p:cNvSpPr>
            <a:spLocks noGrp="1"/>
          </p:cNvSpPr>
          <p:nvPr/>
        </p:nvSpPr>
        <p:spPr>
          <a:xfrm>
            <a:off x="11444437" y="4417367"/>
            <a:ext cx="695324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3" name="!!source-2-dom-5-9-3-3-8-0-0-fill">
            <a:extLst>
              <a:ext uri="{FF2B5EF4-FFF2-40B4-BE49-F238E27FC236}">
                <a16:creationId xmlns:a16="http://schemas.microsoft.com/office/drawing/2014/main" id="{1E411C2E-8E2A-478B-BD0E-1E06D1737D1C}"/>
              </a:ext>
            </a:extLst>
          </p:cNvPr>
          <p:cNvSpPr>
            <a:spLocks noGrp="1"/>
          </p:cNvSpPr>
          <p:nvPr/>
        </p:nvSpPr>
        <p:spPr>
          <a:xfrm>
            <a:off x="11458724" y="4545955"/>
            <a:ext cx="666750" cy="1028700"/>
          </a:xfrm>
          <a:custGeom>
            <a:avLst/>
            <a:gdLst/>
            <a:ahLst/>
            <a:cxnLst/>
            <a:rect l="0" t="0" r="0" b="0"/>
            <a:pathLst>
              <a:path w="666750" h="1028700">
                <a:moveTo>
                  <a:pt x="0" y="0"/>
                </a:moveTo>
                <a:lnTo>
                  <a:pt x="666750" y="0"/>
                </a:lnTo>
                <a:lnTo>
                  <a:pt x="666750" y="923925"/>
                </a:lnTo>
                <a:lnTo>
                  <a:pt x="664737" y="944366"/>
                </a:lnTo>
                <a:lnTo>
                  <a:pt x="658775" y="964021"/>
                </a:lnTo>
                <a:lnTo>
                  <a:pt x="649093" y="982135"/>
                </a:lnTo>
                <a:lnTo>
                  <a:pt x="636063" y="998012"/>
                </a:lnTo>
                <a:lnTo>
                  <a:pt x="620185" y="1011042"/>
                </a:lnTo>
                <a:lnTo>
                  <a:pt x="602071" y="1020725"/>
                </a:lnTo>
                <a:lnTo>
                  <a:pt x="582416" y="1026687"/>
                </a:lnTo>
                <a:lnTo>
                  <a:pt x="561975" y="1028700"/>
                </a:lnTo>
                <a:lnTo>
                  <a:pt x="104775" y="1028700"/>
                </a:lnTo>
                <a:lnTo>
                  <a:pt x="84334" y="1026687"/>
                </a:lnTo>
                <a:lnTo>
                  <a:pt x="64679" y="1020725"/>
                </a:lnTo>
                <a:lnTo>
                  <a:pt x="46565" y="1011042"/>
                </a:lnTo>
                <a:lnTo>
                  <a:pt x="30688" y="998012"/>
                </a:lnTo>
                <a:lnTo>
                  <a:pt x="17658" y="982135"/>
                </a:lnTo>
                <a:lnTo>
                  <a:pt x="7976" y="964021"/>
                </a:lnTo>
                <a:lnTo>
                  <a:pt x="2013" y="944366"/>
                </a:lnTo>
                <a:lnTo>
                  <a:pt x="0" y="923925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2-dom-5-9-3-3-8-1-0-text-0">
            <a:extLst>
              <a:ext uri="{FF2B5EF4-FFF2-40B4-BE49-F238E27FC236}">
                <a16:creationId xmlns:a16="http://schemas.microsoft.com/office/drawing/2014/main" id="{E4BDCD0F-B702-4EB7-B2FB-15FBF1F2B908}"/>
              </a:ext>
            </a:extLst>
          </p:cNvPr>
          <p:cNvSpPr>
            <a:spLocks noGrp="1"/>
          </p:cNvSpPr>
          <p:nvPr/>
        </p:nvSpPr>
        <p:spPr>
          <a:xfrm>
            <a:off x="11500694" y="5679430"/>
            <a:ext cx="63043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high</a:t>
            </a:r>
          </a:p>
        </p:txBody>
      </p:sp>
      <p:sp>
        <p:nvSpPr>
          <p:cNvPr id="135" name="!!source-2-dom-5-9-3-3-9-0-fill">
            <a:extLst>
              <a:ext uri="{FF2B5EF4-FFF2-40B4-BE49-F238E27FC236}">
                <a16:creationId xmlns:a16="http://schemas.microsoft.com/office/drawing/2014/main" id="{51177BC8-EB39-4384-A5A7-18910A999050}"/>
              </a:ext>
            </a:extLst>
          </p:cNvPr>
          <p:cNvSpPr>
            <a:spLocks noGrp="1"/>
          </p:cNvSpPr>
          <p:nvPr/>
        </p:nvSpPr>
        <p:spPr>
          <a:xfrm>
            <a:off x="12154048" y="5174605"/>
            <a:ext cx="431007" cy="3810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6" name="!!source-2-dom-5-9-3-3-9-1-border-Top">
            <a:extLst>
              <a:ext uri="{FF2B5EF4-FFF2-40B4-BE49-F238E27FC236}">
                <a16:creationId xmlns:a16="http://schemas.microsoft.com/office/drawing/2014/main" id="{3FBD7B67-5BCE-4359-8559-F58E06FDA246}"/>
              </a:ext>
            </a:extLst>
          </p:cNvPr>
          <p:cNvSpPr>
            <a:spLocks noGrp="1"/>
          </p:cNvSpPr>
          <p:nvPr/>
        </p:nvSpPr>
        <p:spPr>
          <a:xfrm>
            <a:off x="12585055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!!source-2-dom-5-9-3-3-9-1-border-Bottom">
            <a:extLst>
              <a:ext uri="{FF2B5EF4-FFF2-40B4-BE49-F238E27FC236}">
                <a16:creationId xmlns:a16="http://schemas.microsoft.com/office/drawing/2014/main" id="{1F4D023F-3C45-4087-8ADE-2B2F81291DA1}"/>
              </a:ext>
            </a:extLst>
          </p:cNvPr>
          <p:cNvSpPr>
            <a:spLocks noGrp="1"/>
          </p:cNvSpPr>
          <p:nvPr/>
        </p:nvSpPr>
        <p:spPr>
          <a:xfrm>
            <a:off x="12585055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8" name="!!source-2-dom-5-9-3-3-9-1-border-Left">
            <a:extLst>
              <a:ext uri="{FF2B5EF4-FFF2-40B4-BE49-F238E27FC236}">
                <a16:creationId xmlns:a16="http://schemas.microsoft.com/office/drawing/2014/main" id="{C1B01AFF-A115-42E3-97A8-DF4836EEF050}"/>
              </a:ext>
            </a:extLst>
          </p:cNvPr>
          <p:cNvSpPr>
            <a:spLocks noGrp="1"/>
          </p:cNvSpPr>
          <p:nvPr/>
        </p:nvSpPr>
        <p:spPr>
          <a:xfrm>
            <a:off x="12585055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9" name="!!source-2-dom-5-9-3-3-10-outline">
            <a:extLst>
              <a:ext uri="{FF2B5EF4-FFF2-40B4-BE49-F238E27FC236}">
                <a16:creationId xmlns:a16="http://schemas.microsoft.com/office/drawing/2014/main" id="{95A411E9-D9C8-4B75-B218-A156FF451955}"/>
              </a:ext>
            </a:extLst>
          </p:cNvPr>
          <p:cNvSpPr>
            <a:spLocks noGrp="1"/>
          </p:cNvSpPr>
          <p:nvPr/>
        </p:nvSpPr>
        <p:spPr>
          <a:xfrm>
            <a:off x="12751743" y="4745980"/>
            <a:ext cx="2007244" cy="895350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0" name="!!source-2-dom-5-9-3-3-10-0-0-text-0">
            <a:extLst>
              <a:ext uri="{FF2B5EF4-FFF2-40B4-BE49-F238E27FC236}">
                <a16:creationId xmlns:a16="http://schemas.microsoft.com/office/drawing/2014/main" id="{AFF99574-78B2-4207-90B5-50513A68EA75}"/>
              </a:ext>
            </a:extLst>
          </p:cNvPr>
          <p:cNvSpPr>
            <a:spLocks noGrp="1"/>
          </p:cNvSpPr>
          <p:nvPr/>
        </p:nvSpPr>
        <p:spPr>
          <a:xfrm>
            <a:off x="13254335" y="4874568"/>
            <a:ext cx="1049686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141" name="!!source-2-dom-5-9-3-3-10-1-0-text-0">
            <a:extLst>
              <a:ext uri="{FF2B5EF4-FFF2-40B4-BE49-F238E27FC236}">
                <a16:creationId xmlns:a16="http://schemas.microsoft.com/office/drawing/2014/main" id="{6EEDCC4F-7DEE-4039-A1BD-5B396A4D0CC4}"/>
              </a:ext>
            </a:extLst>
          </p:cNvPr>
          <p:cNvSpPr>
            <a:spLocks noGrp="1"/>
          </p:cNvSpPr>
          <p:nvPr/>
        </p:nvSpPr>
        <p:spPr>
          <a:xfrm>
            <a:off x="12937480" y="5236518"/>
            <a:ext cx="168339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350 or 700 bar</a:t>
            </a:r>
          </a:p>
        </p:txBody>
      </p:sp>
      <p:sp>
        <p:nvSpPr>
          <p:cNvPr id="142" name="!!source-2-dom-5-9-3-5-0-text-0">
            <a:extLst>
              <a:ext uri="{FF2B5EF4-FFF2-40B4-BE49-F238E27FC236}">
                <a16:creationId xmlns:a16="http://schemas.microsoft.com/office/drawing/2014/main" id="{A5FBC082-B7F6-44B2-B648-BF408396F3CA}"/>
              </a:ext>
            </a:extLst>
          </p:cNvPr>
          <p:cNvSpPr>
            <a:spLocks noGrp="1"/>
          </p:cNvSpPr>
          <p:nvPr/>
        </p:nvSpPr>
        <p:spPr>
          <a:xfrm>
            <a:off x="5762625" y="7034510"/>
            <a:ext cx="538236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Which tank to fill, and when, is a decision.</a:t>
            </a:r>
          </a:p>
        </p:txBody>
      </p:sp>
      <p:sp>
        <p:nvSpPr>
          <p:cNvPr id="143" name="!!source-2-dom-5-13-fill">
            <a:extLst>
              <a:ext uri="{FF2B5EF4-FFF2-40B4-BE49-F238E27FC236}">
                <a16:creationId xmlns:a16="http://schemas.microsoft.com/office/drawing/2014/main" id="{A646C235-B86C-4381-B00F-9F29F349CD88}"/>
              </a:ext>
            </a:extLst>
          </p:cNvPr>
          <p:cNvSpPr>
            <a:spLocks noGrp="1"/>
          </p:cNvSpPr>
          <p:nvPr/>
        </p:nvSpPr>
        <p:spPr>
          <a:xfrm>
            <a:off x="15335250" y="2466975"/>
            <a:ext cx="1905001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4" name="!!source-2-dom-5-13-outline">
            <a:extLst>
              <a:ext uri="{FF2B5EF4-FFF2-40B4-BE49-F238E27FC236}">
                <a16:creationId xmlns:a16="http://schemas.microsoft.com/office/drawing/2014/main" id="{08EF089E-B88A-4C1D-AB78-40595483DC9A}"/>
              </a:ext>
            </a:extLst>
          </p:cNvPr>
          <p:cNvSpPr>
            <a:spLocks noGrp="1"/>
          </p:cNvSpPr>
          <p:nvPr/>
        </p:nvSpPr>
        <p:spPr>
          <a:xfrm>
            <a:off x="15349537" y="2481263"/>
            <a:ext cx="1876426" cy="5136059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2-dom-5-13-1-1-fill">
            <a:extLst>
              <a:ext uri="{FF2B5EF4-FFF2-40B4-BE49-F238E27FC236}">
                <a16:creationId xmlns:a16="http://schemas.microsoft.com/office/drawing/2014/main" id="{BD5DCC5C-3D82-4126-8C7F-17E504D3749A}"/>
              </a:ext>
            </a:extLst>
          </p:cNvPr>
          <p:cNvSpPr>
            <a:spLocks noGrp="1"/>
          </p:cNvSpPr>
          <p:nvPr/>
        </p:nvSpPr>
        <p:spPr>
          <a:xfrm>
            <a:off x="15982950" y="3377654"/>
            <a:ext cx="609601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6" name="!!source-2-dom-5-13-1-1-0-text-0">
            <a:extLst>
              <a:ext uri="{FF2B5EF4-FFF2-40B4-BE49-F238E27FC236}">
                <a16:creationId xmlns:a16="http://schemas.microsoft.com/office/drawing/2014/main" id="{511EA91A-B5E5-41BF-BBFB-BC455C1EFF4E}"/>
              </a:ext>
            </a:extLst>
          </p:cNvPr>
          <p:cNvSpPr>
            <a:spLocks noGrp="1"/>
          </p:cNvSpPr>
          <p:nvPr/>
        </p:nvSpPr>
        <p:spPr>
          <a:xfrm>
            <a:off x="16189226" y="3506242"/>
            <a:ext cx="2445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47" name="!!source-2-dom-5-13-1-3-0-text-0">
            <a:extLst>
              <a:ext uri="{FF2B5EF4-FFF2-40B4-BE49-F238E27FC236}">
                <a16:creationId xmlns:a16="http://schemas.microsoft.com/office/drawing/2014/main" id="{8409D213-7512-4B04-86E2-B46AD9B8E55C}"/>
              </a:ext>
            </a:extLst>
          </p:cNvPr>
          <p:cNvSpPr>
            <a:spLocks noGrp="1"/>
          </p:cNvSpPr>
          <p:nvPr/>
        </p:nvSpPr>
        <p:spPr>
          <a:xfrm>
            <a:off x="15420677" y="4177754"/>
            <a:ext cx="178191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148" name="!!source-2-dom-5-13-1-5-0-text-0">
            <a:extLst>
              <a:ext uri="{FF2B5EF4-FFF2-40B4-BE49-F238E27FC236}">
                <a16:creationId xmlns:a16="http://schemas.microsoft.com/office/drawing/2014/main" id="{36D94C16-34A2-4D9F-A3A8-2B97478ED7DE}"/>
              </a:ext>
            </a:extLst>
          </p:cNvPr>
          <p:cNvSpPr>
            <a:spLocks noGrp="1"/>
          </p:cNvSpPr>
          <p:nvPr/>
        </p:nvSpPr>
        <p:spPr>
          <a:xfrm>
            <a:off x="15618321" y="4644479"/>
            <a:ext cx="138648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Cascaded</a:t>
            </a:r>
          </a:p>
        </p:txBody>
      </p:sp>
      <p:sp>
        <p:nvSpPr>
          <p:cNvPr id="149" name="!!source-2-dom-5-13-1-5-0-text-1">
            <a:extLst>
              <a:ext uri="{FF2B5EF4-FFF2-40B4-BE49-F238E27FC236}">
                <a16:creationId xmlns:a16="http://schemas.microsoft.com/office/drawing/2014/main" id="{3331EA68-F94F-434F-8FA1-18C0FAC95BDB}"/>
              </a:ext>
            </a:extLst>
          </p:cNvPr>
          <p:cNvSpPr>
            <a:spLocks noGrp="1"/>
          </p:cNvSpPr>
          <p:nvPr/>
        </p:nvSpPr>
        <p:spPr>
          <a:xfrm>
            <a:off x="15531852" y="4977854"/>
            <a:ext cx="155942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lang="es-ES" sz="2100" b="0" i="0" spc="-5" dirty="0" err="1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refuelling</a:t>
            </a:r>
            <a:endParaRPr sz="2100" b="0" i="0" spc="-5" dirty="0">
              <a:solidFill>
                <a:srgbClr val="4E2E1A">
                  <a:alpha val="100000"/>
                </a:srgbClr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50" name="!!source-2-dom-5-13-1-7-0-0-text-0">
            <a:extLst>
              <a:ext uri="{FF2B5EF4-FFF2-40B4-BE49-F238E27FC236}">
                <a16:creationId xmlns:a16="http://schemas.microsoft.com/office/drawing/2014/main" id="{AB958ABA-F877-4B03-BB05-93D92FE83C84}"/>
              </a:ext>
            </a:extLst>
          </p:cNvPr>
          <p:cNvSpPr>
            <a:spLocks noGrp="1"/>
          </p:cNvSpPr>
          <p:nvPr/>
        </p:nvSpPr>
        <p:spPr>
          <a:xfrm>
            <a:off x="15838587" y="5501730"/>
            <a:ext cx="94580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tanks in</a:t>
            </a:r>
          </a:p>
        </p:txBody>
      </p:sp>
      <p:sp>
        <p:nvSpPr>
          <p:cNvPr id="151" name="!!source-2-dom-5-13-1-7-0-0-text-1">
            <a:extLst>
              <a:ext uri="{FF2B5EF4-FFF2-40B4-BE49-F238E27FC236}">
                <a16:creationId xmlns:a16="http://schemas.microsoft.com/office/drawing/2014/main" id="{0A73F55C-06E9-478C-B78B-8E9D470DC15E}"/>
              </a:ext>
            </a:extLst>
          </p:cNvPr>
          <p:cNvSpPr>
            <a:spLocks noGrp="1"/>
          </p:cNvSpPr>
          <p:nvPr/>
        </p:nvSpPr>
        <p:spPr>
          <a:xfrm>
            <a:off x="15729942" y="5787480"/>
            <a:ext cx="11632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 dirty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sequence</a:t>
            </a:r>
          </a:p>
        </p:txBody>
      </p:sp>
      <p:sp>
        <p:nvSpPr>
          <p:cNvPr id="152" name="!!source-2-dom-5-13-1-7-1-0-text-0">
            <a:extLst>
              <a:ext uri="{FF2B5EF4-FFF2-40B4-BE49-F238E27FC236}">
                <a16:creationId xmlns:a16="http://schemas.microsoft.com/office/drawing/2014/main" id="{85F7C13A-0100-4E37-A92C-FDC2B5ED76D8}"/>
              </a:ext>
            </a:extLst>
          </p:cNvPr>
          <p:cNvSpPr>
            <a:spLocks noGrp="1"/>
          </p:cNvSpPr>
          <p:nvPr/>
        </p:nvSpPr>
        <p:spPr>
          <a:xfrm>
            <a:off x="15718185" y="6149429"/>
            <a:ext cx="118675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filling and</a:t>
            </a:r>
          </a:p>
        </p:txBody>
      </p:sp>
      <p:sp>
        <p:nvSpPr>
          <p:cNvPr id="153" name="!!source-2-dom-5-13-1-7-1-0-text-1">
            <a:extLst>
              <a:ext uri="{FF2B5EF4-FFF2-40B4-BE49-F238E27FC236}">
                <a16:creationId xmlns:a16="http://schemas.microsoft.com/office/drawing/2014/main" id="{6545D8F9-A600-4EFC-94C5-0897F35BA8ED}"/>
              </a:ext>
            </a:extLst>
          </p:cNvPr>
          <p:cNvSpPr>
            <a:spLocks noGrp="1"/>
          </p:cNvSpPr>
          <p:nvPr/>
        </p:nvSpPr>
        <p:spPr>
          <a:xfrm>
            <a:off x="15741848" y="6435179"/>
            <a:ext cx="113927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refuelling</a:t>
            </a:r>
          </a:p>
        </p:txBody>
      </p:sp>
      <p:sp>
        <p:nvSpPr>
          <p:cNvPr id="154" name="!!source-2-dom-5-13-3-1-0-fill">
            <a:extLst>
              <a:ext uri="{FF2B5EF4-FFF2-40B4-BE49-F238E27FC236}">
                <a16:creationId xmlns:a16="http://schemas.microsoft.com/office/drawing/2014/main" id="{9F0EF682-85BB-42F4-8B9D-1C5C849AA0EE}"/>
              </a:ext>
            </a:extLst>
          </p:cNvPr>
          <p:cNvSpPr>
            <a:spLocks noGrp="1"/>
          </p:cNvSpPr>
          <p:nvPr/>
        </p:nvSpPr>
        <p:spPr>
          <a:xfrm>
            <a:off x="1566862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2-dom-5-13-3-1-0-0-text-0">
            <a:extLst>
              <a:ext uri="{FF2B5EF4-FFF2-40B4-BE49-F238E27FC236}">
                <a16:creationId xmlns:a16="http://schemas.microsoft.com/office/drawing/2014/main" id="{167DFAE1-22A7-480A-83AF-F20175548BC3}"/>
              </a:ext>
            </a:extLst>
          </p:cNvPr>
          <p:cNvSpPr>
            <a:spLocks noGrp="1"/>
          </p:cNvSpPr>
          <p:nvPr/>
        </p:nvSpPr>
        <p:spPr>
          <a:xfrm>
            <a:off x="15824299" y="2886075"/>
            <a:ext cx="2314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56" name="!!source-2-dom-5-13-3-1-1-0-0-text-0">
            <a:extLst>
              <a:ext uri="{FF2B5EF4-FFF2-40B4-BE49-F238E27FC236}">
                <a16:creationId xmlns:a16="http://schemas.microsoft.com/office/drawing/2014/main" id="{BDDF1A26-5FEA-48A8-BE5B-B9A0800B447C}"/>
              </a:ext>
            </a:extLst>
          </p:cNvPr>
          <p:cNvSpPr>
            <a:spLocks noGrp="1"/>
          </p:cNvSpPr>
          <p:nvPr/>
        </p:nvSpPr>
        <p:spPr>
          <a:xfrm>
            <a:off x="16335375" y="2724150"/>
            <a:ext cx="3389559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Cascaded dispensing</a:t>
            </a:r>
          </a:p>
        </p:txBody>
      </p:sp>
      <p:sp>
        <p:nvSpPr>
          <p:cNvPr id="157" name="!!source-2-dom-5-13-3-1-1-1-0-text-0">
            <a:extLst>
              <a:ext uri="{FF2B5EF4-FFF2-40B4-BE49-F238E27FC236}">
                <a16:creationId xmlns:a16="http://schemas.microsoft.com/office/drawing/2014/main" id="{8F1978E4-E5B6-4DE1-803C-9E1CE0E01E28}"/>
              </a:ext>
            </a:extLst>
          </p:cNvPr>
          <p:cNvSpPr>
            <a:spLocks noGrp="1"/>
          </p:cNvSpPr>
          <p:nvPr/>
        </p:nvSpPr>
        <p:spPr>
          <a:xfrm>
            <a:off x="16335375" y="3095625"/>
            <a:ext cx="438269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tanks opened in order, no compressor</a:t>
            </a:r>
          </a:p>
        </p:txBody>
      </p:sp>
      <p:sp>
        <p:nvSpPr>
          <p:cNvPr id="158" name="!!source-2-dom-5-13-3-3-0-0-0-fill">
            <a:extLst>
              <a:ext uri="{FF2B5EF4-FFF2-40B4-BE49-F238E27FC236}">
                <a16:creationId xmlns:a16="http://schemas.microsoft.com/office/drawing/2014/main" id="{52D5164D-826F-443F-8710-958AEFDB85A5}"/>
              </a:ext>
            </a:extLst>
          </p:cNvPr>
          <p:cNvSpPr>
            <a:spLocks noGrp="1"/>
          </p:cNvSpPr>
          <p:nvPr/>
        </p:nvSpPr>
        <p:spPr>
          <a:xfrm>
            <a:off x="15668625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1" name="!!source-2-dom-5-13-3-3-0-0-1-0-text-0">
            <a:extLst>
              <a:ext uri="{FF2B5EF4-FFF2-40B4-BE49-F238E27FC236}">
                <a16:creationId xmlns:a16="http://schemas.microsoft.com/office/drawing/2014/main" id="{A3706350-1DD7-4E4A-B926-6E98A539F2C2}"/>
              </a:ext>
            </a:extLst>
          </p:cNvPr>
          <p:cNvSpPr>
            <a:spLocks noGrp="1"/>
          </p:cNvSpPr>
          <p:nvPr/>
        </p:nvSpPr>
        <p:spPr>
          <a:xfrm>
            <a:off x="15867013" y="5679430"/>
            <a:ext cx="374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1st</a:t>
            </a:r>
          </a:p>
        </p:txBody>
      </p:sp>
      <p:sp>
        <p:nvSpPr>
          <p:cNvPr id="162" name="!!source-2-dom-5-13-3-3-0-1-0-fill">
            <a:extLst>
              <a:ext uri="{FF2B5EF4-FFF2-40B4-BE49-F238E27FC236}">
                <a16:creationId xmlns:a16="http://schemas.microsoft.com/office/drawing/2014/main" id="{4B018BE8-1B42-49A5-8A76-1F0BF6732D39}"/>
              </a:ext>
            </a:extLst>
          </p:cNvPr>
          <p:cNvSpPr>
            <a:spLocks noGrp="1"/>
          </p:cNvSpPr>
          <p:nvPr/>
        </p:nvSpPr>
        <p:spPr>
          <a:xfrm>
            <a:off x="16563975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3" name="!!source-2-dom-5-13-3-3-0-1-0-outline">
            <a:extLst>
              <a:ext uri="{FF2B5EF4-FFF2-40B4-BE49-F238E27FC236}">
                <a16:creationId xmlns:a16="http://schemas.microsoft.com/office/drawing/2014/main" id="{A2AC351D-CE3A-4AE5-B994-19FFDF3C62C8}"/>
              </a:ext>
            </a:extLst>
          </p:cNvPr>
          <p:cNvSpPr>
            <a:spLocks noGrp="1"/>
          </p:cNvSpPr>
          <p:nvPr/>
        </p:nvSpPr>
        <p:spPr>
          <a:xfrm>
            <a:off x="16578262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5" name="!!source-2-dom-5-13-3-3-0-1-1-0-text-0">
            <a:extLst>
              <a:ext uri="{FF2B5EF4-FFF2-40B4-BE49-F238E27FC236}">
                <a16:creationId xmlns:a16="http://schemas.microsoft.com/office/drawing/2014/main" id="{B25D17FA-6CC8-4219-AAAE-D05EB72FC553}"/>
              </a:ext>
            </a:extLst>
          </p:cNvPr>
          <p:cNvSpPr>
            <a:spLocks noGrp="1"/>
          </p:cNvSpPr>
          <p:nvPr/>
        </p:nvSpPr>
        <p:spPr>
          <a:xfrm>
            <a:off x="16683782" y="5679430"/>
            <a:ext cx="53191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2nd</a:t>
            </a:r>
          </a:p>
        </p:txBody>
      </p:sp>
      <p:sp>
        <p:nvSpPr>
          <p:cNvPr id="166" name="!!source-2-dom-5-13-3-3-0-2-0-fill">
            <a:extLst>
              <a:ext uri="{FF2B5EF4-FFF2-40B4-BE49-F238E27FC236}">
                <a16:creationId xmlns:a16="http://schemas.microsoft.com/office/drawing/2014/main" id="{29BA1EEA-2FC7-4963-8D62-87F2CE9A7627}"/>
              </a:ext>
            </a:extLst>
          </p:cNvPr>
          <p:cNvSpPr>
            <a:spLocks noGrp="1"/>
          </p:cNvSpPr>
          <p:nvPr/>
        </p:nvSpPr>
        <p:spPr>
          <a:xfrm>
            <a:off x="17459326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7" name="!!source-2-dom-5-13-3-3-0-2-0-outline">
            <a:extLst>
              <a:ext uri="{FF2B5EF4-FFF2-40B4-BE49-F238E27FC236}">
                <a16:creationId xmlns:a16="http://schemas.microsoft.com/office/drawing/2014/main" id="{664D329C-6F00-474C-9824-C62788C22E0D}"/>
              </a:ext>
            </a:extLst>
          </p:cNvPr>
          <p:cNvSpPr>
            <a:spLocks noGrp="1"/>
          </p:cNvSpPr>
          <p:nvPr/>
        </p:nvSpPr>
        <p:spPr>
          <a:xfrm>
            <a:off x="17473613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8" name="!!source-2-dom-5-13-3-3-0-2-0-0-fill">
            <a:extLst>
              <a:ext uri="{FF2B5EF4-FFF2-40B4-BE49-F238E27FC236}">
                <a16:creationId xmlns:a16="http://schemas.microsoft.com/office/drawing/2014/main" id="{C28FC7E7-F9B4-4734-B2F5-F54B67DFF47C}"/>
              </a:ext>
            </a:extLst>
          </p:cNvPr>
          <p:cNvSpPr>
            <a:spLocks noGrp="1"/>
          </p:cNvSpPr>
          <p:nvPr/>
        </p:nvSpPr>
        <p:spPr>
          <a:xfrm>
            <a:off x="17487900" y="4488805"/>
            <a:ext cx="666750" cy="1085850"/>
          </a:xfrm>
          <a:custGeom>
            <a:avLst/>
            <a:gdLst/>
            <a:ahLst/>
            <a:cxnLst/>
            <a:rect l="0" t="0" r="0" b="0"/>
            <a:pathLst>
              <a:path w="666750" h="1085850">
                <a:moveTo>
                  <a:pt x="0" y="0"/>
                </a:moveTo>
                <a:lnTo>
                  <a:pt x="666750" y="0"/>
                </a:lnTo>
                <a:lnTo>
                  <a:pt x="666750" y="981075"/>
                </a:lnTo>
                <a:lnTo>
                  <a:pt x="664737" y="1001516"/>
                </a:lnTo>
                <a:lnTo>
                  <a:pt x="658775" y="1021171"/>
                </a:lnTo>
                <a:lnTo>
                  <a:pt x="649093" y="1039285"/>
                </a:lnTo>
                <a:lnTo>
                  <a:pt x="636063" y="1055162"/>
                </a:lnTo>
                <a:lnTo>
                  <a:pt x="620185" y="1068192"/>
                </a:lnTo>
                <a:lnTo>
                  <a:pt x="602071" y="1077874"/>
                </a:lnTo>
                <a:lnTo>
                  <a:pt x="582416" y="1083837"/>
                </a:lnTo>
                <a:lnTo>
                  <a:pt x="561975" y="1085850"/>
                </a:lnTo>
                <a:lnTo>
                  <a:pt x="104775" y="1085850"/>
                </a:lnTo>
                <a:lnTo>
                  <a:pt x="84334" y="1083837"/>
                </a:lnTo>
                <a:lnTo>
                  <a:pt x="64679" y="1077874"/>
                </a:lnTo>
                <a:lnTo>
                  <a:pt x="46565" y="1068192"/>
                </a:lnTo>
                <a:lnTo>
                  <a:pt x="30688" y="1055162"/>
                </a:lnTo>
                <a:lnTo>
                  <a:pt x="17658" y="1039285"/>
                </a:lnTo>
                <a:lnTo>
                  <a:pt x="7976" y="1021171"/>
                </a:lnTo>
                <a:lnTo>
                  <a:pt x="2013" y="1001516"/>
                </a:lnTo>
                <a:lnTo>
                  <a:pt x="0" y="98107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9" name="!!source-2-dom-5-13-3-3-0-2-1-0-text-0">
            <a:extLst>
              <a:ext uri="{FF2B5EF4-FFF2-40B4-BE49-F238E27FC236}">
                <a16:creationId xmlns:a16="http://schemas.microsoft.com/office/drawing/2014/main" id="{DED34E7A-B3A7-4783-8B07-5C502E6ED831}"/>
              </a:ext>
            </a:extLst>
          </p:cNvPr>
          <p:cNvSpPr>
            <a:spLocks noGrp="1"/>
          </p:cNvSpPr>
          <p:nvPr/>
        </p:nvSpPr>
        <p:spPr>
          <a:xfrm>
            <a:off x="17613363" y="5679430"/>
            <a:ext cx="46345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3rd</a:t>
            </a:r>
          </a:p>
        </p:txBody>
      </p:sp>
      <p:sp>
        <p:nvSpPr>
          <p:cNvPr id="170" name="!!source-2-dom-5-13-3-3-1-0-fill">
            <a:extLst>
              <a:ext uri="{FF2B5EF4-FFF2-40B4-BE49-F238E27FC236}">
                <a16:creationId xmlns:a16="http://schemas.microsoft.com/office/drawing/2014/main" id="{D0AC1F47-9803-4636-A268-C479EFAC1048}"/>
              </a:ext>
            </a:extLst>
          </p:cNvPr>
          <p:cNvSpPr>
            <a:spLocks noGrp="1"/>
          </p:cNvSpPr>
          <p:nvPr/>
        </p:nvSpPr>
        <p:spPr>
          <a:xfrm>
            <a:off x="18183226" y="5174605"/>
            <a:ext cx="494555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1" name="!!source-2-dom-5-13-3-3-1-1-border-Top">
            <a:extLst>
              <a:ext uri="{FF2B5EF4-FFF2-40B4-BE49-F238E27FC236}">
                <a16:creationId xmlns:a16="http://schemas.microsoft.com/office/drawing/2014/main" id="{D7B7F972-B091-4142-AB0D-A828EAE26110}"/>
              </a:ext>
            </a:extLst>
          </p:cNvPr>
          <p:cNvSpPr>
            <a:spLocks noGrp="1"/>
          </p:cNvSpPr>
          <p:nvPr/>
        </p:nvSpPr>
        <p:spPr>
          <a:xfrm>
            <a:off x="1867778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2" name="!!source-2-dom-5-13-3-3-1-1-border-Bottom">
            <a:extLst>
              <a:ext uri="{FF2B5EF4-FFF2-40B4-BE49-F238E27FC236}">
                <a16:creationId xmlns:a16="http://schemas.microsoft.com/office/drawing/2014/main" id="{C14B91B8-0EFD-4522-9396-D04E57A05F78}"/>
              </a:ext>
            </a:extLst>
          </p:cNvPr>
          <p:cNvSpPr>
            <a:spLocks noGrp="1"/>
          </p:cNvSpPr>
          <p:nvPr/>
        </p:nvSpPr>
        <p:spPr>
          <a:xfrm>
            <a:off x="1867778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3" name="!!source-2-dom-5-13-3-3-1-1-border-Left">
            <a:extLst>
              <a:ext uri="{FF2B5EF4-FFF2-40B4-BE49-F238E27FC236}">
                <a16:creationId xmlns:a16="http://schemas.microsoft.com/office/drawing/2014/main" id="{DAEF7832-9802-466E-8870-21C356280FCA}"/>
              </a:ext>
            </a:extLst>
          </p:cNvPr>
          <p:cNvSpPr>
            <a:spLocks noGrp="1"/>
          </p:cNvSpPr>
          <p:nvPr/>
        </p:nvSpPr>
        <p:spPr>
          <a:xfrm>
            <a:off x="1867778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4" name="!!source-2-dom-5-13-3-3-2-fill">
            <a:extLst>
              <a:ext uri="{FF2B5EF4-FFF2-40B4-BE49-F238E27FC236}">
                <a16:creationId xmlns:a16="http://schemas.microsoft.com/office/drawing/2014/main" id="{8428E7F6-B643-48BE-AB10-D4BFD6A80AF5}"/>
              </a:ext>
            </a:extLst>
          </p:cNvPr>
          <p:cNvSpPr>
            <a:spLocks noGrp="1"/>
          </p:cNvSpPr>
          <p:nvPr/>
        </p:nvSpPr>
        <p:spPr>
          <a:xfrm>
            <a:off x="18830181" y="4731693"/>
            <a:ext cx="2182565" cy="9239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5" name="!!source-2-dom-5-13-3-3-2-outline">
            <a:extLst>
              <a:ext uri="{FF2B5EF4-FFF2-40B4-BE49-F238E27FC236}">
                <a16:creationId xmlns:a16="http://schemas.microsoft.com/office/drawing/2014/main" id="{B991D935-1DA8-46E7-B828-03D34256E183}"/>
              </a:ext>
            </a:extLst>
          </p:cNvPr>
          <p:cNvSpPr>
            <a:spLocks noGrp="1"/>
          </p:cNvSpPr>
          <p:nvPr/>
        </p:nvSpPr>
        <p:spPr>
          <a:xfrm>
            <a:off x="18844468" y="4745980"/>
            <a:ext cx="2153990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6" name="!!source-2-dom-5-13-3-3-2-0-0-text-0">
            <a:extLst>
              <a:ext uri="{FF2B5EF4-FFF2-40B4-BE49-F238E27FC236}">
                <a16:creationId xmlns:a16="http://schemas.microsoft.com/office/drawing/2014/main" id="{1EA1FD30-2F2C-41F3-8F8A-61ABA5070AE4}"/>
              </a:ext>
            </a:extLst>
          </p:cNvPr>
          <p:cNvSpPr>
            <a:spLocks noGrp="1"/>
          </p:cNvSpPr>
          <p:nvPr/>
        </p:nvSpPr>
        <p:spPr>
          <a:xfrm>
            <a:off x="19230678" y="4874568"/>
            <a:ext cx="142919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Dispenser</a:t>
            </a:r>
          </a:p>
        </p:txBody>
      </p:sp>
      <p:sp>
        <p:nvSpPr>
          <p:cNvPr id="177" name="!!source-2-dom-5-13-3-3-2-1-0-text-0">
            <a:extLst>
              <a:ext uri="{FF2B5EF4-FFF2-40B4-BE49-F238E27FC236}">
                <a16:creationId xmlns:a16="http://schemas.microsoft.com/office/drawing/2014/main" id="{7AB22C41-4AF0-4D1B-B24C-F1FEA0139221}"/>
              </a:ext>
            </a:extLst>
          </p:cNvPr>
          <p:cNvSpPr>
            <a:spLocks noGrp="1"/>
          </p:cNvSpPr>
          <p:nvPr/>
        </p:nvSpPr>
        <p:spPr>
          <a:xfrm>
            <a:off x="19030206" y="5236518"/>
            <a:ext cx="183013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gradient-driven</a:t>
            </a:r>
          </a:p>
        </p:txBody>
      </p:sp>
      <p:sp>
        <p:nvSpPr>
          <p:cNvPr id="178" name="!!source-2-dom-5-13-3-3-3-0-fill">
            <a:extLst>
              <a:ext uri="{FF2B5EF4-FFF2-40B4-BE49-F238E27FC236}">
                <a16:creationId xmlns:a16="http://schemas.microsoft.com/office/drawing/2014/main" id="{2F962B22-F891-4721-805E-2D231018AD61}"/>
              </a:ext>
            </a:extLst>
          </p:cNvPr>
          <p:cNvSpPr>
            <a:spLocks noGrp="1"/>
          </p:cNvSpPr>
          <p:nvPr/>
        </p:nvSpPr>
        <p:spPr>
          <a:xfrm>
            <a:off x="21012746" y="5174605"/>
            <a:ext cx="494706" cy="3810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9" name="!!source-2-dom-5-13-3-3-3-1-border-Top">
            <a:extLst>
              <a:ext uri="{FF2B5EF4-FFF2-40B4-BE49-F238E27FC236}">
                <a16:creationId xmlns:a16="http://schemas.microsoft.com/office/drawing/2014/main" id="{5A7F0C45-1923-4BA6-85E2-10B8EA748C58}"/>
              </a:ext>
            </a:extLst>
          </p:cNvPr>
          <p:cNvSpPr>
            <a:spLocks noGrp="1"/>
          </p:cNvSpPr>
          <p:nvPr/>
        </p:nvSpPr>
        <p:spPr>
          <a:xfrm>
            <a:off x="21507451" y="5098405"/>
            <a:ext cx="152398" cy="190500"/>
          </a:xfrm>
          <a:custGeom>
            <a:avLst/>
            <a:gdLst/>
            <a:ahLst/>
            <a:cxnLst/>
            <a:rect l="0" t="0" r="0" b="0"/>
            <a:pathLst>
              <a:path w="152398" h="190500">
                <a:moveTo>
                  <a:pt x="0" y="0"/>
                </a:moveTo>
                <a:lnTo>
                  <a:pt x="152398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0" name="!!source-2-dom-5-13-3-3-3-1-border-Bottom">
            <a:extLst>
              <a:ext uri="{FF2B5EF4-FFF2-40B4-BE49-F238E27FC236}">
                <a16:creationId xmlns:a16="http://schemas.microsoft.com/office/drawing/2014/main" id="{004C1AC8-691B-4BEF-92FC-3299131C410A}"/>
              </a:ext>
            </a:extLst>
          </p:cNvPr>
          <p:cNvSpPr>
            <a:spLocks noGrp="1"/>
          </p:cNvSpPr>
          <p:nvPr/>
        </p:nvSpPr>
        <p:spPr>
          <a:xfrm>
            <a:off x="21507451" y="5098405"/>
            <a:ext cx="152398" cy="190500"/>
          </a:xfrm>
          <a:custGeom>
            <a:avLst/>
            <a:gdLst/>
            <a:ahLst/>
            <a:cxnLst/>
            <a:rect l="0" t="0" r="0" b="0"/>
            <a:pathLst>
              <a:path w="152398" h="190500">
                <a:moveTo>
                  <a:pt x="0" y="190500"/>
                </a:moveTo>
                <a:lnTo>
                  <a:pt x="152400" y="95250"/>
                </a:lnTo>
                <a:lnTo>
                  <a:pt x="152398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1" name="!!source-2-dom-5-13-3-3-3-1-border-Left">
            <a:extLst>
              <a:ext uri="{FF2B5EF4-FFF2-40B4-BE49-F238E27FC236}">
                <a16:creationId xmlns:a16="http://schemas.microsoft.com/office/drawing/2014/main" id="{F732648A-0EBA-4013-8600-5273A2B0E1CD}"/>
              </a:ext>
            </a:extLst>
          </p:cNvPr>
          <p:cNvSpPr>
            <a:spLocks noGrp="1"/>
          </p:cNvSpPr>
          <p:nvPr/>
        </p:nvSpPr>
        <p:spPr>
          <a:xfrm>
            <a:off x="21507451" y="5098405"/>
            <a:ext cx="152398" cy="190500"/>
          </a:xfrm>
          <a:custGeom>
            <a:avLst/>
            <a:gdLst/>
            <a:ahLst/>
            <a:cxnLst/>
            <a:rect l="0" t="0" r="0" b="0"/>
            <a:pathLst>
              <a:path w="152398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2" name="!!source-2-dom-5-13-3-3-4-outline">
            <a:extLst>
              <a:ext uri="{FF2B5EF4-FFF2-40B4-BE49-F238E27FC236}">
                <a16:creationId xmlns:a16="http://schemas.microsoft.com/office/drawing/2014/main" id="{3BC8B232-EA29-4F6C-ACD7-7205B6B9FD05}"/>
              </a:ext>
            </a:extLst>
          </p:cNvPr>
          <p:cNvSpPr>
            <a:spLocks noGrp="1"/>
          </p:cNvSpPr>
          <p:nvPr/>
        </p:nvSpPr>
        <p:spPr>
          <a:xfrm>
            <a:off x="21674136" y="4745980"/>
            <a:ext cx="2990850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3" name="!!source-2-dom-5-13-3-3-4-0-0-text-0">
            <a:extLst>
              <a:ext uri="{FF2B5EF4-FFF2-40B4-BE49-F238E27FC236}">
                <a16:creationId xmlns:a16="http://schemas.microsoft.com/office/drawing/2014/main" id="{6024B704-330D-4B2B-9DD9-0B5F0A634241}"/>
              </a:ext>
            </a:extLst>
          </p:cNvPr>
          <p:cNvSpPr>
            <a:spLocks noGrp="1"/>
          </p:cNvSpPr>
          <p:nvPr/>
        </p:nvSpPr>
        <p:spPr>
          <a:xfrm>
            <a:off x="22668458" y="4874568"/>
            <a:ext cx="1049686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184" name="!!source-2-dom-5-13-3-3-4-1-0-text-0">
            <a:extLst>
              <a:ext uri="{FF2B5EF4-FFF2-40B4-BE49-F238E27FC236}">
                <a16:creationId xmlns:a16="http://schemas.microsoft.com/office/drawing/2014/main" id="{00A6E4B2-A3C2-4B78-BEC0-5355F2BC308A}"/>
              </a:ext>
            </a:extLst>
          </p:cNvPr>
          <p:cNvSpPr>
            <a:spLocks noGrp="1"/>
          </p:cNvSpPr>
          <p:nvPr/>
        </p:nvSpPr>
        <p:spPr>
          <a:xfrm>
            <a:off x="21859875" y="5236518"/>
            <a:ext cx="266700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pressure rises stepwise</a:t>
            </a:r>
          </a:p>
        </p:txBody>
      </p:sp>
      <p:sp>
        <p:nvSpPr>
          <p:cNvPr id="185" name="!!source-2-dom-5-13-3-5-0-text-0">
            <a:extLst>
              <a:ext uri="{FF2B5EF4-FFF2-40B4-BE49-F238E27FC236}">
                <a16:creationId xmlns:a16="http://schemas.microsoft.com/office/drawing/2014/main" id="{BC1D3202-C6E7-47C3-A116-B1542F20A442}"/>
              </a:ext>
            </a:extLst>
          </p:cNvPr>
          <p:cNvSpPr>
            <a:spLocks noGrp="1"/>
          </p:cNvSpPr>
          <p:nvPr/>
        </p:nvSpPr>
        <p:spPr>
          <a:xfrm>
            <a:off x="15668625" y="7034510"/>
            <a:ext cx="523473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Order matters, in filling and in refuelling.</a:t>
            </a:r>
          </a:p>
        </p:txBody>
      </p:sp>
      <p:sp>
        <p:nvSpPr>
          <p:cNvPr id="186" name="!!source-2-dom-7-1-outline">
            <a:extLst>
              <a:ext uri="{FF2B5EF4-FFF2-40B4-BE49-F238E27FC236}">
                <a16:creationId xmlns:a16="http://schemas.microsoft.com/office/drawing/2014/main" id="{6514C122-3653-4D6F-AB2E-51B9EB88DAC2}"/>
              </a:ext>
            </a:extLst>
          </p:cNvPr>
          <p:cNvSpPr>
            <a:spLocks noGrp="1"/>
          </p:cNvSpPr>
          <p:nvPr/>
        </p:nvSpPr>
        <p:spPr>
          <a:xfrm>
            <a:off x="1062037" y="7973467"/>
            <a:ext cx="3529161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7" name="!!source-2-dom-7-1-0-text-0">
            <a:extLst>
              <a:ext uri="{FF2B5EF4-FFF2-40B4-BE49-F238E27FC236}">
                <a16:creationId xmlns:a16="http://schemas.microsoft.com/office/drawing/2014/main" id="{0D5C5D3B-BCDB-40B1-8F58-186C3468E1DD}"/>
              </a:ext>
            </a:extLst>
          </p:cNvPr>
          <p:cNvSpPr>
            <a:spLocks noGrp="1"/>
          </p:cNvSpPr>
          <p:nvPr/>
        </p:nvSpPr>
        <p:spPr>
          <a:xfrm>
            <a:off x="1304925" y="8102054"/>
            <a:ext cx="309101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Source: which, when?</a:t>
            </a:r>
          </a:p>
        </p:txBody>
      </p:sp>
      <p:sp>
        <p:nvSpPr>
          <p:cNvPr id="188" name="!!source-2-dom-7-3-outline">
            <a:extLst>
              <a:ext uri="{FF2B5EF4-FFF2-40B4-BE49-F238E27FC236}">
                <a16:creationId xmlns:a16="http://schemas.microsoft.com/office/drawing/2014/main" id="{8272CE87-79D1-4FFD-B127-1E28B36CC909}"/>
              </a:ext>
            </a:extLst>
          </p:cNvPr>
          <p:cNvSpPr>
            <a:spLocks noGrp="1"/>
          </p:cNvSpPr>
          <p:nvPr/>
        </p:nvSpPr>
        <p:spPr>
          <a:xfrm>
            <a:off x="4848374" y="7973467"/>
            <a:ext cx="4667993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9" name="!!source-2-dom-7-3-0-text-0">
            <a:extLst>
              <a:ext uri="{FF2B5EF4-FFF2-40B4-BE49-F238E27FC236}">
                <a16:creationId xmlns:a16="http://schemas.microsoft.com/office/drawing/2014/main" id="{16920CDE-11C3-48D2-96F9-601EFE9AD880}"/>
              </a:ext>
            </a:extLst>
          </p:cNvPr>
          <p:cNvSpPr>
            <a:spLocks noGrp="1"/>
          </p:cNvSpPr>
          <p:nvPr/>
        </p:nvSpPr>
        <p:spPr>
          <a:xfrm>
            <a:off x="5091261" y="8102054"/>
            <a:ext cx="422984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Compress: which tank, when?</a:t>
            </a:r>
          </a:p>
        </p:txBody>
      </p:sp>
      <p:sp>
        <p:nvSpPr>
          <p:cNvPr id="190" name="!!source-2-dom-7-5-0-text-0">
            <a:extLst>
              <a:ext uri="{FF2B5EF4-FFF2-40B4-BE49-F238E27FC236}">
                <a16:creationId xmlns:a16="http://schemas.microsoft.com/office/drawing/2014/main" id="{2CB782AE-3386-4D7F-9E1B-12FA7C7989C5}"/>
              </a:ext>
            </a:extLst>
          </p:cNvPr>
          <p:cNvSpPr>
            <a:spLocks noGrp="1"/>
          </p:cNvSpPr>
          <p:nvPr/>
        </p:nvSpPr>
        <p:spPr>
          <a:xfrm>
            <a:off x="9759255" y="7926883"/>
            <a:ext cx="727040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Hydrogen needs preparation before delivery: pressure,</a:t>
            </a:r>
          </a:p>
        </p:txBody>
      </p:sp>
      <p:sp>
        <p:nvSpPr>
          <p:cNvPr id="191" name="!!source-2-dom-7-5-0-text-1">
            <a:extLst>
              <a:ext uri="{FF2B5EF4-FFF2-40B4-BE49-F238E27FC236}">
                <a16:creationId xmlns:a16="http://schemas.microsoft.com/office/drawing/2014/main" id="{CB91BFBC-6C85-40A4-B5A9-B07809FFDA33}"/>
              </a:ext>
            </a:extLst>
          </p:cNvPr>
          <p:cNvSpPr>
            <a:spLocks noGrp="1"/>
          </p:cNvSpPr>
          <p:nvPr/>
        </p:nvSpPr>
        <p:spPr>
          <a:xfrm>
            <a:off x="9759255" y="8273504"/>
            <a:ext cx="184532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order, timing.</a:t>
            </a:r>
          </a:p>
        </p:txBody>
      </p:sp>
      <p:pic>
        <p:nvPicPr>
          <p:cNvPr id="386" name="!!source-2-dom-9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387" name="!!source-2-dom-9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32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!!source-2-dom-fill">
            <a:extLst>
              <a:ext uri="{FF2B5EF4-FFF2-40B4-BE49-F238E27FC236}">
                <a16:creationId xmlns:a16="http://schemas.microsoft.com/office/drawing/2014/main" id="{D694DAA5-6443-41B2-96B3-E32851055B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2-dom-1-0-0-border-Bottom">
            <a:extLst>
              <a:ext uri="{FF2B5EF4-FFF2-40B4-BE49-F238E27FC236}">
                <a16:creationId xmlns:a16="http://schemas.microsoft.com/office/drawing/2014/main" id="{7C10C390-CCA3-43D2-AC9B-9812E4086450}"/>
              </a:ext>
            </a:extLst>
          </p:cNvPr>
          <p:cNvSpPr>
            <a:spLocks noGrp="1"/>
          </p:cNvSpPr>
          <p:nvPr/>
        </p:nvSpPr>
        <p:spPr>
          <a:xfrm>
            <a:off x="1047750" y="690562"/>
            <a:ext cx="1107728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!!source-2-dom-1-0-0-0-text-0">
            <a:extLst>
              <a:ext uri="{FF2B5EF4-FFF2-40B4-BE49-F238E27FC236}">
                <a16:creationId xmlns:a16="http://schemas.microsoft.com/office/drawing/2014/main" id="{8F673B51-B74F-4A83-BA92-47586ACA0ED7}"/>
              </a:ext>
            </a:extLst>
          </p:cNvPr>
          <p:cNvSpPr>
            <a:spLocks noGrp="1"/>
          </p:cNvSpPr>
          <p:nvPr/>
        </p:nvSpPr>
        <p:spPr>
          <a:xfrm>
            <a:off x="1047750" y="381000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4" name="!!source-2-dom-1-0-1-0-text-0">
            <a:extLst>
              <a:ext uri="{FF2B5EF4-FFF2-40B4-BE49-F238E27FC236}">
                <a16:creationId xmlns:a16="http://schemas.microsoft.com/office/drawing/2014/main" id="{8B32E015-B396-4086-BDCB-454B1D7F79BB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5" name="!!source-2-dom-1-0-2-0-text-0">
            <a:extLst>
              <a:ext uri="{FF2B5EF4-FFF2-40B4-BE49-F238E27FC236}">
                <a16:creationId xmlns:a16="http://schemas.microsoft.com/office/drawing/2014/main" id="{E5BEDC4C-7E2A-4629-AC77-CEED70602EC6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2-dom-1-0-3-0-text-0">
            <a:extLst>
              <a:ext uri="{FF2B5EF4-FFF2-40B4-BE49-F238E27FC236}">
                <a16:creationId xmlns:a16="http://schemas.microsoft.com/office/drawing/2014/main" id="{D50F5783-DEE2-44D9-B304-8059A86C2E7E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2-dom-1-0-4-0-text-0">
            <a:extLst>
              <a:ext uri="{FF2B5EF4-FFF2-40B4-BE49-F238E27FC236}">
                <a16:creationId xmlns:a16="http://schemas.microsoft.com/office/drawing/2014/main" id="{93ABC6C7-CECB-4114-9E0A-6E50B960FE87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2-dom-1-0-5-0-text-0">
            <a:extLst>
              <a:ext uri="{FF2B5EF4-FFF2-40B4-BE49-F238E27FC236}">
                <a16:creationId xmlns:a16="http://schemas.microsoft.com/office/drawing/2014/main" id="{47BF1E0F-8AB8-47E0-B013-C67D6AD25539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2-dom-1-1-0-text-0">
            <a:extLst>
              <a:ext uri="{FF2B5EF4-FFF2-40B4-BE49-F238E27FC236}">
                <a16:creationId xmlns:a16="http://schemas.microsoft.com/office/drawing/2014/main" id="{D3DE28F1-698D-4D6A-8D49-A78E4934EEB6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03 / 17</a:t>
            </a:r>
          </a:p>
        </p:txBody>
      </p:sp>
      <p:sp>
        <p:nvSpPr>
          <p:cNvPr id="10" name="!!source-2-dom-3-1-0-0-text-0">
            <a:extLst>
              <a:ext uri="{FF2B5EF4-FFF2-40B4-BE49-F238E27FC236}">
                <a16:creationId xmlns:a16="http://schemas.microsoft.com/office/drawing/2014/main" id="{343FFDC8-792B-4D96-9780-7F92114BC603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9505355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Hydrogen Refuelling Stations (HRSs)</a:t>
            </a:r>
          </a:p>
        </p:txBody>
      </p:sp>
      <p:sp>
        <p:nvSpPr>
          <p:cNvPr id="11" name="!!source-2-dom-3-1-1-0-0-text-0">
            <a:extLst>
              <a:ext uri="{FF2B5EF4-FFF2-40B4-BE49-F238E27FC236}">
                <a16:creationId xmlns:a16="http://schemas.microsoft.com/office/drawing/2014/main" id="{07D81F1F-1403-48F6-BB22-691E810593C1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309517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Cascaded dispensing</a:t>
            </a:r>
          </a:p>
        </p:txBody>
      </p:sp>
      <p:sp>
        <p:nvSpPr>
          <p:cNvPr id="12" name="!!source-2-dom-5-1-fill">
            <a:extLst>
              <a:ext uri="{FF2B5EF4-FFF2-40B4-BE49-F238E27FC236}">
                <a16:creationId xmlns:a16="http://schemas.microsoft.com/office/drawing/2014/main" id="{3C766E0F-6A74-40E6-AF78-F5108C10A8E6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190500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2-dom-5-1-outline">
            <a:extLst>
              <a:ext uri="{FF2B5EF4-FFF2-40B4-BE49-F238E27FC236}">
                <a16:creationId xmlns:a16="http://schemas.microsoft.com/office/drawing/2014/main" id="{9CE5A4D6-088E-45DE-A2E5-E786FDA8161E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1876425" cy="5136059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2-dom-5-1-1-1-fill">
            <a:extLst>
              <a:ext uri="{FF2B5EF4-FFF2-40B4-BE49-F238E27FC236}">
                <a16:creationId xmlns:a16="http://schemas.microsoft.com/office/drawing/2014/main" id="{5E1D5076-BFD2-4646-B98E-6E988D58D3EB}"/>
              </a:ext>
            </a:extLst>
          </p:cNvPr>
          <p:cNvSpPr>
            <a:spLocks noGrp="1"/>
          </p:cNvSpPr>
          <p:nvPr/>
        </p:nvSpPr>
        <p:spPr>
          <a:xfrm>
            <a:off x="1695450" y="3663404"/>
            <a:ext cx="609600" cy="6096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2-dom-5-1-1-1-0-text-0">
            <a:extLst>
              <a:ext uri="{FF2B5EF4-FFF2-40B4-BE49-F238E27FC236}">
                <a16:creationId xmlns:a16="http://schemas.microsoft.com/office/drawing/2014/main" id="{6A101D2D-EC27-4C56-AD7A-ED2B4FAA10A9}"/>
              </a:ext>
            </a:extLst>
          </p:cNvPr>
          <p:cNvSpPr>
            <a:spLocks noGrp="1"/>
          </p:cNvSpPr>
          <p:nvPr/>
        </p:nvSpPr>
        <p:spPr>
          <a:xfrm>
            <a:off x="1944142" y="3791992"/>
            <a:ext cx="15969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2-dom-5-1-1-3-0-text-0">
            <a:extLst>
              <a:ext uri="{FF2B5EF4-FFF2-40B4-BE49-F238E27FC236}">
                <a16:creationId xmlns:a16="http://schemas.microsoft.com/office/drawing/2014/main" id="{103E307A-E922-4BBE-A6B1-96E3AE4A83D1}"/>
              </a:ext>
            </a:extLst>
          </p:cNvPr>
          <p:cNvSpPr>
            <a:spLocks noGrp="1"/>
          </p:cNvSpPr>
          <p:nvPr/>
        </p:nvSpPr>
        <p:spPr>
          <a:xfrm>
            <a:off x="1186904" y="4463504"/>
            <a:ext cx="16744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FLEXIBILITY</a:t>
            </a:r>
          </a:p>
        </p:txBody>
      </p:sp>
      <p:sp>
        <p:nvSpPr>
          <p:cNvPr id="17" name="!!source-2-dom-5-1-1-5-0-text-0">
            <a:extLst>
              <a:ext uri="{FF2B5EF4-FFF2-40B4-BE49-F238E27FC236}">
                <a16:creationId xmlns:a16="http://schemas.microsoft.com/office/drawing/2014/main" id="{A0707399-66FD-464D-8700-EE203612A269}"/>
              </a:ext>
            </a:extLst>
          </p:cNvPr>
          <p:cNvSpPr>
            <a:spLocks noGrp="1"/>
          </p:cNvSpPr>
          <p:nvPr/>
        </p:nvSpPr>
        <p:spPr>
          <a:xfrm>
            <a:off x="1318022" y="4930229"/>
            <a:ext cx="1412081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</a:t>
            </a:r>
          </a:p>
        </p:txBody>
      </p:sp>
      <p:sp>
        <p:nvSpPr>
          <p:cNvPr id="18" name="!!source-2-dom-5-1-1-5-0-text-1">
            <a:extLst>
              <a:ext uri="{FF2B5EF4-FFF2-40B4-BE49-F238E27FC236}">
                <a16:creationId xmlns:a16="http://schemas.microsoft.com/office/drawing/2014/main" id="{93892EA2-0ECD-4667-9336-9EE213AF1A79}"/>
              </a:ext>
            </a:extLst>
          </p:cNvPr>
          <p:cNvSpPr>
            <a:spLocks noGrp="1"/>
          </p:cNvSpPr>
          <p:nvPr/>
        </p:nvSpPr>
        <p:spPr>
          <a:xfrm>
            <a:off x="1400621" y="5263604"/>
            <a:ext cx="124673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sourcing</a:t>
            </a:r>
          </a:p>
        </p:txBody>
      </p:sp>
      <p:sp>
        <p:nvSpPr>
          <p:cNvPr id="19" name="!!source-2-dom-5-1-1-7-0-0-text-0">
            <a:extLst>
              <a:ext uri="{FF2B5EF4-FFF2-40B4-BE49-F238E27FC236}">
                <a16:creationId xmlns:a16="http://schemas.microsoft.com/office/drawing/2014/main" id="{D78237EA-BC59-412B-9AB2-F6278CE2228D}"/>
              </a:ext>
            </a:extLst>
          </p:cNvPr>
          <p:cNvSpPr>
            <a:spLocks noGrp="1"/>
          </p:cNvSpPr>
          <p:nvPr/>
        </p:nvSpPr>
        <p:spPr>
          <a:xfrm>
            <a:off x="1622524" y="5787480"/>
            <a:ext cx="80292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 site</a:t>
            </a:r>
          </a:p>
        </p:txBody>
      </p:sp>
      <p:sp>
        <p:nvSpPr>
          <p:cNvPr id="20" name="!!source-2-dom-5-1-1-7-1-0-text-0">
            <a:extLst>
              <a:ext uri="{FF2B5EF4-FFF2-40B4-BE49-F238E27FC236}">
                <a16:creationId xmlns:a16="http://schemas.microsoft.com/office/drawing/2014/main" id="{B9D112C6-CB1B-456B-92CD-7777CAA42825}"/>
              </a:ext>
            </a:extLst>
          </p:cNvPr>
          <p:cNvSpPr>
            <a:spLocks noGrp="1"/>
          </p:cNvSpPr>
          <p:nvPr/>
        </p:nvSpPr>
        <p:spPr>
          <a:xfrm>
            <a:off x="1622078" y="6149429"/>
            <a:ext cx="80396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off site</a:t>
            </a:r>
          </a:p>
        </p:txBody>
      </p:sp>
      <p:sp>
        <p:nvSpPr>
          <p:cNvPr id="21" name="!!source-2-dom-5-1-3-1-0-fill">
            <a:extLst>
              <a:ext uri="{FF2B5EF4-FFF2-40B4-BE49-F238E27FC236}">
                <a16:creationId xmlns:a16="http://schemas.microsoft.com/office/drawing/2014/main" id="{1E492D42-AFEB-43DE-B61A-24C8CDF220FF}"/>
              </a:ext>
            </a:extLst>
          </p:cNvPr>
          <p:cNvSpPr>
            <a:spLocks noGrp="1"/>
          </p:cNvSpPr>
          <p:nvPr/>
        </p:nvSpPr>
        <p:spPr>
          <a:xfrm>
            <a:off x="1381125" y="28003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2-dom-5-1-3-1-0-0-text-0">
            <a:extLst>
              <a:ext uri="{FF2B5EF4-FFF2-40B4-BE49-F238E27FC236}">
                <a16:creationId xmlns:a16="http://schemas.microsoft.com/office/drawing/2014/main" id="{A590D1FA-F710-4DB5-B92C-32DEAE083DFA}"/>
              </a:ext>
            </a:extLst>
          </p:cNvPr>
          <p:cNvSpPr>
            <a:spLocks noGrp="1"/>
          </p:cNvSpPr>
          <p:nvPr/>
        </p:nvSpPr>
        <p:spPr>
          <a:xfrm>
            <a:off x="1576388" y="288607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3" name="!!source-2-dom-5-1-3-1-1-0-0-text-0">
            <a:extLst>
              <a:ext uri="{FF2B5EF4-FFF2-40B4-BE49-F238E27FC236}">
                <a16:creationId xmlns:a16="http://schemas.microsoft.com/office/drawing/2014/main" id="{52CC40A9-46EF-4D50-B93D-876D1E56BD44}"/>
              </a:ext>
            </a:extLst>
          </p:cNvPr>
          <p:cNvSpPr>
            <a:spLocks noGrp="1"/>
          </p:cNvSpPr>
          <p:nvPr/>
        </p:nvSpPr>
        <p:spPr>
          <a:xfrm>
            <a:off x="2047875" y="2724150"/>
            <a:ext cx="3061543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 sourcing</a:t>
            </a:r>
          </a:p>
        </p:txBody>
      </p:sp>
      <p:sp>
        <p:nvSpPr>
          <p:cNvPr id="24" name="!!source-2-dom-5-1-3-1-1-1-0-text-0">
            <a:extLst>
              <a:ext uri="{FF2B5EF4-FFF2-40B4-BE49-F238E27FC236}">
                <a16:creationId xmlns:a16="http://schemas.microsoft.com/office/drawing/2014/main" id="{3D9BAA35-3DA0-4753-8E03-51F8891822CF}"/>
              </a:ext>
            </a:extLst>
          </p:cNvPr>
          <p:cNvSpPr>
            <a:spLocks noGrp="1"/>
          </p:cNvSpPr>
          <p:nvPr/>
        </p:nvSpPr>
        <p:spPr>
          <a:xfrm>
            <a:off x="2047875" y="3095625"/>
            <a:ext cx="343778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produced on site, or delivered</a:t>
            </a:r>
          </a:p>
        </p:txBody>
      </p:sp>
      <p:sp>
        <p:nvSpPr>
          <p:cNvPr id="25" name="!!source-2-dom-5-1-3-3-0-outline">
            <a:extLst>
              <a:ext uri="{FF2B5EF4-FFF2-40B4-BE49-F238E27FC236}">
                <a16:creationId xmlns:a16="http://schemas.microsoft.com/office/drawing/2014/main" id="{554E38B0-021A-4872-B576-B17745EC8118}"/>
              </a:ext>
            </a:extLst>
          </p:cNvPr>
          <p:cNvSpPr>
            <a:spLocks noGrp="1"/>
          </p:cNvSpPr>
          <p:nvPr/>
        </p:nvSpPr>
        <p:spPr>
          <a:xfrm>
            <a:off x="1395412" y="4745980"/>
            <a:ext cx="1989088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2-dom-5-1-3-3-0-0-0-text-0">
            <a:extLst>
              <a:ext uri="{FF2B5EF4-FFF2-40B4-BE49-F238E27FC236}">
                <a16:creationId xmlns:a16="http://schemas.microsoft.com/office/drawing/2014/main" id="{36ADDC82-6B2D-4915-A189-BB88F9BB6C0A}"/>
              </a:ext>
            </a:extLst>
          </p:cNvPr>
          <p:cNvSpPr>
            <a:spLocks noGrp="1"/>
          </p:cNvSpPr>
          <p:nvPr/>
        </p:nvSpPr>
        <p:spPr>
          <a:xfrm>
            <a:off x="1581150" y="4874568"/>
            <a:ext cx="166523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Electrolyser</a:t>
            </a:r>
          </a:p>
        </p:txBody>
      </p:sp>
      <p:sp>
        <p:nvSpPr>
          <p:cNvPr id="27" name="!!source-2-dom-5-1-3-3-0-1-0-text-0">
            <a:extLst>
              <a:ext uri="{FF2B5EF4-FFF2-40B4-BE49-F238E27FC236}">
                <a16:creationId xmlns:a16="http://schemas.microsoft.com/office/drawing/2014/main" id="{034E2512-A13F-4209-91E4-C821CC89E656}"/>
              </a:ext>
            </a:extLst>
          </p:cNvPr>
          <p:cNvSpPr>
            <a:spLocks noGrp="1"/>
          </p:cNvSpPr>
          <p:nvPr/>
        </p:nvSpPr>
        <p:spPr>
          <a:xfrm>
            <a:off x="2012305" y="5236518"/>
            <a:ext cx="80292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 site</a:t>
            </a:r>
          </a:p>
        </p:txBody>
      </p:sp>
      <p:sp>
        <p:nvSpPr>
          <p:cNvPr id="28" name="!!source-2-dom-5-1-3-3-1-0-fill">
            <a:extLst>
              <a:ext uri="{FF2B5EF4-FFF2-40B4-BE49-F238E27FC236}">
                <a16:creationId xmlns:a16="http://schemas.microsoft.com/office/drawing/2014/main" id="{AD9E5D29-62F7-4D51-AF70-09255EA5FDD7}"/>
              </a:ext>
            </a:extLst>
          </p:cNvPr>
          <p:cNvSpPr>
            <a:spLocks noGrp="1"/>
          </p:cNvSpPr>
          <p:nvPr/>
        </p:nvSpPr>
        <p:spPr>
          <a:xfrm>
            <a:off x="3398788" y="5174605"/>
            <a:ext cx="1115913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2-dom-5-1-3-3-1-1-border-Top">
            <a:extLst>
              <a:ext uri="{FF2B5EF4-FFF2-40B4-BE49-F238E27FC236}">
                <a16:creationId xmlns:a16="http://schemas.microsoft.com/office/drawing/2014/main" id="{239A25DB-BF5B-4E0E-86F5-39EF00210C1E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2-dom-5-1-3-3-1-1-border-Bottom">
            <a:extLst>
              <a:ext uri="{FF2B5EF4-FFF2-40B4-BE49-F238E27FC236}">
                <a16:creationId xmlns:a16="http://schemas.microsoft.com/office/drawing/2014/main" id="{BA4974BB-DFF1-4A89-9CDD-8EF4C099CDC8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2-dom-5-1-3-3-1-1-border-Left">
            <a:extLst>
              <a:ext uri="{FF2B5EF4-FFF2-40B4-BE49-F238E27FC236}">
                <a16:creationId xmlns:a16="http://schemas.microsoft.com/office/drawing/2014/main" id="{5894E3BE-CA9A-440C-A200-C2D69A5B307A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2-dom-5-1-3-3-2-fill">
            <a:extLst>
              <a:ext uri="{FF2B5EF4-FFF2-40B4-BE49-F238E27FC236}">
                <a16:creationId xmlns:a16="http://schemas.microsoft.com/office/drawing/2014/main" id="{F631BA15-A5A6-4F31-9474-D27899492133}"/>
              </a:ext>
            </a:extLst>
          </p:cNvPr>
          <p:cNvSpPr>
            <a:spLocks noGrp="1"/>
          </p:cNvSpPr>
          <p:nvPr/>
        </p:nvSpPr>
        <p:spPr>
          <a:xfrm>
            <a:off x="4667101" y="4731693"/>
            <a:ext cx="2487513" cy="9239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2-dom-5-1-3-3-2-outline">
            <a:extLst>
              <a:ext uri="{FF2B5EF4-FFF2-40B4-BE49-F238E27FC236}">
                <a16:creationId xmlns:a16="http://schemas.microsoft.com/office/drawing/2014/main" id="{87CF592F-51E7-4D1B-AB32-C2BB0E6022C4}"/>
              </a:ext>
            </a:extLst>
          </p:cNvPr>
          <p:cNvSpPr>
            <a:spLocks noGrp="1"/>
          </p:cNvSpPr>
          <p:nvPr/>
        </p:nvSpPr>
        <p:spPr>
          <a:xfrm>
            <a:off x="4681388" y="4745980"/>
            <a:ext cx="2458938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2-dom-5-1-3-3-2-0-0-text-0">
            <a:extLst>
              <a:ext uri="{FF2B5EF4-FFF2-40B4-BE49-F238E27FC236}">
                <a16:creationId xmlns:a16="http://schemas.microsoft.com/office/drawing/2014/main" id="{F6BE13B9-45E4-42FC-9361-04086FA4D4B1}"/>
              </a:ext>
            </a:extLst>
          </p:cNvPr>
          <p:cNvSpPr>
            <a:spLocks noGrp="1"/>
          </p:cNvSpPr>
          <p:nvPr/>
        </p:nvSpPr>
        <p:spPr>
          <a:xfrm>
            <a:off x="4867126" y="4874568"/>
            <a:ext cx="213508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Station storage</a:t>
            </a:r>
          </a:p>
        </p:txBody>
      </p:sp>
      <p:sp>
        <p:nvSpPr>
          <p:cNvPr id="35" name="!!source-2-dom-5-1-3-3-2-1-0-text-0">
            <a:extLst>
              <a:ext uri="{FF2B5EF4-FFF2-40B4-BE49-F238E27FC236}">
                <a16:creationId xmlns:a16="http://schemas.microsoft.com/office/drawing/2014/main" id="{F3234F95-BD09-4BCB-9964-F1C092ADF51C}"/>
              </a:ext>
            </a:extLst>
          </p:cNvPr>
          <p:cNvSpPr>
            <a:spLocks noGrp="1"/>
          </p:cNvSpPr>
          <p:nvPr/>
        </p:nvSpPr>
        <p:spPr>
          <a:xfrm>
            <a:off x="5253632" y="5236518"/>
            <a:ext cx="136207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pressurised</a:t>
            </a:r>
          </a:p>
        </p:txBody>
      </p:sp>
      <p:sp>
        <p:nvSpPr>
          <p:cNvPr id="36" name="!!source-2-dom-5-1-3-3-3-0-border-Top">
            <a:extLst>
              <a:ext uri="{FF2B5EF4-FFF2-40B4-BE49-F238E27FC236}">
                <a16:creationId xmlns:a16="http://schemas.microsoft.com/office/drawing/2014/main" id="{99A80719-03C1-48E2-BCD5-176FE1A050F4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2-dom-5-1-3-3-3-0-border-Right">
            <a:extLst>
              <a:ext uri="{FF2B5EF4-FFF2-40B4-BE49-F238E27FC236}">
                <a16:creationId xmlns:a16="http://schemas.microsoft.com/office/drawing/2014/main" id="{C53BCC6B-78C4-4949-B77F-56069C8166B6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152400" y="0"/>
                </a:moveTo>
                <a:lnTo>
                  <a:pt x="152400" y="190500"/>
                </a:lnTo>
                <a:lnTo>
                  <a:pt x="0" y="9525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2-dom-5-1-3-3-3-0-border-Bottom">
            <a:extLst>
              <a:ext uri="{FF2B5EF4-FFF2-40B4-BE49-F238E27FC236}">
                <a16:creationId xmlns:a16="http://schemas.microsoft.com/office/drawing/2014/main" id="{4FEB040D-6C8E-4F15-B2F0-1BDAD5C6E43E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2-dom-5-1-3-3-3-1-fill">
            <a:extLst>
              <a:ext uri="{FF2B5EF4-FFF2-40B4-BE49-F238E27FC236}">
                <a16:creationId xmlns:a16="http://schemas.microsoft.com/office/drawing/2014/main" id="{639D7115-7348-425C-A95A-06F45EBE9673}"/>
              </a:ext>
            </a:extLst>
          </p:cNvPr>
          <p:cNvSpPr>
            <a:spLocks noGrp="1"/>
          </p:cNvSpPr>
          <p:nvPr/>
        </p:nvSpPr>
        <p:spPr>
          <a:xfrm>
            <a:off x="7307015" y="5174605"/>
            <a:ext cx="1115913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2-dom-5-1-3-3-4-outline">
            <a:extLst>
              <a:ext uri="{FF2B5EF4-FFF2-40B4-BE49-F238E27FC236}">
                <a16:creationId xmlns:a16="http://schemas.microsoft.com/office/drawing/2014/main" id="{4B0E8B1B-FBBE-4065-9079-22C341A406AE}"/>
              </a:ext>
            </a:extLst>
          </p:cNvPr>
          <p:cNvSpPr>
            <a:spLocks noGrp="1"/>
          </p:cNvSpPr>
          <p:nvPr/>
        </p:nvSpPr>
        <p:spPr>
          <a:xfrm>
            <a:off x="8437215" y="4745980"/>
            <a:ext cx="1940272" cy="895350"/>
          </a:xfrm>
          <a:prstGeom prst="rect">
            <a:avLst/>
          </a:prstGeom>
          <a:noFill/>
          <a:ln w="28575">
            <a:solidFill>
              <a:srgbClr val="8A7B71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2-dom-5-1-3-3-4-0-0-text-0">
            <a:extLst>
              <a:ext uri="{FF2B5EF4-FFF2-40B4-BE49-F238E27FC236}">
                <a16:creationId xmlns:a16="http://schemas.microsoft.com/office/drawing/2014/main" id="{8F0F67BC-61F5-4C23-963E-1F3CAB195BEF}"/>
              </a:ext>
            </a:extLst>
          </p:cNvPr>
          <p:cNvSpPr>
            <a:spLocks noGrp="1"/>
          </p:cNvSpPr>
          <p:nvPr/>
        </p:nvSpPr>
        <p:spPr>
          <a:xfrm>
            <a:off x="8622952" y="4874568"/>
            <a:ext cx="1616423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Tube trailer</a:t>
            </a:r>
          </a:p>
        </p:txBody>
      </p:sp>
      <p:sp>
        <p:nvSpPr>
          <p:cNvPr id="42" name="!!source-2-dom-5-1-3-3-4-1-0-text-0">
            <a:extLst>
              <a:ext uri="{FF2B5EF4-FFF2-40B4-BE49-F238E27FC236}">
                <a16:creationId xmlns:a16="http://schemas.microsoft.com/office/drawing/2014/main" id="{B38E3AD6-B00A-4D36-8045-F0FFA860D560}"/>
              </a:ext>
            </a:extLst>
          </p:cNvPr>
          <p:cNvSpPr>
            <a:spLocks noGrp="1"/>
          </p:cNvSpPr>
          <p:nvPr/>
        </p:nvSpPr>
        <p:spPr>
          <a:xfrm>
            <a:off x="9029105" y="5236518"/>
            <a:ext cx="8039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off site</a:t>
            </a:r>
          </a:p>
        </p:txBody>
      </p:sp>
      <p:sp>
        <p:nvSpPr>
          <p:cNvPr id="43" name="!!source-2-dom-5-1-3-5-0-text-0">
            <a:extLst>
              <a:ext uri="{FF2B5EF4-FFF2-40B4-BE49-F238E27FC236}">
                <a16:creationId xmlns:a16="http://schemas.microsoft.com/office/drawing/2014/main" id="{820250E9-ABE6-4D72-A193-FCF743A37D13}"/>
              </a:ext>
            </a:extLst>
          </p:cNvPr>
          <p:cNvSpPr>
            <a:spLocks noGrp="1"/>
          </p:cNvSpPr>
          <p:nvPr/>
        </p:nvSpPr>
        <p:spPr>
          <a:xfrm>
            <a:off x="1381125" y="7034510"/>
            <a:ext cx="495463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Which source, and when, is a decision.</a:t>
            </a:r>
          </a:p>
        </p:txBody>
      </p:sp>
      <p:sp>
        <p:nvSpPr>
          <p:cNvPr id="44" name="!!source-2-dom-5-5-fill">
            <a:extLst>
              <a:ext uri="{FF2B5EF4-FFF2-40B4-BE49-F238E27FC236}">
                <a16:creationId xmlns:a16="http://schemas.microsoft.com/office/drawing/2014/main" id="{3FA2EB8E-1294-41F6-A003-E40B2168501F}"/>
              </a:ext>
            </a:extLst>
          </p:cNvPr>
          <p:cNvSpPr>
            <a:spLocks noGrp="1"/>
          </p:cNvSpPr>
          <p:nvPr/>
        </p:nvSpPr>
        <p:spPr>
          <a:xfrm>
            <a:off x="3238500" y="2466975"/>
            <a:ext cx="190500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2-dom-5-5-outline">
            <a:extLst>
              <a:ext uri="{FF2B5EF4-FFF2-40B4-BE49-F238E27FC236}">
                <a16:creationId xmlns:a16="http://schemas.microsoft.com/office/drawing/2014/main" id="{4DECC595-B5D3-47FF-923D-6D77F06E8387}"/>
              </a:ext>
            </a:extLst>
          </p:cNvPr>
          <p:cNvSpPr>
            <a:spLocks noGrp="1"/>
          </p:cNvSpPr>
          <p:nvPr/>
        </p:nvSpPr>
        <p:spPr>
          <a:xfrm>
            <a:off x="3252788" y="2481263"/>
            <a:ext cx="1876425" cy="5136059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!!source-2-dom-5-5-1-1-fill">
            <a:extLst>
              <a:ext uri="{FF2B5EF4-FFF2-40B4-BE49-F238E27FC236}">
                <a16:creationId xmlns:a16="http://schemas.microsoft.com/office/drawing/2014/main" id="{4FC35072-853B-416A-8EDE-073081E2DA7C}"/>
              </a:ext>
            </a:extLst>
          </p:cNvPr>
          <p:cNvSpPr>
            <a:spLocks noGrp="1"/>
          </p:cNvSpPr>
          <p:nvPr/>
        </p:nvSpPr>
        <p:spPr>
          <a:xfrm>
            <a:off x="3886200" y="3134767"/>
            <a:ext cx="609600" cy="6096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2-dom-5-5-1-1-0-text-0">
            <a:extLst>
              <a:ext uri="{FF2B5EF4-FFF2-40B4-BE49-F238E27FC236}">
                <a16:creationId xmlns:a16="http://schemas.microsoft.com/office/drawing/2014/main" id="{7FBDEE22-07C0-4B66-A5BB-F68A2FC52E15}"/>
              </a:ext>
            </a:extLst>
          </p:cNvPr>
          <p:cNvSpPr>
            <a:spLocks noGrp="1"/>
          </p:cNvSpPr>
          <p:nvPr/>
        </p:nvSpPr>
        <p:spPr>
          <a:xfrm>
            <a:off x="4106615" y="3263354"/>
            <a:ext cx="2162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8" name="!!source-2-dom-5-5-1-3-0-text-0">
            <a:extLst>
              <a:ext uri="{FF2B5EF4-FFF2-40B4-BE49-F238E27FC236}">
                <a16:creationId xmlns:a16="http://schemas.microsoft.com/office/drawing/2014/main" id="{C7334B42-46B4-424C-8F92-5E591C81A159}"/>
              </a:ext>
            </a:extLst>
          </p:cNvPr>
          <p:cNvSpPr>
            <a:spLocks noGrp="1"/>
          </p:cNvSpPr>
          <p:nvPr/>
        </p:nvSpPr>
        <p:spPr>
          <a:xfrm>
            <a:off x="3377654" y="3934867"/>
            <a:ext cx="16744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FLEXIBILITY</a:t>
            </a:r>
          </a:p>
        </p:txBody>
      </p:sp>
      <p:sp>
        <p:nvSpPr>
          <p:cNvPr id="49" name="!!source-2-dom-5-5-1-5-0-text-0">
            <a:extLst>
              <a:ext uri="{FF2B5EF4-FFF2-40B4-BE49-F238E27FC236}">
                <a16:creationId xmlns:a16="http://schemas.microsoft.com/office/drawing/2014/main" id="{3FFFC224-1A6A-476C-848F-DC4060D9EF0A}"/>
              </a:ext>
            </a:extLst>
          </p:cNvPr>
          <p:cNvSpPr>
            <a:spLocks noGrp="1"/>
          </p:cNvSpPr>
          <p:nvPr/>
        </p:nvSpPr>
        <p:spPr>
          <a:xfrm>
            <a:off x="3554313" y="4401592"/>
            <a:ext cx="132099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Electrical</a:t>
            </a:r>
          </a:p>
        </p:txBody>
      </p:sp>
      <p:sp>
        <p:nvSpPr>
          <p:cNvPr id="50" name="!!source-2-dom-5-5-1-5-0-text-1">
            <a:extLst>
              <a:ext uri="{FF2B5EF4-FFF2-40B4-BE49-F238E27FC236}">
                <a16:creationId xmlns:a16="http://schemas.microsoft.com/office/drawing/2014/main" id="{8DE58983-8416-424D-90F0-83BC48B200E0}"/>
              </a:ext>
            </a:extLst>
          </p:cNvPr>
          <p:cNvSpPr>
            <a:spLocks noGrp="1"/>
          </p:cNvSpPr>
          <p:nvPr/>
        </p:nvSpPr>
        <p:spPr>
          <a:xfrm>
            <a:off x="3709244" y="4734967"/>
            <a:ext cx="101098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energy</a:t>
            </a:r>
          </a:p>
        </p:txBody>
      </p:sp>
      <p:sp>
        <p:nvSpPr>
          <p:cNvPr id="51" name="!!source-2-dom-5-5-1-5-0-text-2">
            <a:extLst>
              <a:ext uri="{FF2B5EF4-FFF2-40B4-BE49-F238E27FC236}">
                <a16:creationId xmlns:a16="http://schemas.microsoft.com/office/drawing/2014/main" id="{34D22B3A-FCE4-4152-85D5-B6A1B7D967FB}"/>
              </a:ext>
            </a:extLst>
          </p:cNvPr>
          <p:cNvSpPr>
            <a:spLocks noGrp="1"/>
          </p:cNvSpPr>
          <p:nvPr/>
        </p:nvSpPr>
        <p:spPr>
          <a:xfrm>
            <a:off x="3591371" y="5068341"/>
            <a:ext cx="1246733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sourcing</a:t>
            </a:r>
          </a:p>
        </p:txBody>
      </p:sp>
      <p:sp>
        <p:nvSpPr>
          <p:cNvPr id="52" name="!!source-2-dom-5-5-1-7-0-0-text-0">
            <a:extLst>
              <a:ext uri="{FF2B5EF4-FFF2-40B4-BE49-F238E27FC236}">
                <a16:creationId xmlns:a16="http://schemas.microsoft.com/office/drawing/2014/main" id="{1F541766-0615-42C6-91BB-4D7AC4300A69}"/>
              </a:ext>
            </a:extLst>
          </p:cNvPr>
          <p:cNvSpPr>
            <a:spLocks noGrp="1"/>
          </p:cNvSpPr>
          <p:nvPr/>
        </p:nvSpPr>
        <p:spPr>
          <a:xfrm>
            <a:off x="3533775" y="5592217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renewables</a:t>
            </a:r>
          </a:p>
        </p:txBody>
      </p:sp>
      <p:sp>
        <p:nvSpPr>
          <p:cNvPr id="53" name="!!source-2-dom-5-5-1-7-1-0-text-0">
            <a:extLst>
              <a:ext uri="{FF2B5EF4-FFF2-40B4-BE49-F238E27FC236}">
                <a16:creationId xmlns:a16="http://schemas.microsoft.com/office/drawing/2014/main" id="{E7D04D2F-56DC-4DE2-918A-5A25997B437E}"/>
              </a:ext>
            </a:extLst>
          </p:cNvPr>
          <p:cNvSpPr>
            <a:spLocks noGrp="1"/>
          </p:cNvSpPr>
          <p:nvPr/>
        </p:nvSpPr>
        <p:spPr>
          <a:xfrm>
            <a:off x="3763268" y="5954167"/>
            <a:ext cx="9029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storage</a:t>
            </a:r>
          </a:p>
        </p:txBody>
      </p:sp>
      <p:sp>
        <p:nvSpPr>
          <p:cNvPr id="54" name="!!source-2-dom-5-5-1-7-2-0-text-0">
            <a:extLst>
              <a:ext uri="{FF2B5EF4-FFF2-40B4-BE49-F238E27FC236}">
                <a16:creationId xmlns:a16="http://schemas.microsoft.com/office/drawing/2014/main" id="{7FD3FFB7-1F4A-4464-AAD5-292E9961A180}"/>
              </a:ext>
            </a:extLst>
          </p:cNvPr>
          <p:cNvSpPr>
            <a:spLocks noGrp="1"/>
          </p:cNvSpPr>
          <p:nvPr/>
        </p:nvSpPr>
        <p:spPr>
          <a:xfrm>
            <a:off x="3959423" y="6316117"/>
            <a:ext cx="51063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grid</a:t>
            </a:r>
          </a:p>
        </p:txBody>
      </p:sp>
      <p:sp>
        <p:nvSpPr>
          <p:cNvPr id="55" name="!!source-2-dom-5-5-1-7-3-0-text-0">
            <a:extLst>
              <a:ext uri="{FF2B5EF4-FFF2-40B4-BE49-F238E27FC236}">
                <a16:creationId xmlns:a16="http://schemas.microsoft.com/office/drawing/2014/main" id="{10A78CE8-3B13-4F82-B02B-6BECA80C67C0}"/>
              </a:ext>
            </a:extLst>
          </p:cNvPr>
          <p:cNvSpPr>
            <a:spLocks noGrp="1"/>
          </p:cNvSpPr>
          <p:nvPr/>
        </p:nvSpPr>
        <p:spPr>
          <a:xfrm>
            <a:off x="3775919" y="6678067"/>
            <a:ext cx="87778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market</a:t>
            </a:r>
          </a:p>
        </p:txBody>
      </p:sp>
      <p:sp>
        <p:nvSpPr>
          <p:cNvPr id="56" name="!!source-2-dom-5-5-3-1-0-fill">
            <a:extLst>
              <a:ext uri="{FF2B5EF4-FFF2-40B4-BE49-F238E27FC236}">
                <a16:creationId xmlns:a16="http://schemas.microsoft.com/office/drawing/2014/main" id="{1B963592-D68C-4F8F-A383-AB82073B46B3}"/>
              </a:ext>
            </a:extLst>
          </p:cNvPr>
          <p:cNvSpPr>
            <a:spLocks noGrp="1"/>
          </p:cNvSpPr>
          <p:nvPr/>
        </p:nvSpPr>
        <p:spPr>
          <a:xfrm>
            <a:off x="3571875" y="28003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2-dom-5-5-3-1-0-0-text-0">
            <a:extLst>
              <a:ext uri="{FF2B5EF4-FFF2-40B4-BE49-F238E27FC236}">
                <a16:creationId xmlns:a16="http://schemas.microsoft.com/office/drawing/2014/main" id="{D0BA815D-18B8-4141-B11F-CC994BE8D278}"/>
              </a:ext>
            </a:extLst>
          </p:cNvPr>
          <p:cNvSpPr>
            <a:spLocks noGrp="1"/>
          </p:cNvSpPr>
          <p:nvPr/>
        </p:nvSpPr>
        <p:spPr>
          <a:xfrm>
            <a:off x="3740795" y="2886075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8" name="!!source-2-dom-5-5-3-1-1-0-0-text-0">
            <a:extLst>
              <a:ext uri="{FF2B5EF4-FFF2-40B4-BE49-F238E27FC236}">
                <a16:creationId xmlns:a16="http://schemas.microsoft.com/office/drawing/2014/main" id="{9EA73BEE-FAAC-45AA-AEE1-D9619CAE6E7C}"/>
              </a:ext>
            </a:extLst>
          </p:cNvPr>
          <p:cNvSpPr>
            <a:spLocks noGrp="1"/>
          </p:cNvSpPr>
          <p:nvPr/>
        </p:nvSpPr>
        <p:spPr>
          <a:xfrm>
            <a:off x="4238625" y="2724150"/>
            <a:ext cx="4142333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Electrical energy sourcing</a:t>
            </a:r>
          </a:p>
        </p:txBody>
      </p:sp>
      <p:sp>
        <p:nvSpPr>
          <p:cNvPr id="59" name="!!source-2-dom-5-5-3-1-1-1-0-text-0">
            <a:extLst>
              <a:ext uri="{FF2B5EF4-FFF2-40B4-BE49-F238E27FC236}">
                <a16:creationId xmlns:a16="http://schemas.microsoft.com/office/drawing/2014/main" id="{0C8D49B2-3FF9-46ED-9F99-8EB7144F47C6}"/>
              </a:ext>
            </a:extLst>
          </p:cNvPr>
          <p:cNvSpPr>
            <a:spLocks noGrp="1"/>
          </p:cNvSpPr>
          <p:nvPr/>
        </p:nvSpPr>
        <p:spPr>
          <a:xfrm>
            <a:off x="4238625" y="3095625"/>
            <a:ext cx="399514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one bus, several sources, two loads</a:t>
            </a:r>
          </a:p>
        </p:txBody>
      </p:sp>
      <p:sp>
        <p:nvSpPr>
          <p:cNvPr id="60" name="!!source-2-dom-5-5-3-3-0-0-0-outline">
            <a:extLst>
              <a:ext uri="{FF2B5EF4-FFF2-40B4-BE49-F238E27FC236}">
                <a16:creationId xmlns:a16="http://schemas.microsoft.com/office/drawing/2014/main" id="{34975C79-978F-4467-B3E4-639AA63E9938}"/>
              </a:ext>
            </a:extLst>
          </p:cNvPr>
          <p:cNvSpPr>
            <a:spLocks noGrp="1"/>
          </p:cNvSpPr>
          <p:nvPr/>
        </p:nvSpPr>
        <p:spPr>
          <a:xfrm>
            <a:off x="3586163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!!source-2-dom-5-5-3-3-0-0-0-0-0-text-0">
            <a:extLst>
              <a:ext uri="{FF2B5EF4-FFF2-40B4-BE49-F238E27FC236}">
                <a16:creationId xmlns:a16="http://schemas.microsoft.com/office/drawing/2014/main" id="{1ACD521D-7C80-422A-B9F5-61E0481EA4A6}"/>
              </a:ext>
            </a:extLst>
          </p:cNvPr>
          <p:cNvSpPr>
            <a:spLocks noGrp="1"/>
          </p:cNvSpPr>
          <p:nvPr/>
        </p:nvSpPr>
        <p:spPr>
          <a:xfrm>
            <a:off x="3791099" y="4026842"/>
            <a:ext cx="171881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Renewables</a:t>
            </a:r>
          </a:p>
        </p:txBody>
      </p:sp>
      <p:sp>
        <p:nvSpPr>
          <p:cNvPr id="62" name="!!source-2-dom-5-5-3-3-0-0-0-1-0-text-0">
            <a:extLst>
              <a:ext uri="{FF2B5EF4-FFF2-40B4-BE49-F238E27FC236}">
                <a16:creationId xmlns:a16="http://schemas.microsoft.com/office/drawing/2014/main" id="{F840A64E-6B7F-40DF-B7D7-10CA7390B0CB}"/>
              </a:ext>
            </a:extLst>
          </p:cNvPr>
          <p:cNvSpPr>
            <a:spLocks noGrp="1"/>
          </p:cNvSpPr>
          <p:nvPr/>
        </p:nvSpPr>
        <p:spPr>
          <a:xfrm>
            <a:off x="4130576" y="4388793"/>
            <a:ext cx="103986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PV, wind</a:t>
            </a:r>
          </a:p>
        </p:txBody>
      </p:sp>
      <p:sp>
        <p:nvSpPr>
          <p:cNvPr id="63" name="!!source-2-dom-5-5-3-3-0-0-1-0-fill">
            <a:extLst>
              <a:ext uri="{FF2B5EF4-FFF2-40B4-BE49-F238E27FC236}">
                <a16:creationId xmlns:a16="http://schemas.microsoft.com/office/drawing/2014/main" id="{4767CEF5-DDB2-4009-BE3E-8799166562F9}"/>
              </a:ext>
            </a:extLst>
          </p:cNvPr>
          <p:cNvSpPr>
            <a:spLocks noGrp="1"/>
          </p:cNvSpPr>
          <p:nvPr/>
        </p:nvSpPr>
        <p:spPr>
          <a:xfrm>
            <a:off x="4607719" y="4807893"/>
            <a:ext cx="38100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2-dom-5-5-3-3-0-1-0-outline">
            <a:extLst>
              <a:ext uri="{FF2B5EF4-FFF2-40B4-BE49-F238E27FC236}">
                <a16:creationId xmlns:a16="http://schemas.microsoft.com/office/drawing/2014/main" id="{ACA912A6-8ED2-49CF-8D11-46328066E742}"/>
              </a:ext>
            </a:extLst>
          </p:cNvPr>
          <p:cNvSpPr>
            <a:spLocks noGrp="1"/>
          </p:cNvSpPr>
          <p:nvPr/>
        </p:nvSpPr>
        <p:spPr>
          <a:xfrm>
            <a:off x="5886450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2-dom-5-5-3-3-0-1-0-0-0-text-0">
            <a:extLst>
              <a:ext uri="{FF2B5EF4-FFF2-40B4-BE49-F238E27FC236}">
                <a16:creationId xmlns:a16="http://schemas.microsoft.com/office/drawing/2014/main" id="{91A9404A-6CE4-47DC-9EAF-45B3EA229CD2}"/>
              </a:ext>
            </a:extLst>
          </p:cNvPr>
          <p:cNvSpPr>
            <a:spLocks noGrp="1"/>
          </p:cNvSpPr>
          <p:nvPr/>
        </p:nvSpPr>
        <p:spPr>
          <a:xfrm>
            <a:off x="6396186" y="4026842"/>
            <a:ext cx="110936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Storage</a:t>
            </a:r>
          </a:p>
        </p:txBody>
      </p:sp>
      <p:sp>
        <p:nvSpPr>
          <p:cNvPr id="66" name="!!source-2-dom-5-5-3-3-0-1-0-1-0-text-0">
            <a:extLst>
              <a:ext uri="{FF2B5EF4-FFF2-40B4-BE49-F238E27FC236}">
                <a16:creationId xmlns:a16="http://schemas.microsoft.com/office/drawing/2014/main" id="{870EAB98-36EB-4DDC-82CE-8351302DA142}"/>
              </a:ext>
            </a:extLst>
          </p:cNvPr>
          <p:cNvSpPr>
            <a:spLocks noGrp="1"/>
          </p:cNvSpPr>
          <p:nvPr/>
        </p:nvSpPr>
        <p:spPr>
          <a:xfrm>
            <a:off x="6517184" y="4388793"/>
            <a:ext cx="86722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battery</a:t>
            </a:r>
          </a:p>
        </p:txBody>
      </p:sp>
      <p:sp>
        <p:nvSpPr>
          <p:cNvPr id="67" name="!!source-2-dom-5-5-3-3-0-1-1-0-fill">
            <a:extLst>
              <a:ext uri="{FF2B5EF4-FFF2-40B4-BE49-F238E27FC236}">
                <a16:creationId xmlns:a16="http://schemas.microsoft.com/office/drawing/2014/main" id="{4BA985B2-CB24-4FB8-B157-CDB98706D39A}"/>
              </a:ext>
            </a:extLst>
          </p:cNvPr>
          <p:cNvSpPr>
            <a:spLocks noGrp="1"/>
          </p:cNvSpPr>
          <p:nvPr/>
        </p:nvSpPr>
        <p:spPr>
          <a:xfrm>
            <a:off x="6908007" y="4807893"/>
            <a:ext cx="38100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2-dom-5-5-3-3-0-2-0-outline">
            <a:extLst>
              <a:ext uri="{FF2B5EF4-FFF2-40B4-BE49-F238E27FC236}">
                <a16:creationId xmlns:a16="http://schemas.microsoft.com/office/drawing/2014/main" id="{69D0788B-531A-4249-8FA3-2DAC745D3F21}"/>
              </a:ext>
            </a:extLst>
          </p:cNvPr>
          <p:cNvSpPr>
            <a:spLocks noGrp="1"/>
          </p:cNvSpPr>
          <p:nvPr/>
        </p:nvSpPr>
        <p:spPr>
          <a:xfrm>
            <a:off x="8186737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2-dom-5-5-3-3-0-2-0-0-0-text-0">
            <a:extLst>
              <a:ext uri="{FF2B5EF4-FFF2-40B4-BE49-F238E27FC236}">
                <a16:creationId xmlns:a16="http://schemas.microsoft.com/office/drawing/2014/main" id="{C333634B-D77C-4E87-8D1B-CC22C1419389}"/>
              </a:ext>
            </a:extLst>
          </p:cNvPr>
          <p:cNvSpPr>
            <a:spLocks noGrp="1"/>
          </p:cNvSpPr>
          <p:nvPr/>
        </p:nvSpPr>
        <p:spPr>
          <a:xfrm>
            <a:off x="8938767" y="4026842"/>
            <a:ext cx="6246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Grid</a:t>
            </a:r>
          </a:p>
        </p:txBody>
      </p:sp>
      <p:sp>
        <p:nvSpPr>
          <p:cNvPr id="70" name="!!source-2-dom-5-5-3-3-0-2-0-1-0-text-0">
            <a:extLst>
              <a:ext uri="{FF2B5EF4-FFF2-40B4-BE49-F238E27FC236}">
                <a16:creationId xmlns:a16="http://schemas.microsoft.com/office/drawing/2014/main" id="{0C041FB4-19BE-4A38-ABDA-487D4352A836}"/>
              </a:ext>
            </a:extLst>
          </p:cNvPr>
          <p:cNvSpPr>
            <a:spLocks noGrp="1"/>
          </p:cNvSpPr>
          <p:nvPr/>
        </p:nvSpPr>
        <p:spPr>
          <a:xfrm>
            <a:off x="8405366" y="4388793"/>
            <a:ext cx="169158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import, export</a:t>
            </a:r>
          </a:p>
        </p:txBody>
      </p:sp>
      <p:sp>
        <p:nvSpPr>
          <p:cNvPr id="71" name="!!source-2-dom-5-5-3-3-0-2-1-0-fill">
            <a:extLst>
              <a:ext uri="{FF2B5EF4-FFF2-40B4-BE49-F238E27FC236}">
                <a16:creationId xmlns:a16="http://schemas.microsoft.com/office/drawing/2014/main" id="{38D6638D-C7EC-457B-BE03-478C7BBDBAD9}"/>
              </a:ext>
            </a:extLst>
          </p:cNvPr>
          <p:cNvSpPr>
            <a:spLocks noGrp="1"/>
          </p:cNvSpPr>
          <p:nvPr/>
        </p:nvSpPr>
        <p:spPr>
          <a:xfrm>
            <a:off x="9208294" y="4807893"/>
            <a:ext cx="38099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2-dom-5-5-3-3-0-3-0-outline">
            <a:extLst>
              <a:ext uri="{FF2B5EF4-FFF2-40B4-BE49-F238E27FC236}">
                <a16:creationId xmlns:a16="http://schemas.microsoft.com/office/drawing/2014/main" id="{FE687934-A2AC-45EC-9981-E2B97917495F}"/>
              </a:ext>
            </a:extLst>
          </p:cNvPr>
          <p:cNvSpPr>
            <a:spLocks noGrp="1"/>
          </p:cNvSpPr>
          <p:nvPr/>
        </p:nvSpPr>
        <p:spPr>
          <a:xfrm>
            <a:off x="10487024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2-dom-5-5-3-3-0-3-0-0-0-text-0">
            <a:extLst>
              <a:ext uri="{FF2B5EF4-FFF2-40B4-BE49-F238E27FC236}">
                <a16:creationId xmlns:a16="http://schemas.microsoft.com/office/drawing/2014/main" id="{54EC7F48-CB11-4699-8B05-494E63963D46}"/>
              </a:ext>
            </a:extLst>
          </p:cNvPr>
          <p:cNvSpPr>
            <a:spLocks noGrp="1"/>
          </p:cNvSpPr>
          <p:nvPr/>
        </p:nvSpPr>
        <p:spPr>
          <a:xfrm>
            <a:off x="11042750" y="4026842"/>
            <a:ext cx="101738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Market</a:t>
            </a:r>
          </a:p>
        </p:txBody>
      </p:sp>
      <p:sp>
        <p:nvSpPr>
          <p:cNvPr id="74" name="!!source-2-dom-5-5-3-3-0-3-0-1-0-text-0">
            <a:extLst>
              <a:ext uri="{FF2B5EF4-FFF2-40B4-BE49-F238E27FC236}">
                <a16:creationId xmlns:a16="http://schemas.microsoft.com/office/drawing/2014/main" id="{08A08E81-0F24-4213-AC4C-71CDCD538A59}"/>
              </a:ext>
            </a:extLst>
          </p:cNvPr>
          <p:cNvSpPr>
            <a:spLocks noGrp="1"/>
          </p:cNvSpPr>
          <p:nvPr/>
        </p:nvSpPr>
        <p:spPr>
          <a:xfrm>
            <a:off x="10678865" y="4388793"/>
            <a:ext cx="174500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prices, services</a:t>
            </a:r>
          </a:p>
        </p:txBody>
      </p:sp>
      <p:sp>
        <p:nvSpPr>
          <p:cNvPr id="75" name="!!source-2-dom-5-5-3-3-0-3-1-0-fill">
            <a:extLst>
              <a:ext uri="{FF2B5EF4-FFF2-40B4-BE49-F238E27FC236}">
                <a16:creationId xmlns:a16="http://schemas.microsoft.com/office/drawing/2014/main" id="{5E2CC362-77A9-4C02-8BEF-A43E4BD5FE6E}"/>
              </a:ext>
            </a:extLst>
          </p:cNvPr>
          <p:cNvSpPr>
            <a:spLocks noGrp="1"/>
          </p:cNvSpPr>
          <p:nvPr/>
        </p:nvSpPr>
        <p:spPr>
          <a:xfrm>
            <a:off x="11508581" y="4807893"/>
            <a:ext cx="38101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2-dom-5-5-3-3-1-0-fill">
            <a:extLst>
              <a:ext uri="{FF2B5EF4-FFF2-40B4-BE49-F238E27FC236}">
                <a16:creationId xmlns:a16="http://schemas.microsoft.com/office/drawing/2014/main" id="{7820CDA2-5E15-43CE-A171-E1D9A7A2CC99}"/>
              </a:ext>
            </a:extLst>
          </p:cNvPr>
          <p:cNvSpPr>
            <a:spLocks noGrp="1"/>
          </p:cNvSpPr>
          <p:nvPr/>
        </p:nvSpPr>
        <p:spPr>
          <a:xfrm>
            <a:off x="3571875" y="5165081"/>
            <a:ext cx="3170337" cy="571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2-dom-5-5-3-3-1-1-0-text-0">
            <a:extLst>
              <a:ext uri="{FF2B5EF4-FFF2-40B4-BE49-F238E27FC236}">
                <a16:creationId xmlns:a16="http://schemas.microsoft.com/office/drawing/2014/main" id="{EE9DE4D5-BF07-47F9-85C3-A98272ED69E7}"/>
              </a:ext>
            </a:extLst>
          </p:cNvPr>
          <p:cNvSpPr>
            <a:spLocks noGrp="1"/>
          </p:cNvSpPr>
          <p:nvPr/>
        </p:nvSpPr>
        <p:spPr>
          <a:xfrm>
            <a:off x="6932712" y="5055542"/>
            <a:ext cx="233645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ELECTRICAL BUS</a:t>
            </a:r>
          </a:p>
        </p:txBody>
      </p:sp>
      <p:sp>
        <p:nvSpPr>
          <p:cNvPr id="78" name="!!source-2-dom-5-5-3-3-1-2-fill">
            <a:extLst>
              <a:ext uri="{FF2B5EF4-FFF2-40B4-BE49-F238E27FC236}">
                <a16:creationId xmlns:a16="http://schemas.microsoft.com/office/drawing/2014/main" id="{3BF9E903-FA8B-4E58-9AC4-EBB06EC276A0}"/>
              </a:ext>
            </a:extLst>
          </p:cNvPr>
          <p:cNvSpPr>
            <a:spLocks noGrp="1"/>
          </p:cNvSpPr>
          <p:nvPr/>
        </p:nvSpPr>
        <p:spPr>
          <a:xfrm>
            <a:off x="9412040" y="5165081"/>
            <a:ext cx="3170485" cy="571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2-dom-5-5-3-3-2-1-0-0-fill">
            <a:extLst>
              <a:ext uri="{FF2B5EF4-FFF2-40B4-BE49-F238E27FC236}">
                <a16:creationId xmlns:a16="http://schemas.microsoft.com/office/drawing/2014/main" id="{CD9E87F6-EC57-49E0-AE25-3B0CDFD4EC6E}"/>
              </a:ext>
            </a:extLst>
          </p:cNvPr>
          <p:cNvSpPr>
            <a:spLocks noGrp="1"/>
          </p:cNvSpPr>
          <p:nvPr/>
        </p:nvSpPr>
        <p:spPr>
          <a:xfrm>
            <a:off x="6866036" y="5331767"/>
            <a:ext cx="38100" cy="247651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0" name="!!source-2-dom-5-5-3-3-2-1-1-outline">
            <a:extLst>
              <a:ext uri="{FF2B5EF4-FFF2-40B4-BE49-F238E27FC236}">
                <a16:creationId xmlns:a16="http://schemas.microsoft.com/office/drawing/2014/main" id="{B62724FF-23EA-4D82-A846-8D6AE5B6F8C0}"/>
              </a:ext>
            </a:extLst>
          </p:cNvPr>
          <p:cNvSpPr>
            <a:spLocks noGrp="1"/>
          </p:cNvSpPr>
          <p:nvPr/>
        </p:nvSpPr>
        <p:spPr>
          <a:xfrm>
            <a:off x="5858470" y="5593705"/>
            <a:ext cx="2053382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!!source-2-dom-5-5-3-3-2-1-1-0-0-text-0">
            <a:extLst>
              <a:ext uri="{FF2B5EF4-FFF2-40B4-BE49-F238E27FC236}">
                <a16:creationId xmlns:a16="http://schemas.microsoft.com/office/drawing/2014/main" id="{BC733E23-85A4-4B88-9E5A-F45F6C22E78D}"/>
              </a:ext>
            </a:extLst>
          </p:cNvPr>
          <p:cNvSpPr>
            <a:spLocks noGrp="1"/>
          </p:cNvSpPr>
          <p:nvPr/>
        </p:nvSpPr>
        <p:spPr>
          <a:xfrm>
            <a:off x="6076355" y="5722293"/>
            <a:ext cx="166523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Electrolyser</a:t>
            </a:r>
          </a:p>
        </p:txBody>
      </p:sp>
      <p:sp>
        <p:nvSpPr>
          <p:cNvPr id="82" name="!!source-2-dom-5-5-3-3-2-1-1-1-0-text-0">
            <a:extLst>
              <a:ext uri="{FF2B5EF4-FFF2-40B4-BE49-F238E27FC236}">
                <a16:creationId xmlns:a16="http://schemas.microsoft.com/office/drawing/2014/main" id="{0808CA08-B591-4DD2-BAFA-DDD2445D50D2}"/>
              </a:ext>
            </a:extLst>
          </p:cNvPr>
          <p:cNvSpPr>
            <a:spLocks noGrp="1"/>
          </p:cNvSpPr>
          <p:nvPr/>
        </p:nvSpPr>
        <p:spPr>
          <a:xfrm>
            <a:off x="6246168" y="6084243"/>
            <a:ext cx="132561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production</a:t>
            </a:r>
          </a:p>
        </p:txBody>
      </p:sp>
      <p:sp>
        <p:nvSpPr>
          <p:cNvPr id="83" name="!!source-2-dom-5-5-3-3-2-2-0-0-fill">
            <a:extLst>
              <a:ext uri="{FF2B5EF4-FFF2-40B4-BE49-F238E27FC236}">
                <a16:creationId xmlns:a16="http://schemas.microsoft.com/office/drawing/2014/main" id="{08756D21-A9E5-4566-9266-3CBB30445F03}"/>
              </a:ext>
            </a:extLst>
          </p:cNvPr>
          <p:cNvSpPr>
            <a:spLocks noGrp="1"/>
          </p:cNvSpPr>
          <p:nvPr/>
        </p:nvSpPr>
        <p:spPr>
          <a:xfrm>
            <a:off x="9194304" y="5331767"/>
            <a:ext cx="38099" cy="247651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4" name="!!source-2-dom-5-5-3-3-2-2-1-outline">
            <a:extLst>
              <a:ext uri="{FF2B5EF4-FFF2-40B4-BE49-F238E27FC236}">
                <a16:creationId xmlns:a16="http://schemas.microsoft.com/office/drawing/2014/main" id="{271D6FDE-25AA-4920-B356-971C7EA1747B}"/>
              </a:ext>
            </a:extLst>
          </p:cNvPr>
          <p:cNvSpPr>
            <a:spLocks noGrp="1"/>
          </p:cNvSpPr>
          <p:nvPr/>
        </p:nvSpPr>
        <p:spPr>
          <a:xfrm>
            <a:off x="8130927" y="5593705"/>
            <a:ext cx="2164855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2-dom-5-5-3-3-2-2-1-0-0-text-0">
            <a:extLst>
              <a:ext uri="{FF2B5EF4-FFF2-40B4-BE49-F238E27FC236}">
                <a16:creationId xmlns:a16="http://schemas.microsoft.com/office/drawing/2014/main" id="{2C976B22-7488-4260-8946-6BB4D7071D1E}"/>
              </a:ext>
            </a:extLst>
          </p:cNvPr>
          <p:cNvSpPr>
            <a:spLocks noGrp="1"/>
          </p:cNvSpPr>
          <p:nvPr/>
        </p:nvSpPr>
        <p:spPr>
          <a:xfrm>
            <a:off x="8316665" y="5722293"/>
            <a:ext cx="184100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Compressors</a:t>
            </a:r>
          </a:p>
        </p:txBody>
      </p:sp>
      <p:sp>
        <p:nvSpPr>
          <p:cNvPr id="86" name="!!source-2-dom-5-5-3-3-2-2-1-1-0-text-0">
            <a:extLst>
              <a:ext uri="{FF2B5EF4-FFF2-40B4-BE49-F238E27FC236}">
                <a16:creationId xmlns:a16="http://schemas.microsoft.com/office/drawing/2014/main" id="{D59DC502-ADE8-49DD-BBA9-1D7F069D402E}"/>
              </a:ext>
            </a:extLst>
          </p:cNvPr>
          <p:cNvSpPr>
            <a:spLocks noGrp="1"/>
          </p:cNvSpPr>
          <p:nvPr/>
        </p:nvSpPr>
        <p:spPr>
          <a:xfrm>
            <a:off x="8543181" y="6084243"/>
            <a:ext cx="13879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preparation</a:t>
            </a:r>
          </a:p>
        </p:txBody>
      </p:sp>
      <p:sp>
        <p:nvSpPr>
          <p:cNvPr id="87" name="!!source-2-dom-5-5-3-5-0-text-0">
            <a:extLst>
              <a:ext uri="{FF2B5EF4-FFF2-40B4-BE49-F238E27FC236}">
                <a16:creationId xmlns:a16="http://schemas.microsoft.com/office/drawing/2014/main" id="{62397EE9-4634-4B6A-8C53-6B5F8FF4ED09}"/>
              </a:ext>
            </a:extLst>
          </p:cNvPr>
          <p:cNvSpPr>
            <a:spLocks noGrp="1"/>
          </p:cNvSpPr>
          <p:nvPr/>
        </p:nvSpPr>
        <p:spPr>
          <a:xfrm>
            <a:off x="3571875" y="7034510"/>
            <a:ext cx="552450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Production and compression are the loads.</a:t>
            </a:r>
          </a:p>
        </p:txBody>
      </p:sp>
      <p:sp>
        <p:nvSpPr>
          <p:cNvPr id="88" name="!!source-2-dom-5-9-fill">
            <a:extLst>
              <a:ext uri="{FF2B5EF4-FFF2-40B4-BE49-F238E27FC236}">
                <a16:creationId xmlns:a16="http://schemas.microsoft.com/office/drawing/2014/main" id="{0FDE2F6B-22C9-4D93-B783-897390D4309F}"/>
              </a:ext>
            </a:extLst>
          </p:cNvPr>
          <p:cNvSpPr>
            <a:spLocks noGrp="1"/>
          </p:cNvSpPr>
          <p:nvPr/>
        </p:nvSpPr>
        <p:spPr>
          <a:xfrm>
            <a:off x="5429250" y="2466975"/>
            <a:ext cx="190500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9" name="!!source-2-dom-5-9-outline">
            <a:extLst>
              <a:ext uri="{FF2B5EF4-FFF2-40B4-BE49-F238E27FC236}">
                <a16:creationId xmlns:a16="http://schemas.microsoft.com/office/drawing/2014/main" id="{5A158CE0-C26C-448C-A38C-14C4CF33E5F7}"/>
              </a:ext>
            </a:extLst>
          </p:cNvPr>
          <p:cNvSpPr>
            <a:spLocks noGrp="1"/>
          </p:cNvSpPr>
          <p:nvPr/>
        </p:nvSpPr>
        <p:spPr>
          <a:xfrm>
            <a:off x="5443538" y="2481263"/>
            <a:ext cx="1876425" cy="5136059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!!source-2-dom-5-9-1-1-fill">
            <a:extLst>
              <a:ext uri="{FF2B5EF4-FFF2-40B4-BE49-F238E27FC236}">
                <a16:creationId xmlns:a16="http://schemas.microsoft.com/office/drawing/2014/main" id="{1C705D11-F627-48DC-9654-1C074768C87A}"/>
              </a:ext>
            </a:extLst>
          </p:cNvPr>
          <p:cNvSpPr>
            <a:spLocks noGrp="1"/>
          </p:cNvSpPr>
          <p:nvPr/>
        </p:nvSpPr>
        <p:spPr>
          <a:xfrm>
            <a:off x="6076950" y="3353842"/>
            <a:ext cx="609600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1" name="!!source-2-dom-5-9-1-1-0-text-0">
            <a:extLst>
              <a:ext uri="{FF2B5EF4-FFF2-40B4-BE49-F238E27FC236}">
                <a16:creationId xmlns:a16="http://schemas.microsoft.com/office/drawing/2014/main" id="{34D19C53-7B41-4005-A4DD-24AFB5705EAC}"/>
              </a:ext>
            </a:extLst>
          </p:cNvPr>
          <p:cNvSpPr>
            <a:spLocks noGrp="1"/>
          </p:cNvSpPr>
          <p:nvPr/>
        </p:nvSpPr>
        <p:spPr>
          <a:xfrm>
            <a:off x="6297067" y="3482429"/>
            <a:ext cx="21684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2" name="!!source-2-dom-5-9-1-3-0-text-0">
            <a:extLst>
              <a:ext uri="{FF2B5EF4-FFF2-40B4-BE49-F238E27FC236}">
                <a16:creationId xmlns:a16="http://schemas.microsoft.com/office/drawing/2014/main" id="{C4CBA8C0-2576-41AB-B945-936A5EBA90FB}"/>
              </a:ext>
            </a:extLst>
          </p:cNvPr>
          <p:cNvSpPr>
            <a:spLocks noGrp="1"/>
          </p:cNvSpPr>
          <p:nvPr/>
        </p:nvSpPr>
        <p:spPr>
          <a:xfrm>
            <a:off x="5514678" y="4153942"/>
            <a:ext cx="178191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93" name="!!source-2-dom-5-9-1-5-0-text-0">
            <a:extLst>
              <a:ext uri="{FF2B5EF4-FFF2-40B4-BE49-F238E27FC236}">
                <a16:creationId xmlns:a16="http://schemas.microsoft.com/office/drawing/2014/main" id="{7F259163-657F-4D0C-9095-5EE7A14D061B}"/>
              </a:ext>
            </a:extLst>
          </p:cNvPr>
          <p:cNvSpPr>
            <a:spLocks noGrp="1"/>
          </p:cNvSpPr>
          <p:nvPr/>
        </p:nvSpPr>
        <p:spPr>
          <a:xfrm>
            <a:off x="5584031" y="4620667"/>
            <a:ext cx="164306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Pressurised</a:t>
            </a:r>
          </a:p>
        </p:txBody>
      </p:sp>
      <p:sp>
        <p:nvSpPr>
          <p:cNvPr id="94" name="!!source-2-dom-5-9-1-5-0-text-1">
            <a:extLst>
              <a:ext uri="{FF2B5EF4-FFF2-40B4-BE49-F238E27FC236}">
                <a16:creationId xmlns:a16="http://schemas.microsoft.com/office/drawing/2014/main" id="{6AD69388-399F-476E-8449-D60C9379766F}"/>
              </a:ext>
            </a:extLst>
          </p:cNvPr>
          <p:cNvSpPr>
            <a:spLocks noGrp="1"/>
          </p:cNvSpPr>
          <p:nvPr/>
        </p:nvSpPr>
        <p:spPr>
          <a:xfrm>
            <a:off x="5565130" y="4954042"/>
            <a:ext cx="168071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storage and</a:t>
            </a:r>
          </a:p>
        </p:txBody>
      </p:sp>
      <p:sp>
        <p:nvSpPr>
          <p:cNvPr id="95" name="!!source-2-dom-5-9-1-5-0-text-2">
            <a:extLst>
              <a:ext uri="{FF2B5EF4-FFF2-40B4-BE49-F238E27FC236}">
                <a16:creationId xmlns:a16="http://schemas.microsoft.com/office/drawing/2014/main" id="{1B8E907E-25B1-425F-9D6B-C72D4CFB2C6D}"/>
              </a:ext>
            </a:extLst>
          </p:cNvPr>
          <p:cNvSpPr>
            <a:spLocks noGrp="1"/>
          </p:cNvSpPr>
          <p:nvPr/>
        </p:nvSpPr>
        <p:spPr>
          <a:xfrm>
            <a:off x="5496520" y="5287416"/>
            <a:ext cx="1818084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compression</a:t>
            </a:r>
          </a:p>
        </p:txBody>
      </p:sp>
      <p:sp>
        <p:nvSpPr>
          <p:cNvPr id="96" name="!!source-2-dom-5-9-1-7-0-0-text-0">
            <a:extLst>
              <a:ext uri="{FF2B5EF4-FFF2-40B4-BE49-F238E27FC236}">
                <a16:creationId xmlns:a16="http://schemas.microsoft.com/office/drawing/2014/main" id="{0AA24258-254C-4763-A1C6-0AB147C62C30}"/>
              </a:ext>
            </a:extLst>
          </p:cNvPr>
          <p:cNvSpPr>
            <a:spLocks noGrp="1"/>
          </p:cNvSpPr>
          <p:nvPr/>
        </p:nvSpPr>
        <p:spPr>
          <a:xfrm>
            <a:off x="5989439" y="5811292"/>
            <a:ext cx="83224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several</a:t>
            </a:r>
          </a:p>
        </p:txBody>
      </p:sp>
      <p:sp>
        <p:nvSpPr>
          <p:cNvPr id="97" name="!!source-2-dom-5-9-1-7-0-0-text-1">
            <a:extLst>
              <a:ext uri="{FF2B5EF4-FFF2-40B4-BE49-F238E27FC236}">
                <a16:creationId xmlns:a16="http://schemas.microsoft.com/office/drawing/2014/main" id="{E3453572-626F-4E4E-8AE4-D4405EF52321}"/>
              </a:ext>
            </a:extLst>
          </p:cNvPr>
          <p:cNvSpPr>
            <a:spLocks noGrp="1"/>
          </p:cNvSpPr>
          <p:nvPr/>
        </p:nvSpPr>
        <p:spPr>
          <a:xfrm>
            <a:off x="5544592" y="6097042"/>
            <a:ext cx="172179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pressure levels</a:t>
            </a:r>
          </a:p>
        </p:txBody>
      </p:sp>
      <p:sp>
        <p:nvSpPr>
          <p:cNvPr id="98" name="!!source-2-dom-5-9-1-7-1-0-text-0">
            <a:extLst>
              <a:ext uri="{FF2B5EF4-FFF2-40B4-BE49-F238E27FC236}">
                <a16:creationId xmlns:a16="http://schemas.microsoft.com/office/drawing/2014/main" id="{C00C5BE5-5EBD-48E3-BADB-C9BAA6740AE0}"/>
              </a:ext>
            </a:extLst>
          </p:cNvPr>
          <p:cNvSpPr>
            <a:spLocks noGrp="1"/>
          </p:cNvSpPr>
          <p:nvPr/>
        </p:nvSpPr>
        <p:spPr>
          <a:xfrm>
            <a:off x="5649962" y="6458992"/>
            <a:ext cx="151120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compressors</a:t>
            </a:r>
          </a:p>
        </p:txBody>
      </p:sp>
      <p:sp>
        <p:nvSpPr>
          <p:cNvPr id="99" name="!!source-2-dom-5-9-3-1-0-fill">
            <a:extLst>
              <a:ext uri="{FF2B5EF4-FFF2-40B4-BE49-F238E27FC236}">
                <a16:creationId xmlns:a16="http://schemas.microsoft.com/office/drawing/2014/main" id="{AFA02DDF-6979-44A1-9A84-F32B993154E1}"/>
              </a:ext>
            </a:extLst>
          </p:cNvPr>
          <p:cNvSpPr>
            <a:spLocks noGrp="1"/>
          </p:cNvSpPr>
          <p:nvPr/>
        </p:nvSpPr>
        <p:spPr>
          <a:xfrm>
            <a:off x="576262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2-dom-5-9-3-1-0-0-text-0">
            <a:extLst>
              <a:ext uri="{FF2B5EF4-FFF2-40B4-BE49-F238E27FC236}">
                <a16:creationId xmlns:a16="http://schemas.microsoft.com/office/drawing/2014/main" id="{3583D9C5-2C94-4F59-AA22-EC158B296017}"/>
              </a:ext>
            </a:extLst>
          </p:cNvPr>
          <p:cNvSpPr>
            <a:spLocks noGrp="1"/>
          </p:cNvSpPr>
          <p:nvPr/>
        </p:nvSpPr>
        <p:spPr>
          <a:xfrm>
            <a:off x="5931247" y="2886075"/>
            <a:ext cx="205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1" name="!!source-2-dom-5-9-3-1-1-0-0-text-0">
            <a:extLst>
              <a:ext uri="{FF2B5EF4-FFF2-40B4-BE49-F238E27FC236}">
                <a16:creationId xmlns:a16="http://schemas.microsoft.com/office/drawing/2014/main" id="{4739F9FC-A81D-45A1-8DD7-8766C17CFE11}"/>
              </a:ext>
            </a:extLst>
          </p:cNvPr>
          <p:cNvSpPr>
            <a:spLocks noGrp="1"/>
          </p:cNvSpPr>
          <p:nvPr/>
        </p:nvSpPr>
        <p:spPr>
          <a:xfrm>
            <a:off x="6429375" y="2724150"/>
            <a:ext cx="592886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Pressurised storage and compression</a:t>
            </a:r>
          </a:p>
        </p:txBody>
      </p:sp>
      <p:sp>
        <p:nvSpPr>
          <p:cNvPr id="102" name="!!source-2-dom-5-9-3-1-1-1-0-text-0">
            <a:extLst>
              <a:ext uri="{FF2B5EF4-FFF2-40B4-BE49-F238E27FC236}">
                <a16:creationId xmlns:a16="http://schemas.microsoft.com/office/drawing/2014/main" id="{FCDA4B28-B26F-4D3E-911E-35EA9B3ECBCB}"/>
              </a:ext>
            </a:extLst>
          </p:cNvPr>
          <p:cNvSpPr>
            <a:spLocks noGrp="1"/>
          </p:cNvSpPr>
          <p:nvPr/>
        </p:nvSpPr>
        <p:spPr>
          <a:xfrm>
            <a:off x="6429375" y="3095625"/>
            <a:ext cx="438700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lifted in stages to the vehicle standard</a:t>
            </a:r>
          </a:p>
        </p:txBody>
      </p:sp>
      <p:sp>
        <p:nvSpPr>
          <p:cNvPr id="103" name="!!source-2-dom-5-9-3-3-0-0-fill">
            <a:extLst>
              <a:ext uri="{FF2B5EF4-FFF2-40B4-BE49-F238E27FC236}">
                <a16:creationId xmlns:a16="http://schemas.microsoft.com/office/drawing/2014/main" id="{EFD41EEB-7192-4B87-AAE9-EA1BC92BF874}"/>
              </a:ext>
            </a:extLst>
          </p:cNvPr>
          <p:cNvSpPr>
            <a:spLocks noGrp="1"/>
          </p:cNvSpPr>
          <p:nvPr/>
        </p:nvSpPr>
        <p:spPr>
          <a:xfrm>
            <a:off x="5762625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2-dom-5-9-3-3-0-0-outline">
            <a:extLst>
              <a:ext uri="{FF2B5EF4-FFF2-40B4-BE49-F238E27FC236}">
                <a16:creationId xmlns:a16="http://schemas.microsoft.com/office/drawing/2014/main" id="{82F940DC-0729-4DAC-8D9B-C48C75616319}"/>
              </a:ext>
            </a:extLst>
          </p:cNvPr>
          <p:cNvSpPr>
            <a:spLocks noGrp="1"/>
          </p:cNvSpPr>
          <p:nvPr/>
        </p:nvSpPr>
        <p:spPr>
          <a:xfrm>
            <a:off x="5776913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" name="!!source-2-dom-5-9-3-3-0-0-0-fill">
            <a:extLst>
              <a:ext uri="{FF2B5EF4-FFF2-40B4-BE49-F238E27FC236}">
                <a16:creationId xmlns:a16="http://schemas.microsoft.com/office/drawing/2014/main" id="{B2D80105-BF4D-4D24-B214-2CE538D5AB94}"/>
              </a:ext>
            </a:extLst>
          </p:cNvPr>
          <p:cNvSpPr>
            <a:spLocks noGrp="1"/>
          </p:cNvSpPr>
          <p:nvPr/>
        </p:nvSpPr>
        <p:spPr>
          <a:xfrm>
            <a:off x="5791200" y="5231755"/>
            <a:ext cx="666750" cy="342900"/>
          </a:xfrm>
          <a:custGeom>
            <a:avLst/>
            <a:gdLst/>
            <a:ahLst/>
            <a:cxnLst/>
            <a:rect l="0" t="0" r="0" b="0"/>
            <a:pathLst>
              <a:path w="666750" h="342900">
                <a:moveTo>
                  <a:pt x="0" y="0"/>
                </a:moveTo>
                <a:lnTo>
                  <a:pt x="666750" y="0"/>
                </a:lnTo>
                <a:lnTo>
                  <a:pt x="666750" y="238125"/>
                </a:lnTo>
                <a:lnTo>
                  <a:pt x="664737" y="258565"/>
                </a:lnTo>
                <a:lnTo>
                  <a:pt x="658774" y="278220"/>
                </a:lnTo>
                <a:lnTo>
                  <a:pt x="649092" y="296335"/>
                </a:lnTo>
                <a:lnTo>
                  <a:pt x="636062" y="312212"/>
                </a:lnTo>
                <a:lnTo>
                  <a:pt x="620185" y="325242"/>
                </a:lnTo>
                <a:lnTo>
                  <a:pt x="602070" y="334924"/>
                </a:lnTo>
                <a:lnTo>
                  <a:pt x="582415" y="340887"/>
                </a:lnTo>
                <a:lnTo>
                  <a:pt x="561975" y="342900"/>
                </a:lnTo>
                <a:lnTo>
                  <a:pt x="104775" y="342900"/>
                </a:lnTo>
                <a:lnTo>
                  <a:pt x="84334" y="340887"/>
                </a:lnTo>
                <a:lnTo>
                  <a:pt x="64679" y="334924"/>
                </a:lnTo>
                <a:lnTo>
                  <a:pt x="46565" y="325242"/>
                </a:lnTo>
                <a:lnTo>
                  <a:pt x="30688" y="312212"/>
                </a:lnTo>
                <a:lnTo>
                  <a:pt x="17658" y="296335"/>
                </a:lnTo>
                <a:lnTo>
                  <a:pt x="7976" y="278220"/>
                </a:lnTo>
                <a:lnTo>
                  <a:pt x="2013" y="258565"/>
                </a:lnTo>
                <a:lnTo>
                  <a:pt x="0" y="2381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!!source-2-dom-5-9-3-3-0-1-0-text-0">
            <a:extLst>
              <a:ext uri="{FF2B5EF4-FFF2-40B4-BE49-F238E27FC236}">
                <a16:creationId xmlns:a16="http://schemas.microsoft.com/office/drawing/2014/main" id="{7ED68B8F-207F-4222-B552-825AC167ED47}"/>
              </a:ext>
            </a:extLst>
          </p:cNvPr>
          <p:cNvSpPr>
            <a:spLocks noGrp="1"/>
          </p:cNvSpPr>
          <p:nvPr/>
        </p:nvSpPr>
        <p:spPr>
          <a:xfrm>
            <a:off x="5896868" y="5679430"/>
            <a:ext cx="50289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low</a:t>
            </a:r>
          </a:p>
        </p:txBody>
      </p:sp>
      <p:sp>
        <p:nvSpPr>
          <p:cNvPr id="107" name="!!source-2-dom-5-9-3-3-1-0-fill">
            <a:extLst>
              <a:ext uri="{FF2B5EF4-FFF2-40B4-BE49-F238E27FC236}">
                <a16:creationId xmlns:a16="http://schemas.microsoft.com/office/drawing/2014/main" id="{1508BE95-7144-4F64-B45E-1BD82D630C0F}"/>
              </a:ext>
            </a:extLst>
          </p:cNvPr>
          <p:cNvSpPr>
            <a:spLocks noGrp="1"/>
          </p:cNvSpPr>
          <p:nvPr/>
        </p:nvSpPr>
        <p:spPr>
          <a:xfrm>
            <a:off x="6486525" y="5174605"/>
            <a:ext cx="43085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2-dom-5-9-3-3-1-1-border-Top">
            <a:extLst>
              <a:ext uri="{FF2B5EF4-FFF2-40B4-BE49-F238E27FC236}">
                <a16:creationId xmlns:a16="http://schemas.microsoft.com/office/drawing/2014/main" id="{A6372A27-B158-43ED-AD34-35F8A6134A27}"/>
              </a:ext>
            </a:extLst>
          </p:cNvPr>
          <p:cNvSpPr>
            <a:spLocks noGrp="1"/>
          </p:cNvSpPr>
          <p:nvPr/>
        </p:nvSpPr>
        <p:spPr>
          <a:xfrm>
            <a:off x="6917382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2-dom-5-9-3-3-1-1-border-Bottom">
            <a:extLst>
              <a:ext uri="{FF2B5EF4-FFF2-40B4-BE49-F238E27FC236}">
                <a16:creationId xmlns:a16="http://schemas.microsoft.com/office/drawing/2014/main" id="{61D2DA5D-0C02-4871-A285-7B3170B4DC65}"/>
              </a:ext>
            </a:extLst>
          </p:cNvPr>
          <p:cNvSpPr>
            <a:spLocks noGrp="1"/>
          </p:cNvSpPr>
          <p:nvPr/>
        </p:nvSpPr>
        <p:spPr>
          <a:xfrm>
            <a:off x="6917382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2-dom-5-9-3-3-1-1-border-Left">
            <a:extLst>
              <a:ext uri="{FF2B5EF4-FFF2-40B4-BE49-F238E27FC236}">
                <a16:creationId xmlns:a16="http://schemas.microsoft.com/office/drawing/2014/main" id="{6D6454AB-9DDA-4962-A0A7-50A96B01098D}"/>
              </a:ext>
            </a:extLst>
          </p:cNvPr>
          <p:cNvSpPr>
            <a:spLocks noGrp="1"/>
          </p:cNvSpPr>
          <p:nvPr/>
        </p:nvSpPr>
        <p:spPr>
          <a:xfrm>
            <a:off x="6917382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2-dom-5-9-3-3-2-fill">
            <a:extLst>
              <a:ext uri="{FF2B5EF4-FFF2-40B4-BE49-F238E27FC236}">
                <a16:creationId xmlns:a16="http://schemas.microsoft.com/office/drawing/2014/main" id="{CB687A46-5441-45E2-9AE8-4F0EE4DD491C}"/>
              </a:ext>
            </a:extLst>
          </p:cNvPr>
          <p:cNvSpPr>
            <a:spLocks noGrp="1"/>
          </p:cNvSpPr>
          <p:nvPr/>
        </p:nvSpPr>
        <p:spPr>
          <a:xfrm>
            <a:off x="7069782" y="4946005"/>
            <a:ext cx="762000" cy="495300"/>
          </a:xfrm>
          <a:custGeom>
            <a:avLst/>
            <a:gdLst/>
            <a:ahLst/>
            <a:cxnLst/>
            <a:rect l="0" t="0" r="0" b="0"/>
            <a:pathLst>
              <a:path w="762000" h="495300">
                <a:moveTo>
                  <a:pt x="0" y="0"/>
                </a:moveTo>
                <a:lnTo>
                  <a:pt x="762000" y="0"/>
                </a:lnTo>
                <a:lnTo>
                  <a:pt x="381000" y="4953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2-dom-5-9-3-3-2-0-text-0">
            <a:extLst>
              <a:ext uri="{FF2B5EF4-FFF2-40B4-BE49-F238E27FC236}">
                <a16:creationId xmlns:a16="http://schemas.microsoft.com/office/drawing/2014/main" id="{24A6EDEA-1160-4D25-A5BE-A7BD22E66378}"/>
              </a:ext>
            </a:extLst>
          </p:cNvPr>
          <p:cNvSpPr>
            <a:spLocks noGrp="1"/>
          </p:cNvSpPr>
          <p:nvPr/>
        </p:nvSpPr>
        <p:spPr>
          <a:xfrm>
            <a:off x="7361039" y="4984105"/>
            <a:ext cx="22696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</a:t>
            </a:r>
          </a:p>
        </p:txBody>
      </p:sp>
      <p:sp>
        <p:nvSpPr>
          <p:cNvPr id="113" name="!!source-2-dom-5-9-3-3-3-0-fill">
            <a:extLst>
              <a:ext uri="{FF2B5EF4-FFF2-40B4-BE49-F238E27FC236}">
                <a16:creationId xmlns:a16="http://schemas.microsoft.com/office/drawing/2014/main" id="{10ACAC78-A422-4070-A60E-3F3FE7BEBA2B}"/>
              </a:ext>
            </a:extLst>
          </p:cNvPr>
          <p:cNvSpPr>
            <a:spLocks noGrp="1"/>
          </p:cNvSpPr>
          <p:nvPr/>
        </p:nvSpPr>
        <p:spPr>
          <a:xfrm>
            <a:off x="7831783" y="5174605"/>
            <a:ext cx="431006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2-dom-5-9-3-3-3-1-border-Top">
            <a:extLst>
              <a:ext uri="{FF2B5EF4-FFF2-40B4-BE49-F238E27FC236}">
                <a16:creationId xmlns:a16="http://schemas.microsoft.com/office/drawing/2014/main" id="{4995FEB7-8A83-4AD3-8964-86159B2E0757}"/>
              </a:ext>
            </a:extLst>
          </p:cNvPr>
          <p:cNvSpPr>
            <a:spLocks noGrp="1"/>
          </p:cNvSpPr>
          <p:nvPr/>
        </p:nvSpPr>
        <p:spPr>
          <a:xfrm>
            <a:off x="826278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2-dom-5-9-3-3-3-1-border-Bottom">
            <a:extLst>
              <a:ext uri="{FF2B5EF4-FFF2-40B4-BE49-F238E27FC236}">
                <a16:creationId xmlns:a16="http://schemas.microsoft.com/office/drawing/2014/main" id="{6D1F5E77-B285-429D-937C-B47B0863FD68}"/>
              </a:ext>
            </a:extLst>
          </p:cNvPr>
          <p:cNvSpPr>
            <a:spLocks noGrp="1"/>
          </p:cNvSpPr>
          <p:nvPr/>
        </p:nvSpPr>
        <p:spPr>
          <a:xfrm>
            <a:off x="826278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2-dom-5-9-3-3-3-1-border-Left">
            <a:extLst>
              <a:ext uri="{FF2B5EF4-FFF2-40B4-BE49-F238E27FC236}">
                <a16:creationId xmlns:a16="http://schemas.microsoft.com/office/drawing/2014/main" id="{24228FA5-00E7-4152-8A4B-63605D44EB51}"/>
              </a:ext>
            </a:extLst>
          </p:cNvPr>
          <p:cNvSpPr>
            <a:spLocks noGrp="1"/>
          </p:cNvSpPr>
          <p:nvPr/>
        </p:nvSpPr>
        <p:spPr>
          <a:xfrm>
            <a:off x="826278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7" name="!!source-2-dom-5-9-3-3-4-0-fill">
            <a:extLst>
              <a:ext uri="{FF2B5EF4-FFF2-40B4-BE49-F238E27FC236}">
                <a16:creationId xmlns:a16="http://schemas.microsoft.com/office/drawing/2014/main" id="{DEA35D5B-9C94-4D6F-B27D-E151FA6F96B0}"/>
              </a:ext>
            </a:extLst>
          </p:cNvPr>
          <p:cNvSpPr>
            <a:spLocks noGrp="1"/>
          </p:cNvSpPr>
          <p:nvPr/>
        </p:nvSpPr>
        <p:spPr>
          <a:xfrm>
            <a:off x="8596312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2-dom-5-9-3-3-4-0-outline">
            <a:extLst>
              <a:ext uri="{FF2B5EF4-FFF2-40B4-BE49-F238E27FC236}">
                <a16:creationId xmlns:a16="http://schemas.microsoft.com/office/drawing/2014/main" id="{006799DD-2B62-4C92-9A01-40E8E1314FBE}"/>
              </a:ext>
            </a:extLst>
          </p:cNvPr>
          <p:cNvSpPr>
            <a:spLocks noGrp="1"/>
          </p:cNvSpPr>
          <p:nvPr/>
        </p:nvSpPr>
        <p:spPr>
          <a:xfrm>
            <a:off x="8610600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2-dom-5-9-3-3-4-0-0-fill">
            <a:extLst>
              <a:ext uri="{FF2B5EF4-FFF2-40B4-BE49-F238E27FC236}">
                <a16:creationId xmlns:a16="http://schemas.microsoft.com/office/drawing/2014/main" id="{28DEF801-F712-425A-83FD-87865D786993}"/>
              </a:ext>
            </a:extLst>
          </p:cNvPr>
          <p:cNvSpPr>
            <a:spLocks noGrp="1"/>
          </p:cNvSpPr>
          <p:nvPr/>
        </p:nvSpPr>
        <p:spPr>
          <a:xfrm>
            <a:off x="8624888" y="4888855"/>
            <a:ext cx="666750" cy="685800"/>
          </a:xfrm>
          <a:custGeom>
            <a:avLst/>
            <a:gdLst/>
            <a:ahLst/>
            <a:cxnLst/>
            <a:rect l="0" t="0" r="0" b="0"/>
            <a:pathLst>
              <a:path w="666750" h="685800">
                <a:moveTo>
                  <a:pt x="0" y="0"/>
                </a:moveTo>
                <a:lnTo>
                  <a:pt x="666750" y="0"/>
                </a:lnTo>
                <a:lnTo>
                  <a:pt x="666750" y="581025"/>
                </a:lnTo>
                <a:lnTo>
                  <a:pt x="664737" y="601466"/>
                </a:lnTo>
                <a:lnTo>
                  <a:pt x="658774" y="621121"/>
                </a:lnTo>
                <a:lnTo>
                  <a:pt x="649092" y="639235"/>
                </a:lnTo>
                <a:lnTo>
                  <a:pt x="636062" y="655112"/>
                </a:lnTo>
                <a:lnTo>
                  <a:pt x="620185" y="668142"/>
                </a:lnTo>
                <a:lnTo>
                  <a:pt x="602070" y="677825"/>
                </a:lnTo>
                <a:lnTo>
                  <a:pt x="582415" y="683787"/>
                </a:lnTo>
                <a:lnTo>
                  <a:pt x="561975" y="685800"/>
                </a:lnTo>
                <a:lnTo>
                  <a:pt x="104775" y="685800"/>
                </a:lnTo>
                <a:lnTo>
                  <a:pt x="84334" y="683787"/>
                </a:lnTo>
                <a:lnTo>
                  <a:pt x="64679" y="677825"/>
                </a:lnTo>
                <a:lnTo>
                  <a:pt x="46565" y="668142"/>
                </a:lnTo>
                <a:lnTo>
                  <a:pt x="30688" y="655112"/>
                </a:lnTo>
                <a:lnTo>
                  <a:pt x="17658" y="639235"/>
                </a:lnTo>
                <a:lnTo>
                  <a:pt x="7976" y="621121"/>
                </a:lnTo>
                <a:lnTo>
                  <a:pt x="2013" y="601466"/>
                </a:lnTo>
                <a:lnTo>
                  <a:pt x="0" y="5810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2-dom-5-9-3-3-4-1-0-text-0">
            <a:extLst>
              <a:ext uri="{FF2B5EF4-FFF2-40B4-BE49-F238E27FC236}">
                <a16:creationId xmlns:a16="http://schemas.microsoft.com/office/drawing/2014/main" id="{7FB450B6-DB95-4512-A455-B85CD410067F}"/>
              </a:ext>
            </a:extLst>
          </p:cNvPr>
          <p:cNvSpPr>
            <a:spLocks noGrp="1"/>
          </p:cNvSpPr>
          <p:nvPr/>
        </p:nvSpPr>
        <p:spPr>
          <a:xfrm>
            <a:off x="8415189" y="5679430"/>
            <a:ext cx="11339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medium</a:t>
            </a:r>
          </a:p>
        </p:txBody>
      </p:sp>
      <p:sp>
        <p:nvSpPr>
          <p:cNvPr id="121" name="!!source-2-dom-5-9-3-3-5-0-fill">
            <a:extLst>
              <a:ext uri="{FF2B5EF4-FFF2-40B4-BE49-F238E27FC236}">
                <a16:creationId xmlns:a16="http://schemas.microsoft.com/office/drawing/2014/main" id="{5F60D7D8-9BA1-4F9B-BF21-884C5A0BCCC8}"/>
              </a:ext>
            </a:extLst>
          </p:cNvPr>
          <p:cNvSpPr>
            <a:spLocks noGrp="1"/>
          </p:cNvSpPr>
          <p:nvPr/>
        </p:nvSpPr>
        <p:spPr>
          <a:xfrm>
            <a:off x="9501485" y="5174605"/>
            <a:ext cx="43085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!!source-2-dom-5-9-3-3-5-1-border-Top">
            <a:extLst>
              <a:ext uri="{FF2B5EF4-FFF2-40B4-BE49-F238E27FC236}">
                <a16:creationId xmlns:a16="http://schemas.microsoft.com/office/drawing/2014/main" id="{40A8C3CE-C4F2-4F4A-87E3-0199E91619D0}"/>
              </a:ext>
            </a:extLst>
          </p:cNvPr>
          <p:cNvSpPr>
            <a:spLocks noGrp="1"/>
          </p:cNvSpPr>
          <p:nvPr/>
        </p:nvSpPr>
        <p:spPr>
          <a:xfrm>
            <a:off x="993234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2-dom-5-9-3-3-5-1-border-Bottom">
            <a:extLst>
              <a:ext uri="{FF2B5EF4-FFF2-40B4-BE49-F238E27FC236}">
                <a16:creationId xmlns:a16="http://schemas.microsoft.com/office/drawing/2014/main" id="{2251E8F0-94AF-4B91-BE51-52FB45ECF3D8}"/>
              </a:ext>
            </a:extLst>
          </p:cNvPr>
          <p:cNvSpPr>
            <a:spLocks noGrp="1"/>
          </p:cNvSpPr>
          <p:nvPr/>
        </p:nvSpPr>
        <p:spPr>
          <a:xfrm>
            <a:off x="993234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4" name="!!source-2-dom-5-9-3-3-5-1-border-Left">
            <a:extLst>
              <a:ext uri="{FF2B5EF4-FFF2-40B4-BE49-F238E27FC236}">
                <a16:creationId xmlns:a16="http://schemas.microsoft.com/office/drawing/2014/main" id="{364E2526-55F4-4163-A6BC-07BB9B003657}"/>
              </a:ext>
            </a:extLst>
          </p:cNvPr>
          <p:cNvSpPr>
            <a:spLocks noGrp="1"/>
          </p:cNvSpPr>
          <p:nvPr/>
        </p:nvSpPr>
        <p:spPr>
          <a:xfrm>
            <a:off x="993234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5" name="!!source-2-dom-5-9-3-3-6-fill">
            <a:extLst>
              <a:ext uri="{FF2B5EF4-FFF2-40B4-BE49-F238E27FC236}">
                <a16:creationId xmlns:a16="http://schemas.microsoft.com/office/drawing/2014/main" id="{7B0C98D7-6EC0-43E0-81C8-3B1E5D6DBE7B}"/>
              </a:ext>
            </a:extLst>
          </p:cNvPr>
          <p:cNvSpPr>
            <a:spLocks noGrp="1"/>
          </p:cNvSpPr>
          <p:nvPr/>
        </p:nvSpPr>
        <p:spPr>
          <a:xfrm>
            <a:off x="10084743" y="4946005"/>
            <a:ext cx="762000" cy="495300"/>
          </a:xfrm>
          <a:custGeom>
            <a:avLst/>
            <a:gdLst/>
            <a:ahLst/>
            <a:cxnLst/>
            <a:rect l="0" t="0" r="0" b="0"/>
            <a:pathLst>
              <a:path w="762000" h="495300">
                <a:moveTo>
                  <a:pt x="0" y="0"/>
                </a:moveTo>
                <a:lnTo>
                  <a:pt x="762000" y="0"/>
                </a:lnTo>
                <a:lnTo>
                  <a:pt x="381000" y="4953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2-dom-5-9-3-3-6-0-text-0">
            <a:extLst>
              <a:ext uri="{FF2B5EF4-FFF2-40B4-BE49-F238E27FC236}">
                <a16:creationId xmlns:a16="http://schemas.microsoft.com/office/drawing/2014/main" id="{66BD8349-0BB2-408D-8602-2350D018245A}"/>
              </a:ext>
            </a:extLst>
          </p:cNvPr>
          <p:cNvSpPr>
            <a:spLocks noGrp="1"/>
          </p:cNvSpPr>
          <p:nvPr/>
        </p:nvSpPr>
        <p:spPr>
          <a:xfrm>
            <a:off x="10375999" y="4984105"/>
            <a:ext cx="22696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</a:t>
            </a:r>
          </a:p>
        </p:txBody>
      </p:sp>
      <p:sp>
        <p:nvSpPr>
          <p:cNvPr id="127" name="!!source-2-dom-5-9-3-3-7-0-fill">
            <a:extLst>
              <a:ext uri="{FF2B5EF4-FFF2-40B4-BE49-F238E27FC236}">
                <a16:creationId xmlns:a16="http://schemas.microsoft.com/office/drawing/2014/main" id="{DCA2D06B-D139-4630-8379-3BC353BFFB4D}"/>
              </a:ext>
            </a:extLst>
          </p:cNvPr>
          <p:cNvSpPr>
            <a:spLocks noGrp="1"/>
          </p:cNvSpPr>
          <p:nvPr/>
        </p:nvSpPr>
        <p:spPr>
          <a:xfrm>
            <a:off x="10846742" y="5174605"/>
            <a:ext cx="43100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8" name="!!source-2-dom-5-9-3-3-7-1-border-Top">
            <a:extLst>
              <a:ext uri="{FF2B5EF4-FFF2-40B4-BE49-F238E27FC236}">
                <a16:creationId xmlns:a16="http://schemas.microsoft.com/office/drawing/2014/main" id="{AACAED89-7AE8-457D-9AD1-CE21AC6AAC91}"/>
              </a:ext>
            </a:extLst>
          </p:cNvPr>
          <p:cNvSpPr>
            <a:spLocks noGrp="1"/>
          </p:cNvSpPr>
          <p:nvPr/>
        </p:nvSpPr>
        <p:spPr>
          <a:xfrm>
            <a:off x="1127774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2-dom-5-9-3-3-7-1-border-Bottom">
            <a:extLst>
              <a:ext uri="{FF2B5EF4-FFF2-40B4-BE49-F238E27FC236}">
                <a16:creationId xmlns:a16="http://schemas.microsoft.com/office/drawing/2014/main" id="{889C1A39-8886-4D52-B5CF-5FC2FA3984F2}"/>
              </a:ext>
            </a:extLst>
          </p:cNvPr>
          <p:cNvSpPr>
            <a:spLocks noGrp="1"/>
          </p:cNvSpPr>
          <p:nvPr/>
        </p:nvSpPr>
        <p:spPr>
          <a:xfrm>
            <a:off x="1127774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0" name="!!source-2-dom-5-9-3-3-7-1-border-Left">
            <a:extLst>
              <a:ext uri="{FF2B5EF4-FFF2-40B4-BE49-F238E27FC236}">
                <a16:creationId xmlns:a16="http://schemas.microsoft.com/office/drawing/2014/main" id="{7107031F-A68F-4536-86C3-3C62DDD25379}"/>
              </a:ext>
            </a:extLst>
          </p:cNvPr>
          <p:cNvSpPr>
            <a:spLocks noGrp="1"/>
          </p:cNvSpPr>
          <p:nvPr/>
        </p:nvSpPr>
        <p:spPr>
          <a:xfrm>
            <a:off x="11277749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1" name="!!source-2-dom-5-9-3-3-8-0-fill">
            <a:extLst>
              <a:ext uri="{FF2B5EF4-FFF2-40B4-BE49-F238E27FC236}">
                <a16:creationId xmlns:a16="http://schemas.microsoft.com/office/drawing/2014/main" id="{0184827C-7AAF-4A02-BEBD-9A09B158FA37}"/>
              </a:ext>
            </a:extLst>
          </p:cNvPr>
          <p:cNvSpPr>
            <a:spLocks noGrp="1"/>
          </p:cNvSpPr>
          <p:nvPr/>
        </p:nvSpPr>
        <p:spPr>
          <a:xfrm>
            <a:off x="11430150" y="4403080"/>
            <a:ext cx="723899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2" name="!!source-2-dom-5-9-3-3-8-0-outline">
            <a:extLst>
              <a:ext uri="{FF2B5EF4-FFF2-40B4-BE49-F238E27FC236}">
                <a16:creationId xmlns:a16="http://schemas.microsoft.com/office/drawing/2014/main" id="{6FBE36FA-A22C-442F-9860-C5ACB6173242}"/>
              </a:ext>
            </a:extLst>
          </p:cNvPr>
          <p:cNvSpPr>
            <a:spLocks noGrp="1"/>
          </p:cNvSpPr>
          <p:nvPr/>
        </p:nvSpPr>
        <p:spPr>
          <a:xfrm>
            <a:off x="11444437" y="4417367"/>
            <a:ext cx="695324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3" name="!!source-2-dom-5-9-3-3-8-0-0-fill">
            <a:extLst>
              <a:ext uri="{FF2B5EF4-FFF2-40B4-BE49-F238E27FC236}">
                <a16:creationId xmlns:a16="http://schemas.microsoft.com/office/drawing/2014/main" id="{DCA15EE9-8D94-4E1B-A237-668BB27867FC}"/>
              </a:ext>
            </a:extLst>
          </p:cNvPr>
          <p:cNvSpPr>
            <a:spLocks noGrp="1"/>
          </p:cNvSpPr>
          <p:nvPr/>
        </p:nvSpPr>
        <p:spPr>
          <a:xfrm>
            <a:off x="11458724" y="4545955"/>
            <a:ext cx="666750" cy="1028700"/>
          </a:xfrm>
          <a:custGeom>
            <a:avLst/>
            <a:gdLst/>
            <a:ahLst/>
            <a:cxnLst/>
            <a:rect l="0" t="0" r="0" b="0"/>
            <a:pathLst>
              <a:path w="666750" h="1028700">
                <a:moveTo>
                  <a:pt x="0" y="0"/>
                </a:moveTo>
                <a:lnTo>
                  <a:pt x="666750" y="0"/>
                </a:lnTo>
                <a:lnTo>
                  <a:pt x="666750" y="923925"/>
                </a:lnTo>
                <a:lnTo>
                  <a:pt x="664737" y="944366"/>
                </a:lnTo>
                <a:lnTo>
                  <a:pt x="658775" y="964021"/>
                </a:lnTo>
                <a:lnTo>
                  <a:pt x="649093" y="982135"/>
                </a:lnTo>
                <a:lnTo>
                  <a:pt x="636063" y="998012"/>
                </a:lnTo>
                <a:lnTo>
                  <a:pt x="620185" y="1011042"/>
                </a:lnTo>
                <a:lnTo>
                  <a:pt x="602071" y="1020725"/>
                </a:lnTo>
                <a:lnTo>
                  <a:pt x="582416" y="1026687"/>
                </a:lnTo>
                <a:lnTo>
                  <a:pt x="561975" y="1028700"/>
                </a:lnTo>
                <a:lnTo>
                  <a:pt x="104775" y="1028700"/>
                </a:lnTo>
                <a:lnTo>
                  <a:pt x="84334" y="1026687"/>
                </a:lnTo>
                <a:lnTo>
                  <a:pt x="64679" y="1020725"/>
                </a:lnTo>
                <a:lnTo>
                  <a:pt x="46565" y="1011042"/>
                </a:lnTo>
                <a:lnTo>
                  <a:pt x="30688" y="998012"/>
                </a:lnTo>
                <a:lnTo>
                  <a:pt x="17658" y="982135"/>
                </a:lnTo>
                <a:lnTo>
                  <a:pt x="7976" y="964021"/>
                </a:lnTo>
                <a:lnTo>
                  <a:pt x="2013" y="944366"/>
                </a:lnTo>
                <a:lnTo>
                  <a:pt x="0" y="9239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2-dom-5-9-3-3-8-1-0-text-0">
            <a:extLst>
              <a:ext uri="{FF2B5EF4-FFF2-40B4-BE49-F238E27FC236}">
                <a16:creationId xmlns:a16="http://schemas.microsoft.com/office/drawing/2014/main" id="{7875D064-02F7-45D6-9854-9148AED2D328}"/>
              </a:ext>
            </a:extLst>
          </p:cNvPr>
          <p:cNvSpPr>
            <a:spLocks noGrp="1"/>
          </p:cNvSpPr>
          <p:nvPr/>
        </p:nvSpPr>
        <p:spPr>
          <a:xfrm>
            <a:off x="11500694" y="5679430"/>
            <a:ext cx="63043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high</a:t>
            </a:r>
          </a:p>
        </p:txBody>
      </p:sp>
      <p:sp>
        <p:nvSpPr>
          <p:cNvPr id="135" name="!!source-2-dom-5-9-3-3-9-0-fill">
            <a:extLst>
              <a:ext uri="{FF2B5EF4-FFF2-40B4-BE49-F238E27FC236}">
                <a16:creationId xmlns:a16="http://schemas.microsoft.com/office/drawing/2014/main" id="{F1F93CF9-2059-45F3-AD8C-0FE46FF7BE30}"/>
              </a:ext>
            </a:extLst>
          </p:cNvPr>
          <p:cNvSpPr>
            <a:spLocks noGrp="1"/>
          </p:cNvSpPr>
          <p:nvPr/>
        </p:nvSpPr>
        <p:spPr>
          <a:xfrm>
            <a:off x="12154048" y="5174605"/>
            <a:ext cx="431007" cy="3810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6" name="!!source-2-dom-5-9-3-3-9-1-border-Top">
            <a:extLst>
              <a:ext uri="{FF2B5EF4-FFF2-40B4-BE49-F238E27FC236}">
                <a16:creationId xmlns:a16="http://schemas.microsoft.com/office/drawing/2014/main" id="{178A7783-B07D-4F1D-8F04-6A714A01C622}"/>
              </a:ext>
            </a:extLst>
          </p:cNvPr>
          <p:cNvSpPr>
            <a:spLocks noGrp="1"/>
          </p:cNvSpPr>
          <p:nvPr/>
        </p:nvSpPr>
        <p:spPr>
          <a:xfrm>
            <a:off x="12585055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!!source-2-dom-5-9-3-3-9-1-border-Bottom">
            <a:extLst>
              <a:ext uri="{FF2B5EF4-FFF2-40B4-BE49-F238E27FC236}">
                <a16:creationId xmlns:a16="http://schemas.microsoft.com/office/drawing/2014/main" id="{7D512626-D4DE-406D-A145-23BE9280A43E}"/>
              </a:ext>
            </a:extLst>
          </p:cNvPr>
          <p:cNvSpPr>
            <a:spLocks noGrp="1"/>
          </p:cNvSpPr>
          <p:nvPr/>
        </p:nvSpPr>
        <p:spPr>
          <a:xfrm>
            <a:off x="12585055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8" name="!!source-2-dom-5-9-3-3-9-1-border-Left">
            <a:extLst>
              <a:ext uri="{FF2B5EF4-FFF2-40B4-BE49-F238E27FC236}">
                <a16:creationId xmlns:a16="http://schemas.microsoft.com/office/drawing/2014/main" id="{455BD35F-571A-467D-84B7-F75627F38A91}"/>
              </a:ext>
            </a:extLst>
          </p:cNvPr>
          <p:cNvSpPr>
            <a:spLocks noGrp="1"/>
          </p:cNvSpPr>
          <p:nvPr/>
        </p:nvSpPr>
        <p:spPr>
          <a:xfrm>
            <a:off x="12585055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9" name="!!source-2-dom-5-9-3-3-10-outline">
            <a:extLst>
              <a:ext uri="{FF2B5EF4-FFF2-40B4-BE49-F238E27FC236}">
                <a16:creationId xmlns:a16="http://schemas.microsoft.com/office/drawing/2014/main" id="{7919CBC0-8715-4F22-8863-0C5CC8CB10D6}"/>
              </a:ext>
            </a:extLst>
          </p:cNvPr>
          <p:cNvSpPr>
            <a:spLocks noGrp="1"/>
          </p:cNvSpPr>
          <p:nvPr/>
        </p:nvSpPr>
        <p:spPr>
          <a:xfrm>
            <a:off x="12751743" y="4745980"/>
            <a:ext cx="2007244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0" name="!!source-2-dom-5-9-3-3-10-0-0-text-0">
            <a:extLst>
              <a:ext uri="{FF2B5EF4-FFF2-40B4-BE49-F238E27FC236}">
                <a16:creationId xmlns:a16="http://schemas.microsoft.com/office/drawing/2014/main" id="{B882EFF5-0C74-45E2-818C-4F81FC31D5EF}"/>
              </a:ext>
            </a:extLst>
          </p:cNvPr>
          <p:cNvSpPr>
            <a:spLocks noGrp="1"/>
          </p:cNvSpPr>
          <p:nvPr/>
        </p:nvSpPr>
        <p:spPr>
          <a:xfrm>
            <a:off x="13254335" y="4874568"/>
            <a:ext cx="1049686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141" name="!!source-2-dom-5-9-3-3-10-1-0-text-0">
            <a:extLst>
              <a:ext uri="{FF2B5EF4-FFF2-40B4-BE49-F238E27FC236}">
                <a16:creationId xmlns:a16="http://schemas.microsoft.com/office/drawing/2014/main" id="{0C9BD550-212E-4460-87D6-99668624355F}"/>
              </a:ext>
            </a:extLst>
          </p:cNvPr>
          <p:cNvSpPr>
            <a:spLocks noGrp="1"/>
          </p:cNvSpPr>
          <p:nvPr/>
        </p:nvSpPr>
        <p:spPr>
          <a:xfrm>
            <a:off x="12937480" y="5236518"/>
            <a:ext cx="168339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350 or 700 bar</a:t>
            </a:r>
          </a:p>
        </p:txBody>
      </p:sp>
      <p:sp>
        <p:nvSpPr>
          <p:cNvPr id="142" name="!!source-2-dom-5-9-3-5-0-text-0">
            <a:extLst>
              <a:ext uri="{FF2B5EF4-FFF2-40B4-BE49-F238E27FC236}">
                <a16:creationId xmlns:a16="http://schemas.microsoft.com/office/drawing/2014/main" id="{4C8C04BF-6A67-45D1-8A9C-31F6640231A2}"/>
              </a:ext>
            </a:extLst>
          </p:cNvPr>
          <p:cNvSpPr>
            <a:spLocks noGrp="1"/>
          </p:cNvSpPr>
          <p:nvPr/>
        </p:nvSpPr>
        <p:spPr>
          <a:xfrm>
            <a:off x="5762625" y="7034510"/>
            <a:ext cx="538236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Which tank to fill, and when, is a decision.</a:t>
            </a:r>
          </a:p>
        </p:txBody>
      </p:sp>
      <p:sp>
        <p:nvSpPr>
          <p:cNvPr id="143" name="!!source-2-dom-5-13-fill">
            <a:extLst>
              <a:ext uri="{FF2B5EF4-FFF2-40B4-BE49-F238E27FC236}">
                <a16:creationId xmlns:a16="http://schemas.microsoft.com/office/drawing/2014/main" id="{B9557050-DE90-4EBE-8DC2-405E7601FF47}"/>
              </a:ext>
            </a:extLst>
          </p:cNvPr>
          <p:cNvSpPr>
            <a:spLocks noGrp="1"/>
          </p:cNvSpPr>
          <p:nvPr/>
        </p:nvSpPr>
        <p:spPr>
          <a:xfrm>
            <a:off x="7620000" y="2466975"/>
            <a:ext cx="962025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4" name="!!source-2-dom-5-13-outline">
            <a:extLst>
              <a:ext uri="{FF2B5EF4-FFF2-40B4-BE49-F238E27FC236}">
                <a16:creationId xmlns:a16="http://schemas.microsoft.com/office/drawing/2014/main" id="{15C27CAA-0D1D-41B1-85A1-32E2297E9328}"/>
              </a:ext>
            </a:extLst>
          </p:cNvPr>
          <p:cNvSpPr>
            <a:spLocks noGrp="1"/>
          </p:cNvSpPr>
          <p:nvPr/>
        </p:nvSpPr>
        <p:spPr>
          <a:xfrm>
            <a:off x="7634288" y="2481263"/>
            <a:ext cx="9591675" cy="5136059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2-dom-5-13-1-1-fill">
            <a:extLst>
              <a:ext uri="{FF2B5EF4-FFF2-40B4-BE49-F238E27FC236}">
                <a16:creationId xmlns:a16="http://schemas.microsoft.com/office/drawing/2014/main" id="{8B86A51D-34E4-4AB9-9178-9FE05694F098}"/>
              </a:ext>
            </a:extLst>
          </p:cNvPr>
          <p:cNvSpPr>
            <a:spLocks noGrp="1"/>
          </p:cNvSpPr>
          <p:nvPr/>
        </p:nvSpPr>
        <p:spPr>
          <a:xfrm>
            <a:off x="12125325" y="3377654"/>
            <a:ext cx="609601" cy="6096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6" name="!!source-2-dom-5-13-1-1-0-text-0">
            <a:extLst>
              <a:ext uri="{FF2B5EF4-FFF2-40B4-BE49-F238E27FC236}">
                <a16:creationId xmlns:a16="http://schemas.microsoft.com/office/drawing/2014/main" id="{C856A7E1-E9C0-480A-A3EF-0E0CFF534056}"/>
              </a:ext>
            </a:extLst>
          </p:cNvPr>
          <p:cNvSpPr>
            <a:spLocks noGrp="1"/>
          </p:cNvSpPr>
          <p:nvPr/>
        </p:nvSpPr>
        <p:spPr>
          <a:xfrm>
            <a:off x="12331601" y="3506242"/>
            <a:ext cx="2445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47" name="!!source-2-dom-5-13-1-3-0-text-0">
            <a:extLst>
              <a:ext uri="{FF2B5EF4-FFF2-40B4-BE49-F238E27FC236}">
                <a16:creationId xmlns:a16="http://schemas.microsoft.com/office/drawing/2014/main" id="{CB565015-B32A-42BE-BD98-DF6CF27A583B}"/>
              </a:ext>
            </a:extLst>
          </p:cNvPr>
          <p:cNvSpPr>
            <a:spLocks noGrp="1"/>
          </p:cNvSpPr>
          <p:nvPr/>
        </p:nvSpPr>
        <p:spPr>
          <a:xfrm>
            <a:off x="11562904" y="4177754"/>
            <a:ext cx="178191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148" name="!!source-2-dom-5-13-1-5-0-text-0">
            <a:extLst>
              <a:ext uri="{FF2B5EF4-FFF2-40B4-BE49-F238E27FC236}">
                <a16:creationId xmlns:a16="http://schemas.microsoft.com/office/drawing/2014/main" id="{80C8FB1D-CEF2-4A05-A373-343559C682FB}"/>
              </a:ext>
            </a:extLst>
          </p:cNvPr>
          <p:cNvSpPr>
            <a:spLocks noGrp="1"/>
          </p:cNvSpPr>
          <p:nvPr/>
        </p:nvSpPr>
        <p:spPr>
          <a:xfrm>
            <a:off x="11760696" y="4644479"/>
            <a:ext cx="138648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Cascaded</a:t>
            </a:r>
          </a:p>
        </p:txBody>
      </p:sp>
      <p:sp>
        <p:nvSpPr>
          <p:cNvPr id="149" name="!!source-2-dom-5-13-1-5-0-text-1">
            <a:extLst>
              <a:ext uri="{FF2B5EF4-FFF2-40B4-BE49-F238E27FC236}">
                <a16:creationId xmlns:a16="http://schemas.microsoft.com/office/drawing/2014/main" id="{46AEE51E-6639-4E54-9CCC-01EEDAE53ADF}"/>
              </a:ext>
            </a:extLst>
          </p:cNvPr>
          <p:cNvSpPr>
            <a:spLocks noGrp="1"/>
          </p:cNvSpPr>
          <p:nvPr/>
        </p:nvSpPr>
        <p:spPr>
          <a:xfrm>
            <a:off x="11674227" y="4977854"/>
            <a:ext cx="155942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dispensing</a:t>
            </a:r>
          </a:p>
        </p:txBody>
      </p:sp>
      <p:sp>
        <p:nvSpPr>
          <p:cNvPr id="150" name="!!source-2-dom-5-13-1-7-0-0-text-0">
            <a:extLst>
              <a:ext uri="{FF2B5EF4-FFF2-40B4-BE49-F238E27FC236}">
                <a16:creationId xmlns:a16="http://schemas.microsoft.com/office/drawing/2014/main" id="{FA03ABD1-70EC-4E1A-8736-62F2355F8BDF}"/>
              </a:ext>
            </a:extLst>
          </p:cNvPr>
          <p:cNvSpPr>
            <a:spLocks noGrp="1"/>
          </p:cNvSpPr>
          <p:nvPr/>
        </p:nvSpPr>
        <p:spPr>
          <a:xfrm>
            <a:off x="11980962" y="5501730"/>
            <a:ext cx="94580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tanks in</a:t>
            </a:r>
          </a:p>
        </p:txBody>
      </p:sp>
      <p:sp>
        <p:nvSpPr>
          <p:cNvPr id="151" name="!!source-2-dom-5-13-1-7-0-0-text-1">
            <a:extLst>
              <a:ext uri="{FF2B5EF4-FFF2-40B4-BE49-F238E27FC236}">
                <a16:creationId xmlns:a16="http://schemas.microsoft.com/office/drawing/2014/main" id="{F79886F1-C372-4E8D-9219-4191CE8C0CE9}"/>
              </a:ext>
            </a:extLst>
          </p:cNvPr>
          <p:cNvSpPr>
            <a:spLocks noGrp="1"/>
          </p:cNvSpPr>
          <p:nvPr/>
        </p:nvSpPr>
        <p:spPr>
          <a:xfrm>
            <a:off x="11872317" y="5787480"/>
            <a:ext cx="11632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sequence</a:t>
            </a:r>
          </a:p>
        </p:txBody>
      </p:sp>
      <p:sp>
        <p:nvSpPr>
          <p:cNvPr id="152" name="!!source-2-dom-5-13-1-7-1-0-text-0">
            <a:extLst>
              <a:ext uri="{FF2B5EF4-FFF2-40B4-BE49-F238E27FC236}">
                <a16:creationId xmlns:a16="http://schemas.microsoft.com/office/drawing/2014/main" id="{31D44660-F7A0-4382-8D3E-71AA6BBAC829}"/>
              </a:ext>
            </a:extLst>
          </p:cNvPr>
          <p:cNvSpPr>
            <a:spLocks noGrp="1"/>
          </p:cNvSpPr>
          <p:nvPr/>
        </p:nvSpPr>
        <p:spPr>
          <a:xfrm>
            <a:off x="11860560" y="6149429"/>
            <a:ext cx="118675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filling and</a:t>
            </a:r>
          </a:p>
        </p:txBody>
      </p:sp>
      <p:sp>
        <p:nvSpPr>
          <p:cNvPr id="153" name="!!source-2-dom-5-13-1-7-1-0-text-1">
            <a:extLst>
              <a:ext uri="{FF2B5EF4-FFF2-40B4-BE49-F238E27FC236}">
                <a16:creationId xmlns:a16="http://schemas.microsoft.com/office/drawing/2014/main" id="{A0CE3519-8119-44EA-A943-90F6E1CF55F4}"/>
              </a:ext>
            </a:extLst>
          </p:cNvPr>
          <p:cNvSpPr>
            <a:spLocks noGrp="1"/>
          </p:cNvSpPr>
          <p:nvPr/>
        </p:nvSpPr>
        <p:spPr>
          <a:xfrm>
            <a:off x="11884223" y="6435179"/>
            <a:ext cx="113927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refuelling</a:t>
            </a:r>
          </a:p>
        </p:txBody>
      </p:sp>
      <p:sp>
        <p:nvSpPr>
          <p:cNvPr id="154" name="!!source-2-dom-5-13-3-1-0-fill">
            <a:extLst>
              <a:ext uri="{FF2B5EF4-FFF2-40B4-BE49-F238E27FC236}">
                <a16:creationId xmlns:a16="http://schemas.microsoft.com/office/drawing/2014/main" id="{156E43BB-D2DE-4833-AD14-CDF82C24496D}"/>
              </a:ext>
            </a:extLst>
          </p:cNvPr>
          <p:cNvSpPr>
            <a:spLocks noGrp="1"/>
          </p:cNvSpPr>
          <p:nvPr/>
        </p:nvSpPr>
        <p:spPr>
          <a:xfrm>
            <a:off x="7953375" y="2800350"/>
            <a:ext cx="495301" cy="4953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2-dom-5-13-3-1-0-0-text-0">
            <a:extLst>
              <a:ext uri="{FF2B5EF4-FFF2-40B4-BE49-F238E27FC236}">
                <a16:creationId xmlns:a16="http://schemas.microsoft.com/office/drawing/2014/main" id="{CDEA11EF-824E-4278-95B9-6286C7679B15}"/>
              </a:ext>
            </a:extLst>
          </p:cNvPr>
          <p:cNvSpPr>
            <a:spLocks noGrp="1"/>
          </p:cNvSpPr>
          <p:nvPr/>
        </p:nvSpPr>
        <p:spPr>
          <a:xfrm>
            <a:off x="8109049" y="2886075"/>
            <a:ext cx="2314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56" name="!!source-2-dom-5-13-3-1-1-0-0-text-0">
            <a:extLst>
              <a:ext uri="{FF2B5EF4-FFF2-40B4-BE49-F238E27FC236}">
                <a16:creationId xmlns:a16="http://schemas.microsoft.com/office/drawing/2014/main" id="{D68DA73C-A7DA-4ECB-B95D-9C2653B43808}"/>
              </a:ext>
            </a:extLst>
          </p:cNvPr>
          <p:cNvSpPr>
            <a:spLocks noGrp="1"/>
          </p:cNvSpPr>
          <p:nvPr/>
        </p:nvSpPr>
        <p:spPr>
          <a:xfrm>
            <a:off x="8620125" y="2724150"/>
            <a:ext cx="338956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 dirty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Cascaded </a:t>
            </a:r>
            <a:r>
              <a:rPr lang="es-ES" sz="2400" b="0" i="0" spc="-6" dirty="0" err="1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refuelling</a:t>
            </a:r>
            <a:endParaRPr sz="2400" b="0" i="0" spc="-6" dirty="0">
              <a:solidFill>
                <a:srgbClr val="4E2E1A">
                  <a:alpha val="100000"/>
                </a:srgbClr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57" name="!!source-2-dom-5-13-3-1-1-1-0-text-0">
            <a:extLst>
              <a:ext uri="{FF2B5EF4-FFF2-40B4-BE49-F238E27FC236}">
                <a16:creationId xmlns:a16="http://schemas.microsoft.com/office/drawing/2014/main" id="{10EE8B2F-BF19-4FA4-AC9D-AE2D75A50CBC}"/>
              </a:ext>
            </a:extLst>
          </p:cNvPr>
          <p:cNvSpPr>
            <a:spLocks noGrp="1"/>
          </p:cNvSpPr>
          <p:nvPr/>
        </p:nvSpPr>
        <p:spPr>
          <a:xfrm>
            <a:off x="8620125" y="3095625"/>
            <a:ext cx="438269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tanks opened in order, no compressor</a:t>
            </a:r>
          </a:p>
        </p:txBody>
      </p:sp>
      <p:sp>
        <p:nvSpPr>
          <p:cNvPr id="158" name="!!source-2-dom-5-13-3-3-0-0-0-fill">
            <a:extLst>
              <a:ext uri="{FF2B5EF4-FFF2-40B4-BE49-F238E27FC236}">
                <a16:creationId xmlns:a16="http://schemas.microsoft.com/office/drawing/2014/main" id="{4F6D318B-BB56-4AF0-92FA-039CF377608F}"/>
              </a:ext>
            </a:extLst>
          </p:cNvPr>
          <p:cNvSpPr>
            <a:spLocks noGrp="1"/>
          </p:cNvSpPr>
          <p:nvPr/>
        </p:nvSpPr>
        <p:spPr>
          <a:xfrm>
            <a:off x="7953375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9" name="!!source-2-dom-5-13-3-3-0-0-0-outline">
            <a:extLst>
              <a:ext uri="{FF2B5EF4-FFF2-40B4-BE49-F238E27FC236}">
                <a16:creationId xmlns:a16="http://schemas.microsoft.com/office/drawing/2014/main" id="{F67BA4CF-9AFF-41AF-8BD3-0C253614E13E}"/>
              </a:ext>
            </a:extLst>
          </p:cNvPr>
          <p:cNvSpPr>
            <a:spLocks noGrp="1"/>
          </p:cNvSpPr>
          <p:nvPr/>
        </p:nvSpPr>
        <p:spPr>
          <a:xfrm>
            <a:off x="7967662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0" name="!!source-2-dom-5-13-3-3-0-0-0-0-fill">
            <a:extLst>
              <a:ext uri="{FF2B5EF4-FFF2-40B4-BE49-F238E27FC236}">
                <a16:creationId xmlns:a16="http://schemas.microsoft.com/office/drawing/2014/main" id="{5F8199E3-B7E3-4FC3-B775-6AEB2D83835E}"/>
              </a:ext>
            </a:extLst>
          </p:cNvPr>
          <p:cNvSpPr>
            <a:spLocks noGrp="1"/>
          </p:cNvSpPr>
          <p:nvPr/>
        </p:nvSpPr>
        <p:spPr>
          <a:xfrm>
            <a:off x="7981950" y="5060305"/>
            <a:ext cx="666750" cy="514350"/>
          </a:xfrm>
          <a:custGeom>
            <a:avLst/>
            <a:gdLst/>
            <a:ahLst/>
            <a:cxnLst/>
            <a:rect l="0" t="0" r="0" b="0"/>
            <a:pathLst>
              <a:path w="666750" h="514350">
                <a:moveTo>
                  <a:pt x="0" y="0"/>
                </a:moveTo>
                <a:lnTo>
                  <a:pt x="666750" y="0"/>
                </a:lnTo>
                <a:lnTo>
                  <a:pt x="666750" y="409575"/>
                </a:lnTo>
                <a:lnTo>
                  <a:pt x="664737" y="430016"/>
                </a:lnTo>
                <a:lnTo>
                  <a:pt x="658774" y="449671"/>
                </a:lnTo>
                <a:lnTo>
                  <a:pt x="649092" y="467785"/>
                </a:lnTo>
                <a:lnTo>
                  <a:pt x="636062" y="483662"/>
                </a:lnTo>
                <a:lnTo>
                  <a:pt x="620185" y="496692"/>
                </a:lnTo>
                <a:lnTo>
                  <a:pt x="602070" y="506375"/>
                </a:lnTo>
                <a:lnTo>
                  <a:pt x="582415" y="512337"/>
                </a:lnTo>
                <a:lnTo>
                  <a:pt x="561975" y="514350"/>
                </a:lnTo>
                <a:lnTo>
                  <a:pt x="104775" y="514350"/>
                </a:lnTo>
                <a:lnTo>
                  <a:pt x="84334" y="512337"/>
                </a:lnTo>
                <a:lnTo>
                  <a:pt x="64679" y="506375"/>
                </a:lnTo>
                <a:lnTo>
                  <a:pt x="46565" y="496692"/>
                </a:lnTo>
                <a:lnTo>
                  <a:pt x="30688" y="483662"/>
                </a:lnTo>
                <a:lnTo>
                  <a:pt x="17658" y="467785"/>
                </a:lnTo>
                <a:lnTo>
                  <a:pt x="7976" y="449671"/>
                </a:lnTo>
                <a:lnTo>
                  <a:pt x="2013" y="430016"/>
                </a:lnTo>
                <a:lnTo>
                  <a:pt x="0" y="409575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1" name="!!source-2-dom-5-13-3-3-0-0-1-0-text-0">
            <a:extLst>
              <a:ext uri="{FF2B5EF4-FFF2-40B4-BE49-F238E27FC236}">
                <a16:creationId xmlns:a16="http://schemas.microsoft.com/office/drawing/2014/main" id="{4F6EE9DB-CB38-4B06-BD59-CE1F29AE5813}"/>
              </a:ext>
            </a:extLst>
          </p:cNvPr>
          <p:cNvSpPr>
            <a:spLocks noGrp="1"/>
          </p:cNvSpPr>
          <p:nvPr/>
        </p:nvSpPr>
        <p:spPr>
          <a:xfrm>
            <a:off x="8151763" y="5679430"/>
            <a:ext cx="374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1st</a:t>
            </a:r>
          </a:p>
        </p:txBody>
      </p:sp>
      <p:sp>
        <p:nvSpPr>
          <p:cNvPr id="162" name="!!source-2-dom-5-13-3-3-0-1-0-fill">
            <a:extLst>
              <a:ext uri="{FF2B5EF4-FFF2-40B4-BE49-F238E27FC236}">
                <a16:creationId xmlns:a16="http://schemas.microsoft.com/office/drawing/2014/main" id="{FDD238D4-5079-47B3-B2B0-6DF777DB61AF}"/>
              </a:ext>
            </a:extLst>
          </p:cNvPr>
          <p:cNvSpPr>
            <a:spLocks noGrp="1"/>
          </p:cNvSpPr>
          <p:nvPr/>
        </p:nvSpPr>
        <p:spPr>
          <a:xfrm>
            <a:off x="8848725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3" name="!!source-2-dom-5-13-3-3-0-1-0-outline">
            <a:extLst>
              <a:ext uri="{FF2B5EF4-FFF2-40B4-BE49-F238E27FC236}">
                <a16:creationId xmlns:a16="http://schemas.microsoft.com/office/drawing/2014/main" id="{77DC676E-FB6B-4449-80D0-2E849F5DA5FB}"/>
              </a:ext>
            </a:extLst>
          </p:cNvPr>
          <p:cNvSpPr>
            <a:spLocks noGrp="1"/>
          </p:cNvSpPr>
          <p:nvPr/>
        </p:nvSpPr>
        <p:spPr>
          <a:xfrm>
            <a:off x="8863012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4" name="!!source-2-dom-5-13-3-3-0-1-0-0-fill">
            <a:extLst>
              <a:ext uri="{FF2B5EF4-FFF2-40B4-BE49-F238E27FC236}">
                <a16:creationId xmlns:a16="http://schemas.microsoft.com/office/drawing/2014/main" id="{F27ED69D-D6E6-4474-8671-86C49BF354C6}"/>
              </a:ext>
            </a:extLst>
          </p:cNvPr>
          <p:cNvSpPr>
            <a:spLocks noGrp="1"/>
          </p:cNvSpPr>
          <p:nvPr/>
        </p:nvSpPr>
        <p:spPr>
          <a:xfrm>
            <a:off x="8877300" y="4774555"/>
            <a:ext cx="666749" cy="800100"/>
          </a:xfrm>
          <a:custGeom>
            <a:avLst/>
            <a:gdLst/>
            <a:ahLst/>
            <a:cxnLst/>
            <a:rect l="0" t="0" r="0" b="0"/>
            <a:pathLst>
              <a:path w="666749" h="800100">
                <a:moveTo>
                  <a:pt x="0" y="0"/>
                </a:moveTo>
                <a:lnTo>
                  <a:pt x="666749" y="0"/>
                </a:lnTo>
                <a:lnTo>
                  <a:pt x="666749" y="695325"/>
                </a:lnTo>
                <a:lnTo>
                  <a:pt x="664736" y="715766"/>
                </a:lnTo>
                <a:lnTo>
                  <a:pt x="658774" y="735421"/>
                </a:lnTo>
                <a:lnTo>
                  <a:pt x="649091" y="753535"/>
                </a:lnTo>
                <a:lnTo>
                  <a:pt x="636061" y="769412"/>
                </a:lnTo>
                <a:lnTo>
                  <a:pt x="620184" y="782442"/>
                </a:lnTo>
                <a:lnTo>
                  <a:pt x="602070" y="792124"/>
                </a:lnTo>
                <a:lnTo>
                  <a:pt x="582415" y="798087"/>
                </a:lnTo>
                <a:lnTo>
                  <a:pt x="561974" y="800100"/>
                </a:lnTo>
                <a:lnTo>
                  <a:pt x="104775" y="800100"/>
                </a:lnTo>
                <a:lnTo>
                  <a:pt x="84334" y="798087"/>
                </a:lnTo>
                <a:lnTo>
                  <a:pt x="64679" y="792124"/>
                </a:lnTo>
                <a:lnTo>
                  <a:pt x="46565" y="782442"/>
                </a:lnTo>
                <a:lnTo>
                  <a:pt x="30688" y="769412"/>
                </a:lnTo>
                <a:lnTo>
                  <a:pt x="17658" y="753535"/>
                </a:lnTo>
                <a:lnTo>
                  <a:pt x="7976" y="735421"/>
                </a:lnTo>
                <a:lnTo>
                  <a:pt x="2013" y="715766"/>
                </a:lnTo>
                <a:lnTo>
                  <a:pt x="0" y="695325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5" name="!!source-2-dom-5-13-3-3-0-1-1-0-text-0">
            <a:extLst>
              <a:ext uri="{FF2B5EF4-FFF2-40B4-BE49-F238E27FC236}">
                <a16:creationId xmlns:a16="http://schemas.microsoft.com/office/drawing/2014/main" id="{62AFB584-848C-4C3F-9AEB-12942A134300}"/>
              </a:ext>
            </a:extLst>
          </p:cNvPr>
          <p:cNvSpPr>
            <a:spLocks noGrp="1"/>
          </p:cNvSpPr>
          <p:nvPr/>
        </p:nvSpPr>
        <p:spPr>
          <a:xfrm>
            <a:off x="8968532" y="5679430"/>
            <a:ext cx="53191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2nd</a:t>
            </a:r>
          </a:p>
        </p:txBody>
      </p:sp>
      <p:sp>
        <p:nvSpPr>
          <p:cNvPr id="166" name="!!source-2-dom-5-13-3-3-0-2-0-fill">
            <a:extLst>
              <a:ext uri="{FF2B5EF4-FFF2-40B4-BE49-F238E27FC236}">
                <a16:creationId xmlns:a16="http://schemas.microsoft.com/office/drawing/2014/main" id="{1717103C-D0B1-48E3-956D-4BA7383FAE55}"/>
              </a:ext>
            </a:extLst>
          </p:cNvPr>
          <p:cNvSpPr>
            <a:spLocks noGrp="1"/>
          </p:cNvSpPr>
          <p:nvPr/>
        </p:nvSpPr>
        <p:spPr>
          <a:xfrm>
            <a:off x="9744076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7" name="!!source-2-dom-5-13-3-3-0-2-0-outline">
            <a:extLst>
              <a:ext uri="{FF2B5EF4-FFF2-40B4-BE49-F238E27FC236}">
                <a16:creationId xmlns:a16="http://schemas.microsoft.com/office/drawing/2014/main" id="{CA4619DF-021A-4944-8094-14956C84FE9C}"/>
              </a:ext>
            </a:extLst>
          </p:cNvPr>
          <p:cNvSpPr>
            <a:spLocks noGrp="1"/>
          </p:cNvSpPr>
          <p:nvPr/>
        </p:nvSpPr>
        <p:spPr>
          <a:xfrm>
            <a:off x="9758363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8" name="!!source-2-dom-5-13-3-3-0-2-0-0-fill">
            <a:extLst>
              <a:ext uri="{FF2B5EF4-FFF2-40B4-BE49-F238E27FC236}">
                <a16:creationId xmlns:a16="http://schemas.microsoft.com/office/drawing/2014/main" id="{3C683DC4-BF33-4479-B9A0-393FA7E65E6D}"/>
              </a:ext>
            </a:extLst>
          </p:cNvPr>
          <p:cNvSpPr>
            <a:spLocks noGrp="1"/>
          </p:cNvSpPr>
          <p:nvPr/>
        </p:nvSpPr>
        <p:spPr>
          <a:xfrm>
            <a:off x="9772650" y="4488805"/>
            <a:ext cx="666750" cy="1085850"/>
          </a:xfrm>
          <a:custGeom>
            <a:avLst/>
            <a:gdLst/>
            <a:ahLst/>
            <a:cxnLst/>
            <a:rect l="0" t="0" r="0" b="0"/>
            <a:pathLst>
              <a:path w="666750" h="1085850">
                <a:moveTo>
                  <a:pt x="0" y="0"/>
                </a:moveTo>
                <a:lnTo>
                  <a:pt x="666750" y="0"/>
                </a:lnTo>
                <a:lnTo>
                  <a:pt x="666750" y="981075"/>
                </a:lnTo>
                <a:lnTo>
                  <a:pt x="664737" y="1001516"/>
                </a:lnTo>
                <a:lnTo>
                  <a:pt x="658775" y="1021171"/>
                </a:lnTo>
                <a:lnTo>
                  <a:pt x="649093" y="1039285"/>
                </a:lnTo>
                <a:lnTo>
                  <a:pt x="636063" y="1055162"/>
                </a:lnTo>
                <a:lnTo>
                  <a:pt x="620185" y="1068192"/>
                </a:lnTo>
                <a:lnTo>
                  <a:pt x="602071" y="1077874"/>
                </a:lnTo>
                <a:lnTo>
                  <a:pt x="582416" y="1083837"/>
                </a:lnTo>
                <a:lnTo>
                  <a:pt x="561975" y="1085850"/>
                </a:lnTo>
                <a:lnTo>
                  <a:pt x="104775" y="1085850"/>
                </a:lnTo>
                <a:lnTo>
                  <a:pt x="84334" y="1083837"/>
                </a:lnTo>
                <a:lnTo>
                  <a:pt x="64679" y="1077874"/>
                </a:lnTo>
                <a:lnTo>
                  <a:pt x="46565" y="1068192"/>
                </a:lnTo>
                <a:lnTo>
                  <a:pt x="30688" y="1055162"/>
                </a:lnTo>
                <a:lnTo>
                  <a:pt x="17658" y="1039285"/>
                </a:lnTo>
                <a:lnTo>
                  <a:pt x="7976" y="1021171"/>
                </a:lnTo>
                <a:lnTo>
                  <a:pt x="2013" y="1001516"/>
                </a:lnTo>
                <a:lnTo>
                  <a:pt x="0" y="981075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9" name="!!source-2-dom-5-13-3-3-0-2-1-0-text-0">
            <a:extLst>
              <a:ext uri="{FF2B5EF4-FFF2-40B4-BE49-F238E27FC236}">
                <a16:creationId xmlns:a16="http://schemas.microsoft.com/office/drawing/2014/main" id="{813957CC-2499-477D-BD05-8BD7A7099181}"/>
              </a:ext>
            </a:extLst>
          </p:cNvPr>
          <p:cNvSpPr>
            <a:spLocks noGrp="1"/>
          </p:cNvSpPr>
          <p:nvPr/>
        </p:nvSpPr>
        <p:spPr>
          <a:xfrm>
            <a:off x="9898113" y="5679430"/>
            <a:ext cx="46345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3rd</a:t>
            </a:r>
          </a:p>
        </p:txBody>
      </p:sp>
      <p:sp>
        <p:nvSpPr>
          <p:cNvPr id="170" name="!!source-2-dom-5-13-3-3-1-0-fill">
            <a:extLst>
              <a:ext uri="{FF2B5EF4-FFF2-40B4-BE49-F238E27FC236}">
                <a16:creationId xmlns:a16="http://schemas.microsoft.com/office/drawing/2014/main" id="{99AF98E0-9751-46A0-9854-D3E7CBE0140A}"/>
              </a:ext>
            </a:extLst>
          </p:cNvPr>
          <p:cNvSpPr>
            <a:spLocks noGrp="1"/>
          </p:cNvSpPr>
          <p:nvPr/>
        </p:nvSpPr>
        <p:spPr>
          <a:xfrm>
            <a:off x="10467976" y="5174605"/>
            <a:ext cx="494555" cy="38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1" name="!!source-2-dom-5-13-3-3-1-1-border-Top">
            <a:extLst>
              <a:ext uri="{FF2B5EF4-FFF2-40B4-BE49-F238E27FC236}">
                <a16:creationId xmlns:a16="http://schemas.microsoft.com/office/drawing/2014/main" id="{49C226EB-45C4-4D95-B660-143439F93335}"/>
              </a:ext>
            </a:extLst>
          </p:cNvPr>
          <p:cNvSpPr>
            <a:spLocks noGrp="1"/>
          </p:cNvSpPr>
          <p:nvPr/>
        </p:nvSpPr>
        <p:spPr>
          <a:xfrm>
            <a:off x="1096253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2" name="!!source-2-dom-5-13-3-3-1-1-border-Bottom">
            <a:extLst>
              <a:ext uri="{FF2B5EF4-FFF2-40B4-BE49-F238E27FC236}">
                <a16:creationId xmlns:a16="http://schemas.microsoft.com/office/drawing/2014/main" id="{64A7DF12-3AB0-4C66-A93C-A9B1319B265F}"/>
              </a:ext>
            </a:extLst>
          </p:cNvPr>
          <p:cNvSpPr>
            <a:spLocks noGrp="1"/>
          </p:cNvSpPr>
          <p:nvPr/>
        </p:nvSpPr>
        <p:spPr>
          <a:xfrm>
            <a:off x="1096253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3" name="!!source-2-dom-5-13-3-3-1-1-border-Left">
            <a:extLst>
              <a:ext uri="{FF2B5EF4-FFF2-40B4-BE49-F238E27FC236}">
                <a16:creationId xmlns:a16="http://schemas.microsoft.com/office/drawing/2014/main" id="{42A8F453-A53E-4F63-A938-7650AED14CBA}"/>
              </a:ext>
            </a:extLst>
          </p:cNvPr>
          <p:cNvSpPr>
            <a:spLocks noGrp="1"/>
          </p:cNvSpPr>
          <p:nvPr/>
        </p:nvSpPr>
        <p:spPr>
          <a:xfrm>
            <a:off x="1096253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4" name="!!source-2-dom-5-13-3-3-2-fill">
            <a:extLst>
              <a:ext uri="{FF2B5EF4-FFF2-40B4-BE49-F238E27FC236}">
                <a16:creationId xmlns:a16="http://schemas.microsoft.com/office/drawing/2014/main" id="{24B0A5A6-0B78-4E86-BD1B-77DFDDDC026E}"/>
              </a:ext>
            </a:extLst>
          </p:cNvPr>
          <p:cNvSpPr>
            <a:spLocks noGrp="1"/>
          </p:cNvSpPr>
          <p:nvPr/>
        </p:nvSpPr>
        <p:spPr>
          <a:xfrm>
            <a:off x="11114931" y="4731693"/>
            <a:ext cx="2182565" cy="923925"/>
          </a:xfrm>
          <a:prstGeom prst="rect">
            <a:avLst/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5" name="!!source-2-dom-5-13-3-3-2-outline">
            <a:extLst>
              <a:ext uri="{FF2B5EF4-FFF2-40B4-BE49-F238E27FC236}">
                <a16:creationId xmlns:a16="http://schemas.microsoft.com/office/drawing/2014/main" id="{855620BA-6BE8-44CC-95BB-D5DDE3582AF9}"/>
              </a:ext>
            </a:extLst>
          </p:cNvPr>
          <p:cNvSpPr>
            <a:spLocks noGrp="1"/>
          </p:cNvSpPr>
          <p:nvPr/>
        </p:nvSpPr>
        <p:spPr>
          <a:xfrm>
            <a:off x="11129218" y="4745980"/>
            <a:ext cx="2153990" cy="895350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6" name="!!source-2-dom-5-13-3-3-2-0-0-text-0">
            <a:extLst>
              <a:ext uri="{FF2B5EF4-FFF2-40B4-BE49-F238E27FC236}">
                <a16:creationId xmlns:a16="http://schemas.microsoft.com/office/drawing/2014/main" id="{70C8F41D-CEF9-4797-AC3A-60ABB934EDD6}"/>
              </a:ext>
            </a:extLst>
          </p:cNvPr>
          <p:cNvSpPr>
            <a:spLocks noGrp="1"/>
          </p:cNvSpPr>
          <p:nvPr/>
        </p:nvSpPr>
        <p:spPr>
          <a:xfrm>
            <a:off x="11515428" y="4874568"/>
            <a:ext cx="1429196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Dispenser</a:t>
            </a:r>
          </a:p>
        </p:txBody>
      </p:sp>
      <p:sp>
        <p:nvSpPr>
          <p:cNvPr id="177" name="!!source-2-dom-5-13-3-3-2-1-0-text-0">
            <a:extLst>
              <a:ext uri="{FF2B5EF4-FFF2-40B4-BE49-F238E27FC236}">
                <a16:creationId xmlns:a16="http://schemas.microsoft.com/office/drawing/2014/main" id="{1FF87F6C-8854-4C70-B89E-275798DA3AB5}"/>
              </a:ext>
            </a:extLst>
          </p:cNvPr>
          <p:cNvSpPr>
            <a:spLocks noGrp="1"/>
          </p:cNvSpPr>
          <p:nvPr/>
        </p:nvSpPr>
        <p:spPr>
          <a:xfrm>
            <a:off x="11314956" y="5236518"/>
            <a:ext cx="18301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gradient-driven</a:t>
            </a:r>
          </a:p>
        </p:txBody>
      </p:sp>
      <p:sp>
        <p:nvSpPr>
          <p:cNvPr id="178" name="!!source-2-dom-5-13-3-3-3-0-fill">
            <a:extLst>
              <a:ext uri="{FF2B5EF4-FFF2-40B4-BE49-F238E27FC236}">
                <a16:creationId xmlns:a16="http://schemas.microsoft.com/office/drawing/2014/main" id="{C8F1F005-8195-48A3-BEF6-8B4642191816}"/>
              </a:ext>
            </a:extLst>
          </p:cNvPr>
          <p:cNvSpPr>
            <a:spLocks noGrp="1"/>
          </p:cNvSpPr>
          <p:nvPr/>
        </p:nvSpPr>
        <p:spPr>
          <a:xfrm>
            <a:off x="13297496" y="5174605"/>
            <a:ext cx="494704" cy="3810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9" name="!!source-2-dom-5-13-3-3-3-1-border-Top">
            <a:extLst>
              <a:ext uri="{FF2B5EF4-FFF2-40B4-BE49-F238E27FC236}">
                <a16:creationId xmlns:a16="http://schemas.microsoft.com/office/drawing/2014/main" id="{629535F7-F0F3-4632-9BDB-104D03DCEBB2}"/>
              </a:ext>
            </a:extLst>
          </p:cNvPr>
          <p:cNvSpPr>
            <a:spLocks noGrp="1"/>
          </p:cNvSpPr>
          <p:nvPr/>
        </p:nvSpPr>
        <p:spPr>
          <a:xfrm>
            <a:off x="13792200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0" name="!!source-2-dom-5-13-3-3-3-1-border-Bottom">
            <a:extLst>
              <a:ext uri="{FF2B5EF4-FFF2-40B4-BE49-F238E27FC236}">
                <a16:creationId xmlns:a16="http://schemas.microsoft.com/office/drawing/2014/main" id="{390BE6F4-1B0A-48D8-9002-9041644C65FB}"/>
              </a:ext>
            </a:extLst>
          </p:cNvPr>
          <p:cNvSpPr>
            <a:spLocks noGrp="1"/>
          </p:cNvSpPr>
          <p:nvPr/>
        </p:nvSpPr>
        <p:spPr>
          <a:xfrm>
            <a:off x="13792200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1" name="!!source-2-dom-5-13-3-3-3-1-border-Left">
            <a:extLst>
              <a:ext uri="{FF2B5EF4-FFF2-40B4-BE49-F238E27FC236}">
                <a16:creationId xmlns:a16="http://schemas.microsoft.com/office/drawing/2014/main" id="{76EEBABB-F937-4C75-835B-C133B4D9E797}"/>
              </a:ext>
            </a:extLst>
          </p:cNvPr>
          <p:cNvSpPr>
            <a:spLocks noGrp="1"/>
          </p:cNvSpPr>
          <p:nvPr/>
        </p:nvSpPr>
        <p:spPr>
          <a:xfrm>
            <a:off x="13792200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2" name="!!source-2-dom-5-13-3-3-4-outline">
            <a:extLst>
              <a:ext uri="{FF2B5EF4-FFF2-40B4-BE49-F238E27FC236}">
                <a16:creationId xmlns:a16="http://schemas.microsoft.com/office/drawing/2014/main" id="{DD25952C-8E58-4C95-B0A7-5D0F889A2EBC}"/>
              </a:ext>
            </a:extLst>
          </p:cNvPr>
          <p:cNvSpPr>
            <a:spLocks noGrp="1"/>
          </p:cNvSpPr>
          <p:nvPr/>
        </p:nvSpPr>
        <p:spPr>
          <a:xfrm>
            <a:off x="13958888" y="4745980"/>
            <a:ext cx="2990850" cy="895350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3" name="!!source-2-dom-5-13-3-3-4-0-0-text-0">
            <a:extLst>
              <a:ext uri="{FF2B5EF4-FFF2-40B4-BE49-F238E27FC236}">
                <a16:creationId xmlns:a16="http://schemas.microsoft.com/office/drawing/2014/main" id="{2750A324-C9F0-4E33-8A32-00FC75F34801}"/>
              </a:ext>
            </a:extLst>
          </p:cNvPr>
          <p:cNvSpPr>
            <a:spLocks noGrp="1"/>
          </p:cNvSpPr>
          <p:nvPr/>
        </p:nvSpPr>
        <p:spPr>
          <a:xfrm>
            <a:off x="14953208" y="4874568"/>
            <a:ext cx="1049686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184" name="!!source-2-dom-5-13-3-3-4-1-0-text-0">
            <a:extLst>
              <a:ext uri="{FF2B5EF4-FFF2-40B4-BE49-F238E27FC236}">
                <a16:creationId xmlns:a16="http://schemas.microsoft.com/office/drawing/2014/main" id="{57B0DAF1-AC4A-4492-8CED-310926C619B0}"/>
              </a:ext>
            </a:extLst>
          </p:cNvPr>
          <p:cNvSpPr>
            <a:spLocks noGrp="1"/>
          </p:cNvSpPr>
          <p:nvPr/>
        </p:nvSpPr>
        <p:spPr>
          <a:xfrm>
            <a:off x="14144625" y="5236518"/>
            <a:ext cx="2667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pressure rises stepwise</a:t>
            </a:r>
          </a:p>
        </p:txBody>
      </p:sp>
      <p:sp>
        <p:nvSpPr>
          <p:cNvPr id="185" name="!!source-2-dom-5-13-3-5-0-text-0">
            <a:extLst>
              <a:ext uri="{FF2B5EF4-FFF2-40B4-BE49-F238E27FC236}">
                <a16:creationId xmlns:a16="http://schemas.microsoft.com/office/drawing/2014/main" id="{4533F305-56C4-4C80-AA38-75F831A4CE11}"/>
              </a:ext>
            </a:extLst>
          </p:cNvPr>
          <p:cNvSpPr>
            <a:spLocks noGrp="1"/>
          </p:cNvSpPr>
          <p:nvPr/>
        </p:nvSpPr>
        <p:spPr>
          <a:xfrm>
            <a:off x="7953375" y="7034510"/>
            <a:ext cx="523473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Order matters, in filling and in refuelling.</a:t>
            </a:r>
          </a:p>
        </p:txBody>
      </p:sp>
      <p:sp>
        <p:nvSpPr>
          <p:cNvPr id="186" name="!!source-2-dom-7-1-outline">
            <a:extLst>
              <a:ext uri="{FF2B5EF4-FFF2-40B4-BE49-F238E27FC236}">
                <a16:creationId xmlns:a16="http://schemas.microsoft.com/office/drawing/2014/main" id="{DD8BAD08-4AB1-4B2D-8C00-A779C17D12DC}"/>
              </a:ext>
            </a:extLst>
          </p:cNvPr>
          <p:cNvSpPr>
            <a:spLocks noGrp="1"/>
          </p:cNvSpPr>
          <p:nvPr/>
        </p:nvSpPr>
        <p:spPr>
          <a:xfrm>
            <a:off x="1062037" y="7973467"/>
            <a:ext cx="3529161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7" name="!!source-2-dom-7-1-0-text-0">
            <a:extLst>
              <a:ext uri="{FF2B5EF4-FFF2-40B4-BE49-F238E27FC236}">
                <a16:creationId xmlns:a16="http://schemas.microsoft.com/office/drawing/2014/main" id="{C6006CD8-4161-4D75-BDFE-DF8B1DCA3700}"/>
              </a:ext>
            </a:extLst>
          </p:cNvPr>
          <p:cNvSpPr>
            <a:spLocks noGrp="1"/>
          </p:cNvSpPr>
          <p:nvPr/>
        </p:nvSpPr>
        <p:spPr>
          <a:xfrm>
            <a:off x="1304925" y="8102054"/>
            <a:ext cx="309101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Source: which, when?</a:t>
            </a:r>
          </a:p>
        </p:txBody>
      </p:sp>
      <p:sp>
        <p:nvSpPr>
          <p:cNvPr id="188" name="!!source-2-dom-7-3-outline">
            <a:extLst>
              <a:ext uri="{FF2B5EF4-FFF2-40B4-BE49-F238E27FC236}">
                <a16:creationId xmlns:a16="http://schemas.microsoft.com/office/drawing/2014/main" id="{84699764-1592-492A-8C2F-1D591950E963}"/>
              </a:ext>
            </a:extLst>
          </p:cNvPr>
          <p:cNvSpPr>
            <a:spLocks noGrp="1"/>
          </p:cNvSpPr>
          <p:nvPr/>
        </p:nvSpPr>
        <p:spPr>
          <a:xfrm>
            <a:off x="4848374" y="7973467"/>
            <a:ext cx="4667993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9" name="!!source-2-dom-7-3-0-text-0">
            <a:extLst>
              <a:ext uri="{FF2B5EF4-FFF2-40B4-BE49-F238E27FC236}">
                <a16:creationId xmlns:a16="http://schemas.microsoft.com/office/drawing/2014/main" id="{C6C4CCCC-F3DE-4C59-BD70-F5C7BCD2B80D}"/>
              </a:ext>
            </a:extLst>
          </p:cNvPr>
          <p:cNvSpPr>
            <a:spLocks noGrp="1"/>
          </p:cNvSpPr>
          <p:nvPr/>
        </p:nvSpPr>
        <p:spPr>
          <a:xfrm>
            <a:off x="5091261" y="8102054"/>
            <a:ext cx="422984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Compress: which tank, when?</a:t>
            </a:r>
          </a:p>
        </p:txBody>
      </p:sp>
      <p:sp>
        <p:nvSpPr>
          <p:cNvPr id="190" name="!!source-2-dom-7-5-0-text-0">
            <a:extLst>
              <a:ext uri="{FF2B5EF4-FFF2-40B4-BE49-F238E27FC236}">
                <a16:creationId xmlns:a16="http://schemas.microsoft.com/office/drawing/2014/main" id="{AB34962D-69E2-4128-ADEB-3504FC01E06C}"/>
              </a:ext>
            </a:extLst>
          </p:cNvPr>
          <p:cNvSpPr>
            <a:spLocks noGrp="1"/>
          </p:cNvSpPr>
          <p:nvPr/>
        </p:nvSpPr>
        <p:spPr>
          <a:xfrm>
            <a:off x="9759255" y="7926883"/>
            <a:ext cx="727040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Hydrogen needs preparation before delivery: pressure,</a:t>
            </a:r>
          </a:p>
        </p:txBody>
      </p:sp>
      <p:sp>
        <p:nvSpPr>
          <p:cNvPr id="191" name="!!source-2-dom-7-5-0-text-1">
            <a:extLst>
              <a:ext uri="{FF2B5EF4-FFF2-40B4-BE49-F238E27FC236}">
                <a16:creationId xmlns:a16="http://schemas.microsoft.com/office/drawing/2014/main" id="{372CD7E6-3A8D-409E-9BEE-A6979EC3A68D}"/>
              </a:ext>
            </a:extLst>
          </p:cNvPr>
          <p:cNvSpPr>
            <a:spLocks noGrp="1"/>
          </p:cNvSpPr>
          <p:nvPr/>
        </p:nvSpPr>
        <p:spPr>
          <a:xfrm>
            <a:off x="9759255" y="8273504"/>
            <a:ext cx="184532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order, timing.</a:t>
            </a:r>
          </a:p>
        </p:txBody>
      </p:sp>
      <p:pic>
        <p:nvPicPr>
          <p:cNvPr id="386" name="!!source-2-dom-9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387" name="!!source-2-dom-9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165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!!source-2-dom-fill">
            <a:extLst>
              <a:ext uri="{FF2B5EF4-FFF2-40B4-BE49-F238E27FC236}">
                <a16:creationId xmlns:a16="http://schemas.microsoft.com/office/drawing/2014/main" id="{F5FAFC6A-5DE7-48DD-96C4-4FDA5C4AA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2-dom-1-0-0-border-Bottom">
            <a:extLst>
              <a:ext uri="{FF2B5EF4-FFF2-40B4-BE49-F238E27FC236}">
                <a16:creationId xmlns:a16="http://schemas.microsoft.com/office/drawing/2014/main" id="{1421D9CE-F364-4132-8273-0A86FE44687B}"/>
              </a:ext>
            </a:extLst>
          </p:cNvPr>
          <p:cNvSpPr>
            <a:spLocks noGrp="1"/>
          </p:cNvSpPr>
          <p:nvPr/>
        </p:nvSpPr>
        <p:spPr>
          <a:xfrm>
            <a:off x="1047750" y="690562"/>
            <a:ext cx="1107728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!!source-2-dom-1-0-0-0-text-0">
            <a:extLst>
              <a:ext uri="{FF2B5EF4-FFF2-40B4-BE49-F238E27FC236}">
                <a16:creationId xmlns:a16="http://schemas.microsoft.com/office/drawing/2014/main" id="{38374A0A-C5BF-495A-953A-02D2DA72DB73}"/>
              </a:ext>
            </a:extLst>
          </p:cNvPr>
          <p:cNvSpPr>
            <a:spLocks noGrp="1"/>
          </p:cNvSpPr>
          <p:nvPr/>
        </p:nvSpPr>
        <p:spPr>
          <a:xfrm>
            <a:off x="1047750" y="381000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4" name="!!source-2-dom-1-0-1-0-text-0">
            <a:extLst>
              <a:ext uri="{FF2B5EF4-FFF2-40B4-BE49-F238E27FC236}">
                <a16:creationId xmlns:a16="http://schemas.microsoft.com/office/drawing/2014/main" id="{7F0A6520-CFF5-4B75-9A5C-12B8D944ED51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5" name="!!source-2-dom-1-0-2-0-text-0">
            <a:extLst>
              <a:ext uri="{FF2B5EF4-FFF2-40B4-BE49-F238E27FC236}">
                <a16:creationId xmlns:a16="http://schemas.microsoft.com/office/drawing/2014/main" id="{C4C73225-2EC2-4F51-B034-2B8077ED1892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2-dom-1-0-3-0-text-0">
            <a:extLst>
              <a:ext uri="{FF2B5EF4-FFF2-40B4-BE49-F238E27FC236}">
                <a16:creationId xmlns:a16="http://schemas.microsoft.com/office/drawing/2014/main" id="{6F4781A3-1A5D-4D8D-A614-61EFF1A0AF9E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2-dom-1-0-4-0-text-0">
            <a:extLst>
              <a:ext uri="{FF2B5EF4-FFF2-40B4-BE49-F238E27FC236}">
                <a16:creationId xmlns:a16="http://schemas.microsoft.com/office/drawing/2014/main" id="{AC31C4BF-ACBD-4F57-8FD9-85DEE0A53554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2-dom-1-0-5-0-text-0">
            <a:extLst>
              <a:ext uri="{FF2B5EF4-FFF2-40B4-BE49-F238E27FC236}">
                <a16:creationId xmlns:a16="http://schemas.microsoft.com/office/drawing/2014/main" id="{E0A9007A-F8AC-462F-B751-84E62A2BFC26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2-dom-1-1-0-text-0">
            <a:extLst>
              <a:ext uri="{FF2B5EF4-FFF2-40B4-BE49-F238E27FC236}">
                <a16:creationId xmlns:a16="http://schemas.microsoft.com/office/drawing/2014/main" id="{77070C83-6DDC-4797-962C-90D270F14836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03 / 17</a:t>
            </a:r>
          </a:p>
        </p:txBody>
      </p:sp>
      <p:sp>
        <p:nvSpPr>
          <p:cNvPr id="10" name="!!source-2-dom-3-1-0-0-text-0">
            <a:extLst>
              <a:ext uri="{FF2B5EF4-FFF2-40B4-BE49-F238E27FC236}">
                <a16:creationId xmlns:a16="http://schemas.microsoft.com/office/drawing/2014/main" id="{1210310D-F84C-4295-8640-A3B947E07142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9505355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Hydrogen Refuelling Stations (HRSs)</a:t>
            </a:r>
          </a:p>
        </p:txBody>
      </p:sp>
      <p:sp>
        <p:nvSpPr>
          <p:cNvPr id="11" name="!!source-2-dom-3-1-1-0-0-text-0">
            <a:extLst>
              <a:ext uri="{FF2B5EF4-FFF2-40B4-BE49-F238E27FC236}">
                <a16:creationId xmlns:a16="http://schemas.microsoft.com/office/drawing/2014/main" id="{24C67D9B-972A-498D-8966-F0113C16EA84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449714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The product needs preparation</a:t>
            </a:r>
          </a:p>
        </p:txBody>
      </p:sp>
      <p:sp>
        <p:nvSpPr>
          <p:cNvPr id="12" name="!!source-2-dom-5-1-fill">
            <a:extLst>
              <a:ext uri="{FF2B5EF4-FFF2-40B4-BE49-F238E27FC236}">
                <a16:creationId xmlns:a16="http://schemas.microsoft.com/office/drawing/2014/main" id="{0313979B-4A7B-4050-A970-88B7A4383E24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381000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2-dom-5-1-outline">
            <a:extLst>
              <a:ext uri="{FF2B5EF4-FFF2-40B4-BE49-F238E27FC236}">
                <a16:creationId xmlns:a16="http://schemas.microsoft.com/office/drawing/2014/main" id="{3B086827-9A2A-44A6-AA5E-D65359E533E2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3781425" cy="5136059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2-dom-5-1-1-1-fill">
            <a:extLst>
              <a:ext uri="{FF2B5EF4-FFF2-40B4-BE49-F238E27FC236}">
                <a16:creationId xmlns:a16="http://schemas.microsoft.com/office/drawing/2014/main" id="{34E92CE3-99F5-4F1A-BF7E-E90B1AC7B5B1}"/>
              </a:ext>
            </a:extLst>
          </p:cNvPr>
          <p:cNvSpPr>
            <a:spLocks noGrp="1"/>
          </p:cNvSpPr>
          <p:nvPr/>
        </p:nvSpPr>
        <p:spPr>
          <a:xfrm>
            <a:off x="2647950" y="3663404"/>
            <a:ext cx="609600" cy="6096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2-dom-5-1-1-1-0-text-0">
            <a:extLst>
              <a:ext uri="{FF2B5EF4-FFF2-40B4-BE49-F238E27FC236}">
                <a16:creationId xmlns:a16="http://schemas.microsoft.com/office/drawing/2014/main" id="{1EA7B814-6452-4D8D-9E5C-9D2C38A7C404}"/>
              </a:ext>
            </a:extLst>
          </p:cNvPr>
          <p:cNvSpPr>
            <a:spLocks noGrp="1"/>
          </p:cNvSpPr>
          <p:nvPr/>
        </p:nvSpPr>
        <p:spPr>
          <a:xfrm>
            <a:off x="2896642" y="3791992"/>
            <a:ext cx="15969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2-dom-5-1-1-3-0-text-0">
            <a:extLst>
              <a:ext uri="{FF2B5EF4-FFF2-40B4-BE49-F238E27FC236}">
                <a16:creationId xmlns:a16="http://schemas.microsoft.com/office/drawing/2014/main" id="{C8E10814-7FF5-432B-A920-932AA0B7106D}"/>
              </a:ext>
            </a:extLst>
          </p:cNvPr>
          <p:cNvSpPr>
            <a:spLocks noGrp="1"/>
          </p:cNvSpPr>
          <p:nvPr/>
        </p:nvSpPr>
        <p:spPr>
          <a:xfrm>
            <a:off x="2139256" y="4463504"/>
            <a:ext cx="16744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FLEXIBILITY</a:t>
            </a:r>
          </a:p>
        </p:txBody>
      </p:sp>
      <p:sp>
        <p:nvSpPr>
          <p:cNvPr id="17" name="!!source-2-dom-5-1-1-5-0-text-0">
            <a:extLst>
              <a:ext uri="{FF2B5EF4-FFF2-40B4-BE49-F238E27FC236}">
                <a16:creationId xmlns:a16="http://schemas.microsoft.com/office/drawing/2014/main" id="{63EE83B8-224D-4889-B217-AF163D483198}"/>
              </a:ext>
            </a:extLst>
          </p:cNvPr>
          <p:cNvSpPr>
            <a:spLocks noGrp="1"/>
          </p:cNvSpPr>
          <p:nvPr/>
        </p:nvSpPr>
        <p:spPr>
          <a:xfrm>
            <a:off x="2270522" y="4930229"/>
            <a:ext cx="1412081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</a:t>
            </a:r>
          </a:p>
        </p:txBody>
      </p:sp>
      <p:sp>
        <p:nvSpPr>
          <p:cNvPr id="18" name="!!source-2-dom-5-1-1-5-0-text-1">
            <a:extLst>
              <a:ext uri="{FF2B5EF4-FFF2-40B4-BE49-F238E27FC236}">
                <a16:creationId xmlns:a16="http://schemas.microsoft.com/office/drawing/2014/main" id="{790BBED8-1EEE-4980-AB03-AA8014B222E9}"/>
              </a:ext>
            </a:extLst>
          </p:cNvPr>
          <p:cNvSpPr>
            <a:spLocks noGrp="1"/>
          </p:cNvSpPr>
          <p:nvPr/>
        </p:nvSpPr>
        <p:spPr>
          <a:xfrm>
            <a:off x="2353122" y="5263604"/>
            <a:ext cx="124673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sourcing</a:t>
            </a:r>
          </a:p>
        </p:txBody>
      </p:sp>
      <p:sp>
        <p:nvSpPr>
          <p:cNvPr id="19" name="!!source-2-dom-5-1-1-7-0-0-text-0">
            <a:extLst>
              <a:ext uri="{FF2B5EF4-FFF2-40B4-BE49-F238E27FC236}">
                <a16:creationId xmlns:a16="http://schemas.microsoft.com/office/drawing/2014/main" id="{47B36FDE-234C-4C12-9833-409C352F9F80}"/>
              </a:ext>
            </a:extLst>
          </p:cNvPr>
          <p:cNvSpPr>
            <a:spLocks noGrp="1"/>
          </p:cNvSpPr>
          <p:nvPr/>
        </p:nvSpPr>
        <p:spPr>
          <a:xfrm>
            <a:off x="2575024" y="5787480"/>
            <a:ext cx="80292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on site</a:t>
            </a:r>
          </a:p>
        </p:txBody>
      </p:sp>
      <p:sp>
        <p:nvSpPr>
          <p:cNvPr id="20" name="!!source-2-dom-5-1-1-7-1-0-text-0">
            <a:extLst>
              <a:ext uri="{FF2B5EF4-FFF2-40B4-BE49-F238E27FC236}">
                <a16:creationId xmlns:a16="http://schemas.microsoft.com/office/drawing/2014/main" id="{38E7E782-D095-42C9-98AE-F9F787D96412}"/>
              </a:ext>
            </a:extLst>
          </p:cNvPr>
          <p:cNvSpPr>
            <a:spLocks noGrp="1"/>
          </p:cNvSpPr>
          <p:nvPr/>
        </p:nvSpPr>
        <p:spPr>
          <a:xfrm>
            <a:off x="2574578" y="6149429"/>
            <a:ext cx="80396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off site</a:t>
            </a:r>
          </a:p>
        </p:txBody>
      </p:sp>
      <p:sp>
        <p:nvSpPr>
          <p:cNvPr id="21" name="!!source-2-dom-5-1-3-1-0-fill">
            <a:extLst>
              <a:ext uri="{FF2B5EF4-FFF2-40B4-BE49-F238E27FC236}">
                <a16:creationId xmlns:a16="http://schemas.microsoft.com/office/drawing/2014/main" id="{A3265075-FABA-4542-B89B-8B5CA49F5A0D}"/>
              </a:ext>
            </a:extLst>
          </p:cNvPr>
          <p:cNvSpPr>
            <a:spLocks noGrp="1"/>
          </p:cNvSpPr>
          <p:nvPr/>
        </p:nvSpPr>
        <p:spPr>
          <a:xfrm>
            <a:off x="1381125" y="28003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2-dom-5-1-3-1-0-0-text-0">
            <a:extLst>
              <a:ext uri="{FF2B5EF4-FFF2-40B4-BE49-F238E27FC236}">
                <a16:creationId xmlns:a16="http://schemas.microsoft.com/office/drawing/2014/main" id="{140B413A-EBD4-4534-9E5B-BBB467D3DB4A}"/>
              </a:ext>
            </a:extLst>
          </p:cNvPr>
          <p:cNvSpPr>
            <a:spLocks noGrp="1"/>
          </p:cNvSpPr>
          <p:nvPr/>
        </p:nvSpPr>
        <p:spPr>
          <a:xfrm>
            <a:off x="1576388" y="288607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3" name="!!source-2-dom-5-1-3-1-1-0-0-text-0">
            <a:extLst>
              <a:ext uri="{FF2B5EF4-FFF2-40B4-BE49-F238E27FC236}">
                <a16:creationId xmlns:a16="http://schemas.microsoft.com/office/drawing/2014/main" id="{5D4A422E-AF34-43EF-B275-5A4D5A35B774}"/>
              </a:ext>
            </a:extLst>
          </p:cNvPr>
          <p:cNvSpPr>
            <a:spLocks noGrp="1"/>
          </p:cNvSpPr>
          <p:nvPr/>
        </p:nvSpPr>
        <p:spPr>
          <a:xfrm>
            <a:off x="2047875" y="2724150"/>
            <a:ext cx="3061543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 sourcing</a:t>
            </a:r>
          </a:p>
        </p:txBody>
      </p:sp>
      <p:sp>
        <p:nvSpPr>
          <p:cNvPr id="24" name="!!source-2-dom-5-1-3-1-1-1-0-text-0">
            <a:extLst>
              <a:ext uri="{FF2B5EF4-FFF2-40B4-BE49-F238E27FC236}">
                <a16:creationId xmlns:a16="http://schemas.microsoft.com/office/drawing/2014/main" id="{D22272BE-DB12-4D94-A985-323B0D34F366}"/>
              </a:ext>
            </a:extLst>
          </p:cNvPr>
          <p:cNvSpPr>
            <a:spLocks noGrp="1"/>
          </p:cNvSpPr>
          <p:nvPr/>
        </p:nvSpPr>
        <p:spPr>
          <a:xfrm>
            <a:off x="2047875" y="3095625"/>
            <a:ext cx="343778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produced on site, or delivered</a:t>
            </a:r>
          </a:p>
        </p:txBody>
      </p:sp>
      <p:sp>
        <p:nvSpPr>
          <p:cNvPr id="25" name="!!source-2-dom-5-1-3-3-0-outline">
            <a:extLst>
              <a:ext uri="{FF2B5EF4-FFF2-40B4-BE49-F238E27FC236}">
                <a16:creationId xmlns:a16="http://schemas.microsoft.com/office/drawing/2014/main" id="{F5EA94C0-B10A-410F-87F2-AC26905B0D76}"/>
              </a:ext>
            </a:extLst>
          </p:cNvPr>
          <p:cNvSpPr>
            <a:spLocks noGrp="1"/>
          </p:cNvSpPr>
          <p:nvPr/>
        </p:nvSpPr>
        <p:spPr>
          <a:xfrm>
            <a:off x="1395412" y="4745980"/>
            <a:ext cx="1989088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2-dom-5-1-3-3-0-0-0-text-0">
            <a:extLst>
              <a:ext uri="{FF2B5EF4-FFF2-40B4-BE49-F238E27FC236}">
                <a16:creationId xmlns:a16="http://schemas.microsoft.com/office/drawing/2014/main" id="{6EC936C9-5A4E-4167-9BC0-5AAAFCE6D678}"/>
              </a:ext>
            </a:extLst>
          </p:cNvPr>
          <p:cNvSpPr>
            <a:spLocks noGrp="1"/>
          </p:cNvSpPr>
          <p:nvPr/>
        </p:nvSpPr>
        <p:spPr>
          <a:xfrm>
            <a:off x="1581150" y="4874568"/>
            <a:ext cx="166523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Electrolyser</a:t>
            </a:r>
          </a:p>
        </p:txBody>
      </p:sp>
      <p:sp>
        <p:nvSpPr>
          <p:cNvPr id="27" name="!!source-2-dom-5-1-3-3-0-1-0-text-0">
            <a:extLst>
              <a:ext uri="{FF2B5EF4-FFF2-40B4-BE49-F238E27FC236}">
                <a16:creationId xmlns:a16="http://schemas.microsoft.com/office/drawing/2014/main" id="{505FB769-EAA2-4840-96D8-5C4FA7C14073}"/>
              </a:ext>
            </a:extLst>
          </p:cNvPr>
          <p:cNvSpPr>
            <a:spLocks noGrp="1"/>
          </p:cNvSpPr>
          <p:nvPr/>
        </p:nvSpPr>
        <p:spPr>
          <a:xfrm>
            <a:off x="2012305" y="5236518"/>
            <a:ext cx="80292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 site</a:t>
            </a:r>
          </a:p>
        </p:txBody>
      </p:sp>
      <p:sp>
        <p:nvSpPr>
          <p:cNvPr id="28" name="!!source-2-dom-5-1-3-3-1-0-fill">
            <a:extLst>
              <a:ext uri="{FF2B5EF4-FFF2-40B4-BE49-F238E27FC236}">
                <a16:creationId xmlns:a16="http://schemas.microsoft.com/office/drawing/2014/main" id="{B5A9954A-11FF-48CB-8EC9-359D8161A1A4}"/>
              </a:ext>
            </a:extLst>
          </p:cNvPr>
          <p:cNvSpPr>
            <a:spLocks noGrp="1"/>
          </p:cNvSpPr>
          <p:nvPr/>
        </p:nvSpPr>
        <p:spPr>
          <a:xfrm>
            <a:off x="3398788" y="5174605"/>
            <a:ext cx="1115913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2-dom-5-1-3-3-1-1-border-Top">
            <a:extLst>
              <a:ext uri="{FF2B5EF4-FFF2-40B4-BE49-F238E27FC236}">
                <a16:creationId xmlns:a16="http://schemas.microsoft.com/office/drawing/2014/main" id="{D782F914-ACEC-4853-88E1-F1B4B2ED1B42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2-dom-5-1-3-3-1-1-border-Bottom">
            <a:extLst>
              <a:ext uri="{FF2B5EF4-FFF2-40B4-BE49-F238E27FC236}">
                <a16:creationId xmlns:a16="http://schemas.microsoft.com/office/drawing/2014/main" id="{103AB8B6-1C9C-4C20-8721-4B92837A4AB8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2-dom-5-1-3-3-1-1-border-Left">
            <a:extLst>
              <a:ext uri="{FF2B5EF4-FFF2-40B4-BE49-F238E27FC236}">
                <a16:creationId xmlns:a16="http://schemas.microsoft.com/office/drawing/2014/main" id="{E6C887ED-30BC-425B-AEFA-0DAE901631B6}"/>
              </a:ext>
            </a:extLst>
          </p:cNvPr>
          <p:cNvSpPr>
            <a:spLocks noGrp="1"/>
          </p:cNvSpPr>
          <p:nvPr/>
        </p:nvSpPr>
        <p:spPr>
          <a:xfrm>
            <a:off x="451470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2-dom-5-1-3-3-2-fill">
            <a:extLst>
              <a:ext uri="{FF2B5EF4-FFF2-40B4-BE49-F238E27FC236}">
                <a16:creationId xmlns:a16="http://schemas.microsoft.com/office/drawing/2014/main" id="{D73D8A27-28BC-42C6-8B37-502B750C0081}"/>
              </a:ext>
            </a:extLst>
          </p:cNvPr>
          <p:cNvSpPr>
            <a:spLocks noGrp="1"/>
          </p:cNvSpPr>
          <p:nvPr/>
        </p:nvSpPr>
        <p:spPr>
          <a:xfrm>
            <a:off x="4667101" y="4731693"/>
            <a:ext cx="2487513" cy="9239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2-dom-5-1-3-3-2-outline">
            <a:extLst>
              <a:ext uri="{FF2B5EF4-FFF2-40B4-BE49-F238E27FC236}">
                <a16:creationId xmlns:a16="http://schemas.microsoft.com/office/drawing/2014/main" id="{22A7850F-6ED1-4B17-A46E-287E905BE651}"/>
              </a:ext>
            </a:extLst>
          </p:cNvPr>
          <p:cNvSpPr>
            <a:spLocks noGrp="1"/>
          </p:cNvSpPr>
          <p:nvPr/>
        </p:nvSpPr>
        <p:spPr>
          <a:xfrm>
            <a:off x="4681388" y="4745980"/>
            <a:ext cx="2458938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2-dom-5-1-3-3-2-0-0-text-0">
            <a:extLst>
              <a:ext uri="{FF2B5EF4-FFF2-40B4-BE49-F238E27FC236}">
                <a16:creationId xmlns:a16="http://schemas.microsoft.com/office/drawing/2014/main" id="{A844D6AF-C901-48CF-AA24-FBEE95BB1DD1}"/>
              </a:ext>
            </a:extLst>
          </p:cNvPr>
          <p:cNvSpPr>
            <a:spLocks noGrp="1"/>
          </p:cNvSpPr>
          <p:nvPr/>
        </p:nvSpPr>
        <p:spPr>
          <a:xfrm>
            <a:off x="4867126" y="4874568"/>
            <a:ext cx="213508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Station storage</a:t>
            </a:r>
          </a:p>
        </p:txBody>
      </p:sp>
      <p:sp>
        <p:nvSpPr>
          <p:cNvPr id="35" name="!!source-2-dom-5-1-3-3-2-1-0-text-0">
            <a:extLst>
              <a:ext uri="{FF2B5EF4-FFF2-40B4-BE49-F238E27FC236}">
                <a16:creationId xmlns:a16="http://schemas.microsoft.com/office/drawing/2014/main" id="{BCA9FEE6-0226-45A0-AC9B-B4AECB7F2432}"/>
              </a:ext>
            </a:extLst>
          </p:cNvPr>
          <p:cNvSpPr>
            <a:spLocks noGrp="1"/>
          </p:cNvSpPr>
          <p:nvPr/>
        </p:nvSpPr>
        <p:spPr>
          <a:xfrm>
            <a:off x="5253632" y="5236518"/>
            <a:ext cx="136207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pressurised</a:t>
            </a:r>
          </a:p>
        </p:txBody>
      </p:sp>
      <p:sp>
        <p:nvSpPr>
          <p:cNvPr id="36" name="!!source-2-dom-5-1-3-3-3-0-border-Top">
            <a:extLst>
              <a:ext uri="{FF2B5EF4-FFF2-40B4-BE49-F238E27FC236}">
                <a16:creationId xmlns:a16="http://schemas.microsoft.com/office/drawing/2014/main" id="{7C8F3BA1-8706-4C91-8474-833B2FADF16B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2-dom-5-1-3-3-3-0-border-Right">
            <a:extLst>
              <a:ext uri="{FF2B5EF4-FFF2-40B4-BE49-F238E27FC236}">
                <a16:creationId xmlns:a16="http://schemas.microsoft.com/office/drawing/2014/main" id="{04279629-4A21-406D-9421-475B9846D70E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152400" y="0"/>
                </a:moveTo>
                <a:lnTo>
                  <a:pt x="152400" y="190500"/>
                </a:lnTo>
                <a:lnTo>
                  <a:pt x="0" y="9525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2-dom-5-1-3-3-3-0-border-Bottom">
            <a:extLst>
              <a:ext uri="{FF2B5EF4-FFF2-40B4-BE49-F238E27FC236}">
                <a16:creationId xmlns:a16="http://schemas.microsoft.com/office/drawing/2014/main" id="{9F29BB61-B0AF-4B8A-A8AB-F5F5E8013878}"/>
              </a:ext>
            </a:extLst>
          </p:cNvPr>
          <p:cNvSpPr>
            <a:spLocks noGrp="1"/>
          </p:cNvSpPr>
          <p:nvPr/>
        </p:nvSpPr>
        <p:spPr>
          <a:xfrm>
            <a:off x="7154614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2-dom-5-1-3-3-3-1-fill">
            <a:extLst>
              <a:ext uri="{FF2B5EF4-FFF2-40B4-BE49-F238E27FC236}">
                <a16:creationId xmlns:a16="http://schemas.microsoft.com/office/drawing/2014/main" id="{DDD8CD8D-2E27-42EA-A21A-DAB5DDBAEE64}"/>
              </a:ext>
            </a:extLst>
          </p:cNvPr>
          <p:cNvSpPr>
            <a:spLocks noGrp="1"/>
          </p:cNvSpPr>
          <p:nvPr/>
        </p:nvSpPr>
        <p:spPr>
          <a:xfrm>
            <a:off x="7307015" y="5174605"/>
            <a:ext cx="1115913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2-dom-5-1-3-3-4-outline">
            <a:extLst>
              <a:ext uri="{FF2B5EF4-FFF2-40B4-BE49-F238E27FC236}">
                <a16:creationId xmlns:a16="http://schemas.microsoft.com/office/drawing/2014/main" id="{4B65AF94-427B-4889-8B3E-9264E4261557}"/>
              </a:ext>
            </a:extLst>
          </p:cNvPr>
          <p:cNvSpPr>
            <a:spLocks noGrp="1"/>
          </p:cNvSpPr>
          <p:nvPr/>
        </p:nvSpPr>
        <p:spPr>
          <a:xfrm>
            <a:off x="8437215" y="4745980"/>
            <a:ext cx="1940272" cy="895350"/>
          </a:xfrm>
          <a:prstGeom prst="rect">
            <a:avLst/>
          </a:prstGeom>
          <a:noFill/>
          <a:ln w="28575">
            <a:solidFill>
              <a:srgbClr val="8A7B71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2-dom-5-1-3-3-4-0-0-text-0">
            <a:extLst>
              <a:ext uri="{FF2B5EF4-FFF2-40B4-BE49-F238E27FC236}">
                <a16:creationId xmlns:a16="http://schemas.microsoft.com/office/drawing/2014/main" id="{2F5D0A57-C9BC-4798-BDE3-8EF65E89A9EF}"/>
              </a:ext>
            </a:extLst>
          </p:cNvPr>
          <p:cNvSpPr>
            <a:spLocks noGrp="1"/>
          </p:cNvSpPr>
          <p:nvPr/>
        </p:nvSpPr>
        <p:spPr>
          <a:xfrm>
            <a:off x="8622952" y="4874568"/>
            <a:ext cx="1616423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Tube trailer</a:t>
            </a:r>
          </a:p>
        </p:txBody>
      </p:sp>
      <p:sp>
        <p:nvSpPr>
          <p:cNvPr id="42" name="!!source-2-dom-5-1-3-3-4-1-0-text-0">
            <a:extLst>
              <a:ext uri="{FF2B5EF4-FFF2-40B4-BE49-F238E27FC236}">
                <a16:creationId xmlns:a16="http://schemas.microsoft.com/office/drawing/2014/main" id="{CDA5E158-B74C-44F7-B41E-0C5C1EAAA24B}"/>
              </a:ext>
            </a:extLst>
          </p:cNvPr>
          <p:cNvSpPr>
            <a:spLocks noGrp="1"/>
          </p:cNvSpPr>
          <p:nvPr/>
        </p:nvSpPr>
        <p:spPr>
          <a:xfrm>
            <a:off x="9029105" y="5236518"/>
            <a:ext cx="8039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off site</a:t>
            </a:r>
          </a:p>
        </p:txBody>
      </p:sp>
      <p:sp>
        <p:nvSpPr>
          <p:cNvPr id="43" name="!!source-2-dom-5-1-3-5-0-text-0">
            <a:extLst>
              <a:ext uri="{FF2B5EF4-FFF2-40B4-BE49-F238E27FC236}">
                <a16:creationId xmlns:a16="http://schemas.microsoft.com/office/drawing/2014/main" id="{FD0952F1-4FA9-4690-9D37-333F8C4C6730}"/>
              </a:ext>
            </a:extLst>
          </p:cNvPr>
          <p:cNvSpPr>
            <a:spLocks noGrp="1"/>
          </p:cNvSpPr>
          <p:nvPr/>
        </p:nvSpPr>
        <p:spPr>
          <a:xfrm>
            <a:off x="1381125" y="7034510"/>
            <a:ext cx="495463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Which source, and when, is a decision.</a:t>
            </a:r>
          </a:p>
        </p:txBody>
      </p:sp>
      <p:sp>
        <p:nvSpPr>
          <p:cNvPr id="44" name="!!source-2-dom-5-5-fill">
            <a:extLst>
              <a:ext uri="{FF2B5EF4-FFF2-40B4-BE49-F238E27FC236}">
                <a16:creationId xmlns:a16="http://schemas.microsoft.com/office/drawing/2014/main" id="{D4E92B54-03A7-4C0C-8FAC-C501A0E8369A}"/>
              </a:ext>
            </a:extLst>
          </p:cNvPr>
          <p:cNvSpPr>
            <a:spLocks noGrp="1"/>
          </p:cNvSpPr>
          <p:nvPr/>
        </p:nvSpPr>
        <p:spPr>
          <a:xfrm>
            <a:off x="5143500" y="2466975"/>
            <a:ext cx="3809999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2-dom-5-5-outline">
            <a:extLst>
              <a:ext uri="{FF2B5EF4-FFF2-40B4-BE49-F238E27FC236}">
                <a16:creationId xmlns:a16="http://schemas.microsoft.com/office/drawing/2014/main" id="{205278C5-5458-4FFF-883B-93C0A682E69E}"/>
              </a:ext>
            </a:extLst>
          </p:cNvPr>
          <p:cNvSpPr>
            <a:spLocks noGrp="1"/>
          </p:cNvSpPr>
          <p:nvPr/>
        </p:nvSpPr>
        <p:spPr>
          <a:xfrm>
            <a:off x="5157788" y="2481263"/>
            <a:ext cx="3781424" cy="5136059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!!source-2-dom-5-5-1-1-fill">
            <a:extLst>
              <a:ext uri="{FF2B5EF4-FFF2-40B4-BE49-F238E27FC236}">
                <a16:creationId xmlns:a16="http://schemas.microsoft.com/office/drawing/2014/main" id="{52C9739E-59CD-4974-88B0-C62C7B272A81}"/>
              </a:ext>
            </a:extLst>
          </p:cNvPr>
          <p:cNvSpPr>
            <a:spLocks noGrp="1"/>
          </p:cNvSpPr>
          <p:nvPr/>
        </p:nvSpPr>
        <p:spPr>
          <a:xfrm>
            <a:off x="6743700" y="3134767"/>
            <a:ext cx="609600" cy="6096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2-dom-5-5-1-1-0-text-0">
            <a:extLst>
              <a:ext uri="{FF2B5EF4-FFF2-40B4-BE49-F238E27FC236}">
                <a16:creationId xmlns:a16="http://schemas.microsoft.com/office/drawing/2014/main" id="{5D38253E-FF40-461E-AB9B-A5A12E00B6CE}"/>
              </a:ext>
            </a:extLst>
          </p:cNvPr>
          <p:cNvSpPr>
            <a:spLocks noGrp="1"/>
          </p:cNvSpPr>
          <p:nvPr/>
        </p:nvSpPr>
        <p:spPr>
          <a:xfrm>
            <a:off x="6964115" y="3263354"/>
            <a:ext cx="2162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8" name="!!source-2-dom-5-5-1-3-0-text-0">
            <a:extLst>
              <a:ext uri="{FF2B5EF4-FFF2-40B4-BE49-F238E27FC236}">
                <a16:creationId xmlns:a16="http://schemas.microsoft.com/office/drawing/2014/main" id="{5B891E62-0085-40FD-8830-628C0586C41B}"/>
              </a:ext>
            </a:extLst>
          </p:cNvPr>
          <p:cNvSpPr>
            <a:spLocks noGrp="1"/>
          </p:cNvSpPr>
          <p:nvPr/>
        </p:nvSpPr>
        <p:spPr>
          <a:xfrm>
            <a:off x="6235005" y="3934867"/>
            <a:ext cx="16744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FLEXIBILITY</a:t>
            </a:r>
          </a:p>
        </p:txBody>
      </p:sp>
      <p:sp>
        <p:nvSpPr>
          <p:cNvPr id="49" name="!!source-2-dom-5-5-1-5-0-text-0">
            <a:extLst>
              <a:ext uri="{FF2B5EF4-FFF2-40B4-BE49-F238E27FC236}">
                <a16:creationId xmlns:a16="http://schemas.microsoft.com/office/drawing/2014/main" id="{A70C4A24-EC14-42EA-9EF2-4ED339F54C2C}"/>
              </a:ext>
            </a:extLst>
          </p:cNvPr>
          <p:cNvSpPr>
            <a:spLocks noGrp="1"/>
          </p:cNvSpPr>
          <p:nvPr/>
        </p:nvSpPr>
        <p:spPr>
          <a:xfrm>
            <a:off x="6411813" y="4401592"/>
            <a:ext cx="132099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Electrical</a:t>
            </a:r>
          </a:p>
        </p:txBody>
      </p:sp>
      <p:sp>
        <p:nvSpPr>
          <p:cNvPr id="50" name="!!source-2-dom-5-5-1-5-0-text-1">
            <a:extLst>
              <a:ext uri="{FF2B5EF4-FFF2-40B4-BE49-F238E27FC236}">
                <a16:creationId xmlns:a16="http://schemas.microsoft.com/office/drawing/2014/main" id="{B4280DC8-3F77-4EDF-A4F5-A669F3E646EB}"/>
              </a:ext>
            </a:extLst>
          </p:cNvPr>
          <p:cNvSpPr>
            <a:spLocks noGrp="1"/>
          </p:cNvSpPr>
          <p:nvPr/>
        </p:nvSpPr>
        <p:spPr>
          <a:xfrm>
            <a:off x="6566744" y="4734967"/>
            <a:ext cx="101098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energy</a:t>
            </a:r>
          </a:p>
        </p:txBody>
      </p:sp>
      <p:sp>
        <p:nvSpPr>
          <p:cNvPr id="51" name="!!source-2-dom-5-5-1-5-0-text-2">
            <a:extLst>
              <a:ext uri="{FF2B5EF4-FFF2-40B4-BE49-F238E27FC236}">
                <a16:creationId xmlns:a16="http://schemas.microsoft.com/office/drawing/2014/main" id="{61499BD0-8DCE-4E49-91C6-0D842D62FB27}"/>
              </a:ext>
            </a:extLst>
          </p:cNvPr>
          <p:cNvSpPr>
            <a:spLocks noGrp="1"/>
          </p:cNvSpPr>
          <p:nvPr/>
        </p:nvSpPr>
        <p:spPr>
          <a:xfrm>
            <a:off x="6448871" y="5068341"/>
            <a:ext cx="1246733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sourcing</a:t>
            </a:r>
          </a:p>
        </p:txBody>
      </p:sp>
      <p:sp>
        <p:nvSpPr>
          <p:cNvPr id="52" name="!!source-2-dom-5-5-1-7-0-0-text-0">
            <a:extLst>
              <a:ext uri="{FF2B5EF4-FFF2-40B4-BE49-F238E27FC236}">
                <a16:creationId xmlns:a16="http://schemas.microsoft.com/office/drawing/2014/main" id="{01EE5745-538A-45CB-AA60-4D6C0F134ACB}"/>
              </a:ext>
            </a:extLst>
          </p:cNvPr>
          <p:cNvSpPr>
            <a:spLocks noGrp="1"/>
          </p:cNvSpPr>
          <p:nvPr/>
        </p:nvSpPr>
        <p:spPr>
          <a:xfrm>
            <a:off x="6391275" y="5592217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renewables</a:t>
            </a:r>
          </a:p>
        </p:txBody>
      </p:sp>
      <p:sp>
        <p:nvSpPr>
          <p:cNvPr id="53" name="!!source-2-dom-5-5-1-7-1-0-text-0">
            <a:extLst>
              <a:ext uri="{FF2B5EF4-FFF2-40B4-BE49-F238E27FC236}">
                <a16:creationId xmlns:a16="http://schemas.microsoft.com/office/drawing/2014/main" id="{3C89A941-A872-4320-9BA7-CC3C7CF39DA3}"/>
              </a:ext>
            </a:extLst>
          </p:cNvPr>
          <p:cNvSpPr>
            <a:spLocks noGrp="1"/>
          </p:cNvSpPr>
          <p:nvPr/>
        </p:nvSpPr>
        <p:spPr>
          <a:xfrm>
            <a:off x="6620768" y="5954167"/>
            <a:ext cx="9029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storage</a:t>
            </a:r>
          </a:p>
        </p:txBody>
      </p:sp>
      <p:sp>
        <p:nvSpPr>
          <p:cNvPr id="54" name="!!source-2-dom-5-5-1-7-2-0-text-0">
            <a:extLst>
              <a:ext uri="{FF2B5EF4-FFF2-40B4-BE49-F238E27FC236}">
                <a16:creationId xmlns:a16="http://schemas.microsoft.com/office/drawing/2014/main" id="{B8E77219-AF7B-4D4D-8FB5-76DBB325B18B}"/>
              </a:ext>
            </a:extLst>
          </p:cNvPr>
          <p:cNvSpPr>
            <a:spLocks noGrp="1"/>
          </p:cNvSpPr>
          <p:nvPr/>
        </p:nvSpPr>
        <p:spPr>
          <a:xfrm>
            <a:off x="6816923" y="6316117"/>
            <a:ext cx="51063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grid</a:t>
            </a:r>
          </a:p>
        </p:txBody>
      </p:sp>
      <p:sp>
        <p:nvSpPr>
          <p:cNvPr id="55" name="!!source-2-dom-5-5-1-7-3-0-text-0">
            <a:extLst>
              <a:ext uri="{FF2B5EF4-FFF2-40B4-BE49-F238E27FC236}">
                <a16:creationId xmlns:a16="http://schemas.microsoft.com/office/drawing/2014/main" id="{24C47C24-DABE-45C2-8D88-E739676F3E2C}"/>
              </a:ext>
            </a:extLst>
          </p:cNvPr>
          <p:cNvSpPr>
            <a:spLocks noGrp="1"/>
          </p:cNvSpPr>
          <p:nvPr/>
        </p:nvSpPr>
        <p:spPr>
          <a:xfrm>
            <a:off x="6633419" y="6678067"/>
            <a:ext cx="87778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market</a:t>
            </a:r>
          </a:p>
        </p:txBody>
      </p:sp>
      <p:sp>
        <p:nvSpPr>
          <p:cNvPr id="56" name="!!source-2-dom-5-5-3-1-0-fill">
            <a:extLst>
              <a:ext uri="{FF2B5EF4-FFF2-40B4-BE49-F238E27FC236}">
                <a16:creationId xmlns:a16="http://schemas.microsoft.com/office/drawing/2014/main" id="{21B3232A-DCB0-4D93-8A07-131B070411E6}"/>
              </a:ext>
            </a:extLst>
          </p:cNvPr>
          <p:cNvSpPr>
            <a:spLocks noGrp="1"/>
          </p:cNvSpPr>
          <p:nvPr/>
        </p:nvSpPr>
        <p:spPr>
          <a:xfrm>
            <a:off x="5476875" y="28003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2-dom-5-5-3-1-0-0-text-0">
            <a:extLst>
              <a:ext uri="{FF2B5EF4-FFF2-40B4-BE49-F238E27FC236}">
                <a16:creationId xmlns:a16="http://schemas.microsoft.com/office/drawing/2014/main" id="{455DB2B3-E287-4F56-BC95-4B68AC88FCA5}"/>
              </a:ext>
            </a:extLst>
          </p:cNvPr>
          <p:cNvSpPr>
            <a:spLocks noGrp="1"/>
          </p:cNvSpPr>
          <p:nvPr/>
        </p:nvSpPr>
        <p:spPr>
          <a:xfrm>
            <a:off x="5645795" y="2886075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8" name="!!source-2-dom-5-5-3-1-1-0-0-text-0">
            <a:extLst>
              <a:ext uri="{FF2B5EF4-FFF2-40B4-BE49-F238E27FC236}">
                <a16:creationId xmlns:a16="http://schemas.microsoft.com/office/drawing/2014/main" id="{4CC15280-ED6E-4B4C-808E-2D255CAED384}"/>
              </a:ext>
            </a:extLst>
          </p:cNvPr>
          <p:cNvSpPr>
            <a:spLocks noGrp="1"/>
          </p:cNvSpPr>
          <p:nvPr/>
        </p:nvSpPr>
        <p:spPr>
          <a:xfrm>
            <a:off x="6143625" y="2724150"/>
            <a:ext cx="4142333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Electrical energy sourcing</a:t>
            </a:r>
          </a:p>
        </p:txBody>
      </p:sp>
      <p:sp>
        <p:nvSpPr>
          <p:cNvPr id="59" name="!!source-2-dom-5-5-3-1-1-1-0-text-0">
            <a:extLst>
              <a:ext uri="{FF2B5EF4-FFF2-40B4-BE49-F238E27FC236}">
                <a16:creationId xmlns:a16="http://schemas.microsoft.com/office/drawing/2014/main" id="{E8274288-3CA5-4829-9889-38807F136214}"/>
              </a:ext>
            </a:extLst>
          </p:cNvPr>
          <p:cNvSpPr>
            <a:spLocks noGrp="1"/>
          </p:cNvSpPr>
          <p:nvPr/>
        </p:nvSpPr>
        <p:spPr>
          <a:xfrm>
            <a:off x="6143625" y="3095625"/>
            <a:ext cx="399514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one bus, several sources, two loads</a:t>
            </a:r>
          </a:p>
        </p:txBody>
      </p:sp>
      <p:sp>
        <p:nvSpPr>
          <p:cNvPr id="60" name="!!source-2-dom-5-5-3-3-0-0-0-outline">
            <a:extLst>
              <a:ext uri="{FF2B5EF4-FFF2-40B4-BE49-F238E27FC236}">
                <a16:creationId xmlns:a16="http://schemas.microsoft.com/office/drawing/2014/main" id="{DE058B2F-0B12-481E-990F-53AF4EBA867A}"/>
              </a:ext>
            </a:extLst>
          </p:cNvPr>
          <p:cNvSpPr>
            <a:spLocks noGrp="1"/>
          </p:cNvSpPr>
          <p:nvPr/>
        </p:nvSpPr>
        <p:spPr>
          <a:xfrm>
            <a:off x="5491163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!!source-2-dom-5-5-3-3-0-0-0-0-0-text-0">
            <a:extLst>
              <a:ext uri="{FF2B5EF4-FFF2-40B4-BE49-F238E27FC236}">
                <a16:creationId xmlns:a16="http://schemas.microsoft.com/office/drawing/2014/main" id="{845C000A-A820-47FD-B239-4AF9FA63E490}"/>
              </a:ext>
            </a:extLst>
          </p:cNvPr>
          <p:cNvSpPr>
            <a:spLocks noGrp="1"/>
          </p:cNvSpPr>
          <p:nvPr/>
        </p:nvSpPr>
        <p:spPr>
          <a:xfrm>
            <a:off x="5696099" y="4026842"/>
            <a:ext cx="171881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Renewables</a:t>
            </a:r>
          </a:p>
        </p:txBody>
      </p:sp>
      <p:sp>
        <p:nvSpPr>
          <p:cNvPr id="62" name="!!source-2-dom-5-5-3-3-0-0-0-1-0-text-0">
            <a:extLst>
              <a:ext uri="{FF2B5EF4-FFF2-40B4-BE49-F238E27FC236}">
                <a16:creationId xmlns:a16="http://schemas.microsoft.com/office/drawing/2014/main" id="{08B8697D-E2A7-4B83-9E5E-FDB369A2A5B3}"/>
              </a:ext>
            </a:extLst>
          </p:cNvPr>
          <p:cNvSpPr>
            <a:spLocks noGrp="1"/>
          </p:cNvSpPr>
          <p:nvPr/>
        </p:nvSpPr>
        <p:spPr>
          <a:xfrm>
            <a:off x="6035576" y="4388793"/>
            <a:ext cx="103986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PV, wind</a:t>
            </a:r>
          </a:p>
        </p:txBody>
      </p:sp>
      <p:sp>
        <p:nvSpPr>
          <p:cNvPr id="63" name="!!source-2-dom-5-5-3-3-0-0-1-0-fill">
            <a:extLst>
              <a:ext uri="{FF2B5EF4-FFF2-40B4-BE49-F238E27FC236}">
                <a16:creationId xmlns:a16="http://schemas.microsoft.com/office/drawing/2014/main" id="{3423FCE5-78FD-466F-8091-926F929A733A}"/>
              </a:ext>
            </a:extLst>
          </p:cNvPr>
          <p:cNvSpPr>
            <a:spLocks noGrp="1"/>
          </p:cNvSpPr>
          <p:nvPr/>
        </p:nvSpPr>
        <p:spPr>
          <a:xfrm>
            <a:off x="6512719" y="4807893"/>
            <a:ext cx="38100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2-dom-5-5-3-3-0-1-0-outline">
            <a:extLst>
              <a:ext uri="{FF2B5EF4-FFF2-40B4-BE49-F238E27FC236}">
                <a16:creationId xmlns:a16="http://schemas.microsoft.com/office/drawing/2014/main" id="{9E1E2600-E574-483A-B1C2-EC86FE2CDD2D}"/>
              </a:ext>
            </a:extLst>
          </p:cNvPr>
          <p:cNvSpPr>
            <a:spLocks noGrp="1"/>
          </p:cNvSpPr>
          <p:nvPr/>
        </p:nvSpPr>
        <p:spPr>
          <a:xfrm>
            <a:off x="7791450" y="3898255"/>
            <a:ext cx="2081213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2-dom-5-5-3-3-0-1-0-0-0-text-0">
            <a:extLst>
              <a:ext uri="{FF2B5EF4-FFF2-40B4-BE49-F238E27FC236}">
                <a16:creationId xmlns:a16="http://schemas.microsoft.com/office/drawing/2014/main" id="{AB49A78E-9B93-43F4-B962-AEE026607E4A}"/>
              </a:ext>
            </a:extLst>
          </p:cNvPr>
          <p:cNvSpPr>
            <a:spLocks noGrp="1"/>
          </p:cNvSpPr>
          <p:nvPr/>
        </p:nvSpPr>
        <p:spPr>
          <a:xfrm>
            <a:off x="8301187" y="4026842"/>
            <a:ext cx="110936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Storage</a:t>
            </a:r>
          </a:p>
        </p:txBody>
      </p:sp>
      <p:sp>
        <p:nvSpPr>
          <p:cNvPr id="66" name="!!source-2-dom-5-5-3-3-0-1-0-1-0-text-0">
            <a:extLst>
              <a:ext uri="{FF2B5EF4-FFF2-40B4-BE49-F238E27FC236}">
                <a16:creationId xmlns:a16="http://schemas.microsoft.com/office/drawing/2014/main" id="{4A4118AB-F532-47F5-9940-86BC8B8F7826}"/>
              </a:ext>
            </a:extLst>
          </p:cNvPr>
          <p:cNvSpPr>
            <a:spLocks noGrp="1"/>
          </p:cNvSpPr>
          <p:nvPr/>
        </p:nvSpPr>
        <p:spPr>
          <a:xfrm>
            <a:off x="8422183" y="4388793"/>
            <a:ext cx="86722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battery</a:t>
            </a:r>
          </a:p>
        </p:txBody>
      </p:sp>
      <p:sp>
        <p:nvSpPr>
          <p:cNvPr id="67" name="!!source-2-dom-5-5-3-3-0-1-1-0-fill">
            <a:extLst>
              <a:ext uri="{FF2B5EF4-FFF2-40B4-BE49-F238E27FC236}">
                <a16:creationId xmlns:a16="http://schemas.microsoft.com/office/drawing/2014/main" id="{7591D3E4-F921-4084-90CF-F5D4E2B3270A}"/>
              </a:ext>
            </a:extLst>
          </p:cNvPr>
          <p:cNvSpPr>
            <a:spLocks noGrp="1"/>
          </p:cNvSpPr>
          <p:nvPr/>
        </p:nvSpPr>
        <p:spPr>
          <a:xfrm>
            <a:off x="8813006" y="4807893"/>
            <a:ext cx="38101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2-dom-5-5-3-3-0-2-0-outline">
            <a:extLst>
              <a:ext uri="{FF2B5EF4-FFF2-40B4-BE49-F238E27FC236}">
                <a16:creationId xmlns:a16="http://schemas.microsoft.com/office/drawing/2014/main" id="{40D80DEA-7A26-46DD-8950-A7784BB19426}"/>
              </a:ext>
            </a:extLst>
          </p:cNvPr>
          <p:cNvSpPr>
            <a:spLocks noGrp="1"/>
          </p:cNvSpPr>
          <p:nvPr/>
        </p:nvSpPr>
        <p:spPr>
          <a:xfrm>
            <a:off x="10091738" y="3898255"/>
            <a:ext cx="2081212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2-dom-5-5-3-3-0-2-0-0-0-text-0">
            <a:extLst>
              <a:ext uri="{FF2B5EF4-FFF2-40B4-BE49-F238E27FC236}">
                <a16:creationId xmlns:a16="http://schemas.microsoft.com/office/drawing/2014/main" id="{2523B71D-7FCD-4A3D-BA7A-6B529D4C648C}"/>
              </a:ext>
            </a:extLst>
          </p:cNvPr>
          <p:cNvSpPr>
            <a:spLocks noGrp="1"/>
          </p:cNvSpPr>
          <p:nvPr/>
        </p:nvSpPr>
        <p:spPr>
          <a:xfrm>
            <a:off x="10843766" y="4026842"/>
            <a:ext cx="6246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Grid</a:t>
            </a:r>
          </a:p>
        </p:txBody>
      </p:sp>
      <p:sp>
        <p:nvSpPr>
          <p:cNvPr id="70" name="!!source-2-dom-5-5-3-3-0-2-0-1-0-text-0">
            <a:extLst>
              <a:ext uri="{FF2B5EF4-FFF2-40B4-BE49-F238E27FC236}">
                <a16:creationId xmlns:a16="http://schemas.microsoft.com/office/drawing/2014/main" id="{42B819B5-977C-4069-AF52-244C5E1B7616}"/>
              </a:ext>
            </a:extLst>
          </p:cNvPr>
          <p:cNvSpPr>
            <a:spLocks noGrp="1"/>
          </p:cNvSpPr>
          <p:nvPr/>
        </p:nvSpPr>
        <p:spPr>
          <a:xfrm>
            <a:off x="10310366" y="4388793"/>
            <a:ext cx="169158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import, export</a:t>
            </a:r>
          </a:p>
        </p:txBody>
      </p:sp>
      <p:sp>
        <p:nvSpPr>
          <p:cNvPr id="71" name="!!source-2-dom-5-5-3-3-0-2-1-0-fill">
            <a:extLst>
              <a:ext uri="{FF2B5EF4-FFF2-40B4-BE49-F238E27FC236}">
                <a16:creationId xmlns:a16="http://schemas.microsoft.com/office/drawing/2014/main" id="{0E872232-F365-4BF2-B1E0-D841FBC146BB}"/>
              </a:ext>
            </a:extLst>
          </p:cNvPr>
          <p:cNvSpPr>
            <a:spLocks noGrp="1"/>
          </p:cNvSpPr>
          <p:nvPr/>
        </p:nvSpPr>
        <p:spPr>
          <a:xfrm>
            <a:off x="11113294" y="4807893"/>
            <a:ext cx="38099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2-dom-5-5-3-3-0-3-0-outline">
            <a:extLst>
              <a:ext uri="{FF2B5EF4-FFF2-40B4-BE49-F238E27FC236}">
                <a16:creationId xmlns:a16="http://schemas.microsoft.com/office/drawing/2014/main" id="{D06EFC45-BD9D-43AC-9778-A89D68D220DC}"/>
              </a:ext>
            </a:extLst>
          </p:cNvPr>
          <p:cNvSpPr>
            <a:spLocks noGrp="1"/>
          </p:cNvSpPr>
          <p:nvPr/>
        </p:nvSpPr>
        <p:spPr>
          <a:xfrm>
            <a:off x="12392025" y="3898255"/>
            <a:ext cx="2081212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2-dom-5-5-3-3-0-3-0-0-0-text-0">
            <a:extLst>
              <a:ext uri="{FF2B5EF4-FFF2-40B4-BE49-F238E27FC236}">
                <a16:creationId xmlns:a16="http://schemas.microsoft.com/office/drawing/2014/main" id="{F4548FC7-9CA0-48F9-9A89-A11B07AC3C60}"/>
              </a:ext>
            </a:extLst>
          </p:cNvPr>
          <p:cNvSpPr>
            <a:spLocks noGrp="1"/>
          </p:cNvSpPr>
          <p:nvPr/>
        </p:nvSpPr>
        <p:spPr>
          <a:xfrm>
            <a:off x="12947749" y="4026842"/>
            <a:ext cx="101738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Market</a:t>
            </a:r>
          </a:p>
        </p:txBody>
      </p:sp>
      <p:sp>
        <p:nvSpPr>
          <p:cNvPr id="74" name="!!source-2-dom-5-5-3-3-0-3-0-1-0-text-0">
            <a:extLst>
              <a:ext uri="{FF2B5EF4-FFF2-40B4-BE49-F238E27FC236}">
                <a16:creationId xmlns:a16="http://schemas.microsoft.com/office/drawing/2014/main" id="{8C699CB5-4454-4C37-BDFE-DAA4167322AB}"/>
              </a:ext>
            </a:extLst>
          </p:cNvPr>
          <p:cNvSpPr>
            <a:spLocks noGrp="1"/>
          </p:cNvSpPr>
          <p:nvPr/>
        </p:nvSpPr>
        <p:spPr>
          <a:xfrm>
            <a:off x="12583864" y="4388793"/>
            <a:ext cx="174500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prices, services</a:t>
            </a:r>
          </a:p>
        </p:txBody>
      </p:sp>
      <p:sp>
        <p:nvSpPr>
          <p:cNvPr id="75" name="!!source-2-dom-5-5-3-3-0-3-1-0-fill">
            <a:extLst>
              <a:ext uri="{FF2B5EF4-FFF2-40B4-BE49-F238E27FC236}">
                <a16:creationId xmlns:a16="http://schemas.microsoft.com/office/drawing/2014/main" id="{4F5E122C-1B7A-4B54-AAA2-D57409836D37}"/>
              </a:ext>
            </a:extLst>
          </p:cNvPr>
          <p:cNvSpPr>
            <a:spLocks noGrp="1"/>
          </p:cNvSpPr>
          <p:nvPr/>
        </p:nvSpPr>
        <p:spPr>
          <a:xfrm>
            <a:off x="13413582" y="4807893"/>
            <a:ext cx="38099" cy="2476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2-dom-5-5-3-3-1-0-fill">
            <a:extLst>
              <a:ext uri="{FF2B5EF4-FFF2-40B4-BE49-F238E27FC236}">
                <a16:creationId xmlns:a16="http://schemas.microsoft.com/office/drawing/2014/main" id="{92684F65-5FB7-4EF7-9048-D72185318927}"/>
              </a:ext>
            </a:extLst>
          </p:cNvPr>
          <p:cNvSpPr>
            <a:spLocks noGrp="1"/>
          </p:cNvSpPr>
          <p:nvPr/>
        </p:nvSpPr>
        <p:spPr>
          <a:xfrm>
            <a:off x="5476875" y="5165081"/>
            <a:ext cx="3170337" cy="571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2-dom-5-5-3-3-1-1-0-text-0">
            <a:extLst>
              <a:ext uri="{FF2B5EF4-FFF2-40B4-BE49-F238E27FC236}">
                <a16:creationId xmlns:a16="http://schemas.microsoft.com/office/drawing/2014/main" id="{7E50E73E-429E-469D-B904-28267B6D3C0A}"/>
              </a:ext>
            </a:extLst>
          </p:cNvPr>
          <p:cNvSpPr>
            <a:spLocks noGrp="1"/>
          </p:cNvSpPr>
          <p:nvPr/>
        </p:nvSpPr>
        <p:spPr>
          <a:xfrm>
            <a:off x="8837712" y="5055542"/>
            <a:ext cx="233645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ELECTRICAL BUS</a:t>
            </a:r>
          </a:p>
        </p:txBody>
      </p:sp>
      <p:sp>
        <p:nvSpPr>
          <p:cNvPr id="78" name="!!source-2-dom-5-5-3-3-1-2-fill">
            <a:extLst>
              <a:ext uri="{FF2B5EF4-FFF2-40B4-BE49-F238E27FC236}">
                <a16:creationId xmlns:a16="http://schemas.microsoft.com/office/drawing/2014/main" id="{086E28C9-834B-4784-B3AE-50AE5D4C988B}"/>
              </a:ext>
            </a:extLst>
          </p:cNvPr>
          <p:cNvSpPr>
            <a:spLocks noGrp="1"/>
          </p:cNvSpPr>
          <p:nvPr/>
        </p:nvSpPr>
        <p:spPr>
          <a:xfrm>
            <a:off x="11317040" y="5165081"/>
            <a:ext cx="3170485" cy="5715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2-dom-5-5-3-3-2-1-0-0-fill">
            <a:extLst>
              <a:ext uri="{FF2B5EF4-FFF2-40B4-BE49-F238E27FC236}">
                <a16:creationId xmlns:a16="http://schemas.microsoft.com/office/drawing/2014/main" id="{08B4D56D-7408-406F-8CA1-AE13C1B80A61}"/>
              </a:ext>
            </a:extLst>
          </p:cNvPr>
          <p:cNvSpPr>
            <a:spLocks noGrp="1"/>
          </p:cNvSpPr>
          <p:nvPr/>
        </p:nvSpPr>
        <p:spPr>
          <a:xfrm>
            <a:off x="8771037" y="5331767"/>
            <a:ext cx="38100" cy="247651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0" name="!!source-2-dom-5-5-3-3-2-1-1-outline">
            <a:extLst>
              <a:ext uri="{FF2B5EF4-FFF2-40B4-BE49-F238E27FC236}">
                <a16:creationId xmlns:a16="http://schemas.microsoft.com/office/drawing/2014/main" id="{B049D6F8-052E-4C3C-A1AF-745AFFF21ADC}"/>
              </a:ext>
            </a:extLst>
          </p:cNvPr>
          <p:cNvSpPr>
            <a:spLocks noGrp="1"/>
          </p:cNvSpPr>
          <p:nvPr/>
        </p:nvSpPr>
        <p:spPr>
          <a:xfrm>
            <a:off x="7763470" y="5593705"/>
            <a:ext cx="2053382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!!source-2-dom-5-5-3-3-2-1-1-0-0-text-0">
            <a:extLst>
              <a:ext uri="{FF2B5EF4-FFF2-40B4-BE49-F238E27FC236}">
                <a16:creationId xmlns:a16="http://schemas.microsoft.com/office/drawing/2014/main" id="{1C977438-1FD3-4B9F-AF25-DEF7E9A7543F}"/>
              </a:ext>
            </a:extLst>
          </p:cNvPr>
          <p:cNvSpPr>
            <a:spLocks noGrp="1"/>
          </p:cNvSpPr>
          <p:nvPr/>
        </p:nvSpPr>
        <p:spPr>
          <a:xfrm>
            <a:off x="7981355" y="5722293"/>
            <a:ext cx="166523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Electrolyser</a:t>
            </a:r>
          </a:p>
        </p:txBody>
      </p:sp>
      <p:sp>
        <p:nvSpPr>
          <p:cNvPr id="82" name="!!source-2-dom-5-5-3-3-2-1-1-1-0-text-0">
            <a:extLst>
              <a:ext uri="{FF2B5EF4-FFF2-40B4-BE49-F238E27FC236}">
                <a16:creationId xmlns:a16="http://schemas.microsoft.com/office/drawing/2014/main" id="{DF321DEF-DB93-4D80-95E1-8E951FFC47AA}"/>
              </a:ext>
            </a:extLst>
          </p:cNvPr>
          <p:cNvSpPr>
            <a:spLocks noGrp="1"/>
          </p:cNvSpPr>
          <p:nvPr/>
        </p:nvSpPr>
        <p:spPr>
          <a:xfrm>
            <a:off x="8151168" y="6084243"/>
            <a:ext cx="132561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production</a:t>
            </a:r>
          </a:p>
        </p:txBody>
      </p:sp>
      <p:sp>
        <p:nvSpPr>
          <p:cNvPr id="83" name="!!source-2-dom-5-5-3-3-2-2-0-0-fill">
            <a:extLst>
              <a:ext uri="{FF2B5EF4-FFF2-40B4-BE49-F238E27FC236}">
                <a16:creationId xmlns:a16="http://schemas.microsoft.com/office/drawing/2014/main" id="{63DC04A6-7D82-42C0-8FD9-18276BD3A4C9}"/>
              </a:ext>
            </a:extLst>
          </p:cNvPr>
          <p:cNvSpPr>
            <a:spLocks noGrp="1"/>
          </p:cNvSpPr>
          <p:nvPr/>
        </p:nvSpPr>
        <p:spPr>
          <a:xfrm>
            <a:off x="11099304" y="5331767"/>
            <a:ext cx="38101" cy="247651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4" name="!!source-2-dom-5-5-3-3-2-2-1-outline">
            <a:extLst>
              <a:ext uri="{FF2B5EF4-FFF2-40B4-BE49-F238E27FC236}">
                <a16:creationId xmlns:a16="http://schemas.microsoft.com/office/drawing/2014/main" id="{3D9EBA3F-44B5-4B6F-B79B-BFFBC670EDDC}"/>
              </a:ext>
            </a:extLst>
          </p:cNvPr>
          <p:cNvSpPr>
            <a:spLocks noGrp="1"/>
          </p:cNvSpPr>
          <p:nvPr/>
        </p:nvSpPr>
        <p:spPr>
          <a:xfrm>
            <a:off x="10035927" y="5593705"/>
            <a:ext cx="2164854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2-dom-5-5-3-3-2-2-1-0-0-text-0">
            <a:extLst>
              <a:ext uri="{FF2B5EF4-FFF2-40B4-BE49-F238E27FC236}">
                <a16:creationId xmlns:a16="http://schemas.microsoft.com/office/drawing/2014/main" id="{60DC493A-B74A-4FA0-B2F3-3C5370CAB66C}"/>
              </a:ext>
            </a:extLst>
          </p:cNvPr>
          <p:cNvSpPr>
            <a:spLocks noGrp="1"/>
          </p:cNvSpPr>
          <p:nvPr/>
        </p:nvSpPr>
        <p:spPr>
          <a:xfrm>
            <a:off x="10221664" y="5722293"/>
            <a:ext cx="184100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Compressors</a:t>
            </a:r>
          </a:p>
        </p:txBody>
      </p:sp>
      <p:sp>
        <p:nvSpPr>
          <p:cNvPr id="86" name="!!source-2-dom-5-5-3-3-2-2-1-1-0-text-0">
            <a:extLst>
              <a:ext uri="{FF2B5EF4-FFF2-40B4-BE49-F238E27FC236}">
                <a16:creationId xmlns:a16="http://schemas.microsoft.com/office/drawing/2014/main" id="{AFE7AFCF-EA71-4DE6-B2F7-7F2ED6E2A8EE}"/>
              </a:ext>
            </a:extLst>
          </p:cNvPr>
          <p:cNvSpPr>
            <a:spLocks noGrp="1"/>
          </p:cNvSpPr>
          <p:nvPr/>
        </p:nvSpPr>
        <p:spPr>
          <a:xfrm>
            <a:off x="10448180" y="6084243"/>
            <a:ext cx="13879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preparation</a:t>
            </a:r>
          </a:p>
        </p:txBody>
      </p:sp>
      <p:sp>
        <p:nvSpPr>
          <p:cNvPr id="87" name="!!source-2-dom-5-5-3-5-0-text-0">
            <a:extLst>
              <a:ext uri="{FF2B5EF4-FFF2-40B4-BE49-F238E27FC236}">
                <a16:creationId xmlns:a16="http://schemas.microsoft.com/office/drawing/2014/main" id="{93AE38BE-15CF-4181-8F3C-358550B30E5C}"/>
              </a:ext>
            </a:extLst>
          </p:cNvPr>
          <p:cNvSpPr>
            <a:spLocks noGrp="1"/>
          </p:cNvSpPr>
          <p:nvPr/>
        </p:nvSpPr>
        <p:spPr>
          <a:xfrm>
            <a:off x="5476875" y="7034510"/>
            <a:ext cx="5524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Production and compression are the loads.</a:t>
            </a:r>
          </a:p>
        </p:txBody>
      </p:sp>
      <p:sp>
        <p:nvSpPr>
          <p:cNvPr id="88" name="!!source-2-dom-5-9-fill">
            <a:extLst>
              <a:ext uri="{FF2B5EF4-FFF2-40B4-BE49-F238E27FC236}">
                <a16:creationId xmlns:a16="http://schemas.microsoft.com/office/drawing/2014/main" id="{95AD6775-D975-4E4F-8FA8-32F3F2EAC34C}"/>
              </a:ext>
            </a:extLst>
          </p:cNvPr>
          <p:cNvSpPr>
            <a:spLocks noGrp="1"/>
          </p:cNvSpPr>
          <p:nvPr/>
        </p:nvSpPr>
        <p:spPr>
          <a:xfrm>
            <a:off x="9239249" y="2466975"/>
            <a:ext cx="381000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9" name="!!source-2-dom-5-9-outline">
            <a:extLst>
              <a:ext uri="{FF2B5EF4-FFF2-40B4-BE49-F238E27FC236}">
                <a16:creationId xmlns:a16="http://schemas.microsoft.com/office/drawing/2014/main" id="{9A648D70-7A92-4AAB-A76E-311991166AD3}"/>
              </a:ext>
            </a:extLst>
          </p:cNvPr>
          <p:cNvSpPr>
            <a:spLocks noGrp="1"/>
          </p:cNvSpPr>
          <p:nvPr/>
        </p:nvSpPr>
        <p:spPr>
          <a:xfrm>
            <a:off x="9253537" y="2481263"/>
            <a:ext cx="3781425" cy="5136059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!!source-2-dom-5-9-1-1-fill">
            <a:extLst>
              <a:ext uri="{FF2B5EF4-FFF2-40B4-BE49-F238E27FC236}">
                <a16:creationId xmlns:a16="http://schemas.microsoft.com/office/drawing/2014/main" id="{D3347E7B-AFDF-450D-869D-38BE360E63C7}"/>
              </a:ext>
            </a:extLst>
          </p:cNvPr>
          <p:cNvSpPr>
            <a:spLocks noGrp="1"/>
          </p:cNvSpPr>
          <p:nvPr/>
        </p:nvSpPr>
        <p:spPr>
          <a:xfrm>
            <a:off x="10839450" y="3353842"/>
            <a:ext cx="609601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1" name="!!source-2-dom-5-9-1-1-0-text-0">
            <a:extLst>
              <a:ext uri="{FF2B5EF4-FFF2-40B4-BE49-F238E27FC236}">
                <a16:creationId xmlns:a16="http://schemas.microsoft.com/office/drawing/2014/main" id="{29B25B88-6182-4A40-AF18-64DB85A1408D}"/>
              </a:ext>
            </a:extLst>
          </p:cNvPr>
          <p:cNvSpPr>
            <a:spLocks noGrp="1"/>
          </p:cNvSpPr>
          <p:nvPr/>
        </p:nvSpPr>
        <p:spPr>
          <a:xfrm>
            <a:off x="11059567" y="3482429"/>
            <a:ext cx="21684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2" name="!!source-2-dom-5-9-1-3-0-text-0">
            <a:extLst>
              <a:ext uri="{FF2B5EF4-FFF2-40B4-BE49-F238E27FC236}">
                <a16:creationId xmlns:a16="http://schemas.microsoft.com/office/drawing/2014/main" id="{01A667CD-2E87-4BA4-9340-73401867516F}"/>
              </a:ext>
            </a:extLst>
          </p:cNvPr>
          <p:cNvSpPr>
            <a:spLocks noGrp="1"/>
          </p:cNvSpPr>
          <p:nvPr/>
        </p:nvSpPr>
        <p:spPr>
          <a:xfrm>
            <a:off x="10277029" y="4153942"/>
            <a:ext cx="178191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93" name="!!source-2-dom-5-9-1-5-0-text-0">
            <a:extLst>
              <a:ext uri="{FF2B5EF4-FFF2-40B4-BE49-F238E27FC236}">
                <a16:creationId xmlns:a16="http://schemas.microsoft.com/office/drawing/2014/main" id="{D81E1E5E-C523-4CF7-B823-5D8511D3AA1D}"/>
              </a:ext>
            </a:extLst>
          </p:cNvPr>
          <p:cNvSpPr>
            <a:spLocks noGrp="1"/>
          </p:cNvSpPr>
          <p:nvPr/>
        </p:nvSpPr>
        <p:spPr>
          <a:xfrm>
            <a:off x="10346530" y="4620667"/>
            <a:ext cx="164306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Pressurised</a:t>
            </a:r>
          </a:p>
        </p:txBody>
      </p:sp>
      <p:sp>
        <p:nvSpPr>
          <p:cNvPr id="94" name="!!source-2-dom-5-9-1-5-0-text-1">
            <a:extLst>
              <a:ext uri="{FF2B5EF4-FFF2-40B4-BE49-F238E27FC236}">
                <a16:creationId xmlns:a16="http://schemas.microsoft.com/office/drawing/2014/main" id="{980CD0B0-B1A5-4612-9A95-E89DC5ADF4F9}"/>
              </a:ext>
            </a:extLst>
          </p:cNvPr>
          <p:cNvSpPr>
            <a:spLocks noGrp="1"/>
          </p:cNvSpPr>
          <p:nvPr/>
        </p:nvSpPr>
        <p:spPr>
          <a:xfrm>
            <a:off x="10327630" y="4954042"/>
            <a:ext cx="168071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storage and</a:t>
            </a:r>
          </a:p>
        </p:txBody>
      </p:sp>
      <p:sp>
        <p:nvSpPr>
          <p:cNvPr id="95" name="!!source-2-dom-5-9-1-5-0-text-2">
            <a:extLst>
              <a:ext uri="{FF2B5EF4-FFF2-40B4-BE49-F238E27FC236}">
                <a16:creationId xmlns:a16="http://schemas.microsoft.com/office/drawing/2014/main" id="{32DAA7BC-5B63-43D8-ADA4-4E05B08BA98F}"/>
              </a:ext>
            </a:extLst>
          </p:cNvPr>
          <p:cNvSpPr>
            <a:spLocks noGrp="1"/>
          </p:cNvSpPr>
          <p:nvPr/>
        </p:nvSpPr>
        <p:spPr>
          <a:xfrm>
            <a:off x="10259020" y="5287416"/>
            <a:ext cx="1818085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compression</a:t>
            </a:r>
          </a:p>
        </p:txBody>
      </p:sp>
      <p:sp>
        <p:nvSpPr>
          <p:cNvPr id="96" name="!!source-2-dom-5-9-1-7-0-0-text-0">
            <a:extLst>
              <a:ext uri="{FF2B5EF4-FFF2-40B4-BE49-F238E27FC236}">
                <a16:creationId xmlns:a16="http://schemas.microsoft.com/office/drawing/2014/main" id="{D83C9E4D-34B9-41DA-B2EE-05D9216EC2E5}"/>
              </a:ext>
            </a:extLst>
          </p:cNvPr>
          <p:cNvSpPr>
            <a:spLocks noGrp="1"/>
          </p:cNvSpPr>
          <p:nvPr/>
        </p:nvSpPr>
        <p:spPr>
          <a:xfrm>
            <a:off x="10751939" y="5811292"/>
            <a:ext cx="83224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several</a:t>
            </a:r>
          </a:p>
        </p:txBody>
      </p:sp>
      <p:sp>
        <p:nvSpPr>
          <p:cNvPr id="97" name="!!source-2-dom-5-9-1-7-0-0-text-1">
            <a:extLst>
              <a:ext uri="{FF2B5EF4-FFF2-40B4-BE49-F238E27FC236}">
                <a16:creationId xmlns:a16="http://schemas.microsoft.com/office/drawing/2014/main" id="{99268164-52F1-4A8A-87B7-653390FEF0DC}"/>
              </a:ext>
            </a:extLst>
          </p:cNvPr>
          <p:cNvSpPr>
            <a:spLocks noGrp="1"/>
          </p:cNvSpPr>
          <p:nvPr/>
        </p:nvSpPr>
        <p:spPr>
          <a:xfrm>
            <a:off x="10307092" y="6097042"/>
            <a:ext cx="172179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pressure levels</a:t>
            </a:r>
          </a:p>
        </p:txBody>
      </p:sp>
      <p:sp>
        <p:nvSpPr>
          <p:cNvPr id="98" name="!!source-2-dom-5-9-1-7-1-0-text-0">
            <a:extLst>
              <a:ext uri="{FF2B5EF4-FFF2-40B4-BE49-F238E27FC236}">
                <a16:creationId xmlns:a16="http://schemas.microsoft.com/office/drawing/2014/main" id="{5923D055-FBC2-482A-AB49-AD05DADCB604}"/>
              </a:ext>
            </a:extLst>
          </p:cNvPr>
          <p:cNvSpPr>
            <a:spLocks noGrp="1"/>
          </p:cNvSpPr>
          <p:nvPr/>
        </p:nvSpPr>
        <p:spPr>
          <a:xfrm>
            <a:off x="10412462" y="6458992"/>
            <a:ext cx="151120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compressors</a:t>
            </a:r>
          </a:p>
        </p:txBody>
      </p:sp>
      <p:sp>
        <p:nvSpPr>
          <p:cNvPr id="99" name="!!source-2-dom-5-9-3-1-0-fill">
            <a:extLst>
              <a:ext uri="{FF2B5EF4-FFF2-40B4-BE49-F238E27FC236}">
                <a16:creationId xmlns:a16="http://schemas.microsoft.com/office/drawing/2014/main" id="{ADCD5F69-7741-457E-8EEC-3F2EFC034E51}"/>
              </a:ext>
            </a:extLst>
          </p:cNvPr>
          <p:cNvSpPr>
            <a:spLocks noGrp="1"/>
          </p:cNvSpPr>
          <p:nvPr/>
        </p:nvSpPr>
        <p:spPr>
          <a:xfrm>
            <a:off x="957262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2-dom-5-9-3-1-0-0-text-0">
            <a:extLst>
              <a:ext uri="{FF2B5EF4-FFF2-40B4-BE49-F238E27FC236}">
                <a16:creationId xmlns:a16="http://schemas.microsoft.com/office/drawing/2014/main" id="{5EE37306-C399-4BD5-B6B3-FC4F811851C7}"/>
              </a:ext>
            </a:extLst>
          </p:cNvPr>
          <p:cNvSpPr>
            <a:spLocks noGrp="1"/>
          </p:cNvSpPr>
          <p:nvPr/>
        </p:nvSpPr>
        <p:spPr>
          <a:xfrm>
            <a:off x="9741248" y="2886075"/>
            <a:ext cx="205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1" name="!!source-2-dom-5-9-3-1-1-0-0-text-0">
            <a:extLst>
              <a:ext uri="{FF2B5EF4-FFF2-40B4-BE49-F238E27FC236}">
                <a16:creationId xmlns:a16="http://schemas.microsoft.com/office/drawing/2014/main" id="{32BE6706-468D-40B9-99D1-CEE04370DD1D}"/>
              </a:ext>
            </a:extLst>
          </p:cNvPr>
          <p:cNvSpPr>
            <a:spLocks noGrp="1"/>
          </p:cNvSpPr>
          <p:nvPr/>
        </p:nvSpPr>
        <p:spPr>
          <a:xfrm>
            <a:off x="10239374" y="2724150"/>
            <a:ext cx="592886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Pressurised storage and compression</a:t>
            </a:r>
          </a:p>
        </p:txBody>
      </p:sp>
      <p:sp>
        <p:nvSpPr>
          <p:cNvPr id="102" name="!!source-2-dom-5-9-3-1-1-1-0-text-0">
            <a:extLst>
              <a:ext uri="{FF2B5EF4-FFF2-40B4-BE49-F238E27FC236}">
                <a16:creationId xmlns:a16="http://schemas.microsoft.com/office/drawing/2014/main" id="{72B2D34D-A44A-4132-945D-1C8D4BFF3761}"/>
              </a:ext>
            </a:extLst>
          </p:cNvPr>
          <p:cNvSpPr>
            <a:spLocks noGrp="1"/>
          </p:cNvSpPr>
          <p:nvPr/>
        </p:nvSpPr>
        <p:spPr>
          <a:xfrm>
            <a:off x="10239374" y="3095625"/>
            <a:ext cx="438700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lifted in stages to the vehicle standard</a:t>
            </a:r>
          </a:p>
        </p:txBody>
      </p:sp>
      <p:sp>
        <p:nvSpPr>
          <p:cNvPr id="103" name="!!source-2-dom-5-9-3-3-0-0-fill">
            <a:extLst>
              <a:ext uri="{FF2B5EF4-FFF2-40B4-BE49-F238E27FC236}">
                <a16:creationId xmlns:a16="http://schemas.microsoft.com/office/drawing/2014/main" id="{198BF995-95E5-4C53-B18F-BE68905666DE}"/>
              </a:ext>
            </a:extLst>
          </p:cNvPr>
          <p:cNvSpPr>
            <a:spLocks noGrp="1"/>
          </p:cNvSpPr>
          <p:nvPr/>
        </p:nvSpPr>
        <p:spPr>
          <a:xfrm>
            <a:off x="9572625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2-dom-5-9-3-3-0-0-outline">
            <a:extLst>
              <a:ext uri="{FF2B5EF4-FFF2-40B4-BE49-F238E27FC236}">
                <a16:creationId xmlns:a16="http://schemas.microsoft.com/office/drawing/2014/main" id="{655AE401-4FC4-4248-93C0-69700F5CBBE4}"/>
              </a:ext>
            </a:extLst>
          </p:cNvPr>
          <p:cNvSpPr>
            <a:spLocks noGrp="1"/>
          </p:cNvSpPr>
          <p:nvPr/>
        </p:nvSpPr>
        <p:spPr>
          <a:xfrm>
            <a:off x="9586913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" name="!!source-2-dom-5-9-3-3-0-0-0-fill">
            <a:extLst>
              <a:ext uri="{FF2B5EF4-FFF2-40B4-BE49-F238E27FC236}">
                <a16:creationId xmlns:a16="http://schemas.microsoft.com/office/drawing/2014/main" id="{1845544B-1B13-43FF-B98A-CC284D0AA950}"/>
              </a:ext>
            </a:extLst>
          </p:cNvPr>
          <p:cNvSpPr>
            <a:spLocks noGrp="1"/>
          </p:cNvSpPr>
          <p:nvPr/>
        </p:nvSpPr>
        <p:spPr>
          <a:xfrm>
            <a:off x="9601201" y="5231755"/>
            <a:ext cx="666749" cy="342900"/>
          </a:xfrm>
          <a:custGeom>
            <a:avLst/>
            <a:gdLst/>
            <a:ahLst/>
            <a:cxnLst/>
            <a:rect l="0" t="0" r="0" b="0"/>
            <a:pathLst>
              <a:path w="666749" h="342900">
                <a:moveTo>
                  <a:pt x="0" y="0"/>
                </a:moveTo>
                <a:lnTo>
                  <a:pt x="666749" y="0"/>
                </a:lnTo>
                <a:lnTo>
                  <a:pt x="666749" y="238125"/>
                </a:lnTo>
                <a:lnTo>
                  <a:pt x="664736" y="258565"/>
                </a:lnTo>
                <a:lnTo>
                  <a:pt x="658774" y="278220"/>
                </a:lnTo>
                <a:lnTo>
                  <a:pt x="649091" y="296335"/>
                </a:lnTo>
                <a:lnTo>
                  <a:pt x="636061" y="312212"/>
                </a:lnTo>
                <a:lnTo>
                  <a:pt x="620184" y="325242"/>
                </a:lnTo>
                <a:lnTo>
                  <a:pt x="602070" y="334924"/>
                </a:lnTo>
                <a:lnTo>
                  <a:pt x="582415" y="340887"/>
                </a:lnTo>
                <a:lnTo>
                  <a:pt x="561974" y="342900"/>
                </a:lnTo>
                <a:lnTo>
                  <a:pt x="104775" y="342900"/>
                </a:lnTo>
                <a:lnTo>
                  <a:pt x="84334" y="340887"/>
                </a:lnTo>
                <a:lnTo>
                  <a:pt x="64679" y="334924"/>
                </a:lnTo>
                <a:lnTo>
                  <a:pt x="46565" y="325242"/>
                </a:lnTo>
                <a:lnTo>
                  <a:pt x="30688" y="312212"/>
                </a:lnTo>
                <a:lnTo>
                  <a:pt x="17658" y="296335"/>
                </a:lnTo>
                <a:lnTo>
                  <a:pt x="7976" y="278220"/>
                </a:lnTo>
                <a:lnTo>
                  <a:pt x="2013" y="258565"/>
                </a:lnTo>
                <a:lnTo>
                  <a:pt x="0" y="2381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!!source-2-dom-5-9-3-3-0-1-0-text-0">
            <a:extLst>
              <a:ext uri="{FF2B5EF4-FFF2-40B4-BE49-F238E27FC236}">
                <a16:creationId xmlns:a16="http://schemas.microsoft.com/office/drawing/2014/main" id="{5C675A0B-9038-4AC6-AD64-4B99193BB568}"/>
              </a:ext>
            </a:extLst>
          </p:cNvPr>
          <p:cNvSpPr>
            <a:spLocks noGrp="1"/>
          </p:cNvSpPr>
          <p:nvPr/>
        </p:nvSpPr>
        <p:spPr>
          <a:xfrm>
            <a:off x="9706868" y="5679430"/>
            <a:ext cx="50289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low</a:t>
            </a:r>
          </a:p>
        </p:txBody>
      </p:sp>
      <p:sp>
        <p:nvSpPr>
          <p:cNvPr id="107" name="!!source-2-dom-5-9-3-3-1-0-fill">
            <a:extLst>
              <a:ext uri="{FF2B5EF4-FFF2-40B4-BE49-F238E27FC236}">
                <a16:creationId xmlns:a16="http://schemas.microsoft.com/office/drawing/2014/main" id="{59CED1D8-752D-467C-A19D-DE155BD4532A}"/>
              </a:ext>
            </a:extLst>
          </p:cNvPr>
          <p:cNvSpPr>
            <a:spLocks noGrp="1"/>
          </p:cNvSpPr>
          <p:nvPr/>
        </p:nvSpPr>
        <p:spPr>
          <a:xfrm>
            <a:off x="10296525" y="5174605"/>
            <a:ext cx="43085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2-dom-5-9-3-3-1-1-border-Top">
            <a:extLst>
              <a:ext uri="{FF2B5EF4-FFF2-40B4-BE49-F238E27FC236}">
                <a16:creationId xmlns:a16="http://schemas.microsoft.com/office/drawing/2014/main" id="{DA198CA5-D90C-4CC7-9E06-CE0734335CE9}"/>
              </a:ext>
            </a:extLst>
          </p:cNvPr>
          <p:cNvSpPr>
            <a:spLocks noGrp="1"/>
          </p:cNvSpPr>
          <p:nvPr/>
        </p:nvSpPr>
        <p:spPr>
          <a:xfrm>
            <a:off x="1072738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2-dom-5-9-3-3-1-1-border-Bottom">
            <a:extLst>
              <a:ext uri="{FF2B5EF4-FFF2-40B4-BE49-F238E27FC236}">
                <a16:creationId xmlns:a16="http://schemas.microsoft.com/office/drawing/2014/main" id="{2687F4BA-FB06-44E3-82D5-E1C0B6680E10}"/>
              </a:ext>
            </a:extLst>
          </p:cNvPr>
          <p:cNvSpPr>
            <a:spLocks noGrp="1"/>
          </p:cNvSpPr>
          <p:nvPr/>
        </p:nvSpPr>
        <p:spPr>
          <a:xfrm>
            <a:off x="1072738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2-dom-5-9-3-3-1-1-border-Left">
            <a:extLst>
              <a:ext uri="{FF2B5EF4-FFF2-40B4-BE49-F238E27FC236}">
                <a16:creationId xmlns:a16="http://schemas.microsoft.com/office/drawing/2014/main" id="{30066B99-93A1-4055-852D-FA748AEABF80}"/>
              </a:ext>
            </a:extLst>
          </p:cNvPr>
          <p:cNvSpPr>
            <a:spLocks noGrp="1"/>
          </p:cNvSpPr>
          <p:nvPr/>
        </p:nvSpPr>
        <p:spPr>
          <a:xfrm>
            <a:off x="1072738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2-dom-5-9-3-3-2-fill">
            <a:extLst>
              <a:ext uri="{FF2B5EF4-FFF2-40B4-BE49-F238E27FC236}">
                <a16:creationId xmlns:a16="http://schemas.microsoft.com/office/drawing/2014/main" id="{D1D70584-F2C6-4697-948C-C94E279BA1DA}"/>
              </a:ext>
            </a:extLst>
          </p:cNvPr>
          <p:cNvSpPr>
            <a:spLocks noGrp="1"/>
          </p:cNvSpPr>
          <p:nvPr/>
        </p:nvSpPr>
        <p:spPr>
          <a:xfrm>
            <a:off x="10879783" y="4946005"/>
            <a:ext cx="762000" cy="495300"/>
          </a:xfrm>
          <a:custGeom>
            <a:avLst/>
            <a:gdLst/>
            <a:ahLst/>
            <a:cxnLst/>
            <a:rect l="0" t="0" r="0" b="0"/>
            <a:pathLst>
              <a:path w="762000" h="495300">
                <a:moveTo>
                  <a:pt x="0" y="0"/>
                </a:moveTo>
                <a:lnTo>
                  <a:pt x="762000" y="0"/>
                </a:lnTo>
                <a:lnTo>
                  <a:pt x="381000" y="4953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2-dom-5-9-3-3-2-0-text-0">
            <a:extLst>
              <a:ext uri="{FF2B5EF4-FFF2-40B4-BE49-F238E27FC236}">
                <a16:creationId xmlns:a16="http://schemas.microsoft.com/office/drawing/2014/main" id="{23880DC6-A905-4D30-98F7-6E453B9340E3}"/>
              </a:ext>
            </a:extLst>
          </p:cNvPr>
          <p:cNvSpPr>
            <a:spLocks noGrp="1"/>
          </p:cNvSpPr>
          <p:nvPr/>
        </p:nvSpPr>
        <p:spPr>
          <a:xfrm>
            <a:off x="11171039" y="4984105"/>
            <a:ext cx="22696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</a:t>
            </a:r>
          </a:p>
        </p:txBody>
      </p:sp>
      <p:sp>
        <p:nvSpPr>
          <p:cNvPr id="113" name="!!source-2-dom-5-9-3-3-3-0-fill">
            <a:extLst>
              <a:ext uri="{FF2B5EF4-FFF2-40B4-BE49-F238E27FC236}">
                <a16:creationId xmlns:a16="http://schemas.microsoft.com/office/drawing/2014/main" id="{1E86EDC4-36BC-4633-9A47-5EAE01A4624A}"/>
              </a:ext>
            </a:extLst>
          </p:cNvPr>
          <p:cNvSpPr>
            <a:spLocks noGrp="1"/>
          </p:cNvSpPr>
          <p:nvPr/>
        </p:nvSpPr>
        <p:spPr>
          <a:xfrm>
            <a:off x="11641782" y="5174605"/>
            <a:ext cx="43100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2-dom-5-9-3-3-3-1-border-Top">
            <a:extLst>
              <a:ext uri="{FF2B5EF4-FFF2-40B4-BE49-F238E27FC236}">
                <a16:creationId xmlns:a16="http://schemas.microsoft.com/office/drawing/2014/main" id="{CE77A660-A1F7-47D8-AD86-41C5A4B261A7}"/>
              </a:ext>
            </a:extLst>
          </p:cNvPr>
          <p:cNvSpPr>
            <a:spLocks noGrp="1"/>
          </p:cNvSpPr>
          <p:nvPr/>
        </p:nvSpPr>
        <p:spPr>
          <a:xfrm>
            <a:off x="12072789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0"/>
                </a:moveTo>
                <a:lnTo>
                  <a:pt x="152399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2-dom-5-9-3-3-3-1-border-Bottom">
            <a:extLst>
              <a:ext uri="{FF2B5EF4-FFF2-40B4-BE49-F238E27FC236}">
                <a16:creationId xmlns:a16="http://schemas.microsoft.com/office/drawing/2014/main" id="{2277377D-5B7A-418E-9643-380E8BEFE6A3}"/>
              </a:ext>
            </a:extLst>
          </p:cNvPr>
          <p:cNvSpPr>
            <a:spLocks noGrp="1"/>
          </p:cNvSpPr>
          <p:nvPr/>
        </p:nvSpPr>
        <p:spPr>
          <a:xfrm>
            <a:off x="12072789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190500"/>
                </a:moveTo>
                <a:lnTo>
                  <a:pt x="152400" y="95250"/>
                </a:lnTo>
                <a:lnTo>
                  <a:pt x="152399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2-dom-5-9-3-3-3-1-border-Left">
            <a:extLst>
              <a:ext uri="{FF2B5EF4-FFF2-40B4-BE49-F238E27FC236}">
                <a16:creationId xmlns:a16="http://schemas.microsoft.com/office/drawing/2014/main" id="{52BD2374-6ADC-4B8C-8622-379DA6ABAF70}"/>
              </a:ext>
            </a:extLst>
          </p:cNvPr>
          <p:cNvSpPr>
            <a:spLocks noGrp="1"/>
          </p:cNvSpPr>
          <p:nvPr/>
        </p:nvSpPr>
        <p:spPr>
          <a:xfrm>
            <a:off x="12072789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7" name="!!source-2-dom-5-9-3-3-4-0-fill">
            <a:extLst>
              <a:ext uri="{FF2B5EF4-FFF2-40B4-BE49-F238E27FC236}">
                <a16:creationId xmlns:a16="http://schemas.microsoft.com/office/drawing/2014/main" id="{21F0DA9F-A1F2-4202-B9AC-66A4F5BCAD3C}"/>
              </a:ext>
            </a:extLst>
          </p:cNvPr>
          <p:cNvSpPr>
            <a:spLocks noGrp="1"/>
          </p:cNvSpPr>
          <p:nvPr/>
        </p:nvSpPr>
        <p:spPr>
          <a:xfrm>
            <a:off x="12406312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2-dom-5-9-3-3-4-0-outline">
            <a:extLst>
              <a:ext uri="{FF2B5EF4-FFF2-40B4-BE49-F238E27FC236}">
                <a16:creationId xmlns:a16="http://schemas.microsoft.com/office/drawing/2014/main" id="{3BD18D7B-0617-4F09-A7E7-3ABA50CA7FBC}"/>
              </a:ext>
            </a:extLst>
          </p:cNvPr>
          <p:cNvSpPr>
            <a:spLocks noGrp="1"/>
          </p:cNvSpPr>
          <p:nvPr/>
        </p:nvSpPr>
        <p:spPr>
          <a:xfrm>
            <a:off x="12420600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2-dom-5-9-3-3-4-0-0-fill">
            <a:extLst>
              <a:ext uri="{FF2B5EF4-FFF2-40B4-BE49-F238E27FC236}">
                <a16:creationId xmlns:a16="http://schemas.microsoft.com/office/drawing/2014/main" id="{57133C43-72BF-4C92-9933-F0B0A86D6FF4}"/>
              </a:ext>
            </a:extLst>
          </p:cNvPr>
          <p:cNvSpPr>
            <a:spLocks noGrp="1"/>
          </p:cNvSpPr>
          <p:nvPr/>
        </p:nvSpPr>
        <p:spPr>
          <a:xfrm>
            <a:off x="12434888" y="4888855"/>
            <a:ext cx="666750" cy="685800"/>
          </a:xfrm>
          <a:custGeom>
            <a:avLst/>
            <a:gdLst/>
            <a:ahLst/>
            <a:cxnLst/>
            <a:rect l="0" t="0" r="0" b="0"/>
            <a:pathLst>
              <a:path w="666750" h="685800">
                <a:moveTo>
                  <a:pt x="0" y="0"/>
                </a:moveTo>
                <a:lnTo>
                  <a:pt x="666750" y="0"/>
                </a:lnTo>
                <a:lnTo>
                  <a:pt x="666750" y="581025"/>
                </a:lnTo>
                <a:lnTo>
                  <a:pt x="664737" y="601466"/>
                </a:lnTo>
                <a:lnTo>
                  <a:pt x="658775" y="621121"/>
                </a:lnTo>
                <a:lnTo>
                  <a:pt x="649093" y="639235"/>
                </a:lnTo>
                <a:lnTo>
                  <a:pt x="636063" y="655112"/>
                </a:lnTo>
                <a:lnTo>
                  <a:pt x="620185" y="668142"/>
                </a:lnTo>
                <a:lnTo>
                  <a:pt x="602071" y="677825"/>
                </a:lnTo>
                <a:lnTo>
                  <a:pt x="582416" y="683787"/>
                </a:lnTo>
                <a:lnTo>
                  <a:pt x="561975" y="685800"/>
                </a:lnTo>
                <a:lnTo>
                  <a:pt x="104775" y="685800"/>
                </a:lnTo>
                <a:lnTo>
                  <a:pt x="84334" y="683787"/>
                </a:lnTo>
                <a:lnTo>
                  <a:pt x="64679" y="677825"/>
                </a:lnTo>
                <a:lnTo>
                  <a:pt x="46565" y="668142"/>
                </a:lnTo>
                <a:lnTo>
                  <a:pt x="30688" y="655112"/>
                </a:lnTo>
                <a:lnTo>
                  <a:pt x="17658" y="639235"/>
                </a:lnTo>
                <a:lnTo>
                  <a:pt x="7976" y="621121"/>
                </a:lnTo>
                <a:lnTo>
                  <a:pt x="2013" y="601466"/>
                </a:lnTo>
                <a:lnTo>
                  <a:pt x="0" y="5810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2-dom-5-9-3-3-4-1-0-text-0">
            <a:extLst>
              <a:ext uri="{FF2B5EF4-FFF2-40B4-BE49-F238E27FC236}">
                <a16:creationId xmlns:a16="http://schemas.microsoft.com/office/drawing/2014/main" id="{15B85558-EEAA-47A4-BAC4-4935CCE3F75E}"/>
              </a:ext>
            </a:extLst>
          </p:cNvPr>
          <p:cNvSpPr>
            <a:spLocks noGrp="1"/>
          </p:cNvSpPr>
          <p:nvPr/>
        </p:nvSpPr>
        <p:spPr>
          <a:xfrm>
            <a:off x="12225188" y="5679430"/>
            <a:ext cx="113392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medium</a:t>
            </a:r>
          </a:p>
        </p:txBody>
      </p:sp>
      <p:sp>
        <p:nvSpPr>
          <p:cNvPr id="121" name="!!source-2-dom-5-9-3-3-5-0-fill">
            <a:extLst>
              <a:ext uri="{FF2B5EF4-FFF2-40B4-BE49-F238E27FC236}">
                <a16:creationId xmlns:a16="http://schemas.microsoft.com/office/drawing/2014/main" id="{27B14083-C3EC-46C8-B831-AB3FB1999D69}"/>
              </a:ext>
            </a:extLst>
          </p:cNvPr>
          <p:cNvSpPr>
            <a:spLocks noGrp="1"/>
          </p:cNvSpPr>
          <p:nvPr/>
        </p:nvSpPr>
        <p:spPr>
          <a:xfrm>
            <a:off x="13311486" y="5174605"/>
            <a:ext cx="430857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!!source-2-dom-5-9-3-3-5-1-border-Top">
            <a:extLst>
              <a:ext uri="{FF2B5EF4-FFF2-40B4-BE49-F238E27FC236}">
                <a16:creationId xmlns:a16="http://schemas.microsoft.com/office/drawing/2014/main" id="{F456F786-CC0A-40FD-BE02-77A095CF2C9E}"/>
              </a:ext>
            </a:extLst>
          </p:cNvPr>
          <p:cNvSpPr>
            <a:spLocks noGrp="1"/>
          </p:cNvSpPr>
          <p:nvPr/>
        </p:nvSpPr>
        <p:spPr>
          <a:xfrm>
            <a:off x="1374234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2-dom-5-9-3-3-5-1-border-Bottom">
            <a:extLst>
              <a:ext uri="{FF2B5EF4-FFF2-40B4-BE49-F238E27FC236}">
                <a16:creationId xmlns:a16="http://schemas.microsoft.com/office/drawing/2014/main" id="{035C0540-0291-4653-9F76-15B40CFEAC8D}"/>
              </a:ext>
            </a:extLst>
          </p:cNvPr>
          <p:cNvSpPr>
            <a:spLocks noGrp="1"/>
          </p:cNvSpPr>
          <p:nvPr/>
        </p:nvSpPr>
        <p:spPr>
          <a:xfrm>
            <a:off x="1374234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4" name="!!source-2-dom-5-9-3-3-5-1-border-Left">
            <a:extLst>
              <a:ext uri="{FF2B5EF4-FFF2-40B4-BE49-F238E27FC236}">
                <a16:creationId xmlns:a16="http://schemas.microsoft.com/office/drawing/2014/main" id="{A537D4C8-8ADF-4BB1-881F-46395A7C19A7}"/>
              </a:ext>
            </a:extLst>
          </p:cNvPr>
          <p:cNvSpPr>
            <a:spLocks noGrp="1"/>
          </p:cNvSpPr>
          <p:nvPr/>
        </p:nvSpPr>
        <p:spPr>
          <a:xfrm>
            <a:off x="13742343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5" name="!!source-2-dom-5-9-3-3-6-fill">
            <a:extLst>
              <a:ext uri="{FF2B5EF4-FFF2-40B4-BE49-F238E27FC236}">
                <a16:creationId xmlns:a16="http://schemas.microsoft.com/office/drawing/2014/main" id="{356A6B8E-91E7-495C-AC6F-A82E247BB1EC}"/>
              </a:ext>
            </a:extLst>
          </p:cNvPr>
          <p:cNvSpPr>
            <a:spLocks noGrp="1"/>
          </p:cNvSpPr>
          <p:nvPr/>
        </p:nvSpPr>
        <p:spPr>
          <a:xfrm>
            <a:off x="13894743" y="4946005"/>
            <a:ext cx="762000" cy="495300"/>
          </a:xfrm>
          <a:custGeom>
            <a:avLst/>
            <a:gdLst/>
            <a:ahLst/>
            <a:cxnLst/>
            <a:rect l="0" t="0" r="0" b="0"/>
            <a:pathLst>
              <a:path w="762000" h="495300">
                <a:moveTo>
                  <a:pt x="0" y="0"/>
                </a:moveTo>
                <a:lnTo>
                  <a:pt x="762000" y="0"/>
                </a:lnTo>
                <a:lnTo>
                  <a:pt x="381000" y="4953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2-dom-5-9-3-3-6-0-text-0">
            <a:extLst>
              <a:ext uri="{FF2B5EF4-FFF2-40B4-BE49-F238E27FC236}">
                <a16:creationId xmlns:a16="http://schemas.microsoft.com/office/drawing/2014/main" id="{68F36A7F-FC2E-4DE8-BA50-C3250669FFDF}"/>
              </a:ext>
            </a:extLst>
          </p:cNvPr>
          <p:cNvSpPr>
            <a:spLocks noGrp="1"/>
          </p:cNvSpPr>
          <p:nvPr/>
        </p:nvSpPr>
        <p:spPr>
          <a:xfrm>
            <a:off x="14186000" y="4984105"/>
            <a:ext cx="22696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</a:t>
            </a:r>
          </a:p>
        </p:txBody>
      </p:sp>
      <p:sp>
        <p:nvSpPr>
          <p:cNvPr id="127" name="!!source-2-dom-5-9-3-3-7-0-fill">
            <a:extLst>
              <a:ext uri="{FF2B5EF4-FFF2-40B4-BE49-F238E27FC236}">
                <a16:creationId xmlns:a16="http://schemas.microsoft.com/office/drawing/2014/main" id="{F98D883C-AFED-4B57-BD66-CA634579B964}"/>
              </a:ext>
            </a:extLst>
          </p:cNvPr>
          <p:cNvSpPr>
            <a:spLocks noGrp="1"/>
          </p:cNvSpPr>
          <p:nvPr/>
        </p:nvSpPr>
        <p:spPr>
          <a:xfrm>
            <a:off x="14656743" y="5174605"/>
            <a:ext cx="431006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8" name="!!source-2-dom-5-9-3-3-7-1-border-Top">
            <a:extLst>
              <a:ext uri="{FF2B5EF4-FFF2-40B4-BE49-F238E27FC236}">
                <a16:creationId xmlns:a16="http://schemas.microsoft.com/office/drawing/2014/main" id="{9633506F-C01E-43C3-9891-5143C7DE2FE5}"/>
              </a:ext>
            </a:extLst>
          </p:cNvPr>
          <p:cNvSpPr>
            <a:spLocks noGrp="1"/>
          </p:cNvSpPr>
          <p:nvPr/>
        </p:nvSpPr>
        <p:spPr>
          <a:xfrm>
            <a:off x="15087748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2-dom-5-9-3-3-7-1-border-Bottom">
            <a:extLst>
              <a:ext uri="{FF2B5EF4-FFF2-40B4-BE49-F238E27FC236}">
                <a16:creationId xmlns:a16="http://schemas.microsoft.com/office/drawing/2014/main" id="{A7FCA06B-16A6-4EB9-8E6E-8A79801D7B44}"/>
              </a:ext>
            </a:extLst>
          </p:cNvPr>
          <p:cNvSpPr>
            <a:spLocks noGrp="1"/>
          </p:cNvSpPr>
          <p:nvPr/>
        </p:nvSpPr>
        <p:spPr>
          <a:xfrm>
            <a:off x="15087748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0" name="!!source-2-dom-5-9-3-3-7-1-border-Left">
            <a:extLst>
              <a:ext uri="{FF2B5EF4-FFF2-40B4-BE49-F238E27FC236}">
                <a16:creationId xmlns:a16="http://schemas.microsoft.com/office/drawing/2014/main" id="{BE0F1D90-A5FA-46F5-9628-FAB98048050A}"/>
              </a:ext>
            </a:extLst>
          </p:cNvPr>
          <p:cNvSpPr>
            <a:spLocks noGrp="1"/>
          </p:cNvSpPr>
          <p:nvPr/>
        </p:nvSpPr>
        <p:spPr>
          <a:xfrm>
            <a:off x="15087748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1" name="!!source-2-dom-5-9-3-3-8-0-fill">
            <a:extLst>
              <a:ext uri="{FF2B5EF4-FFF2-40B4-BE49-F238E27FC236}">
                <a16:creationId xmlns:a16="http://schemas.microsoft.com/office/drawing/2014/main" id="{01B8EF5C-BF7E-4A07-A402-EBDF72AEE51D}"/>
              </a:ext>
            </a:extLst>
          </p:cNvPr>
          <p:cNvSpPr>
            <a:spLocks noGrp="1"/>
          </p:cNvSpPr>
          <p:nvPr/>
        </p:nvSpPr>
        <p:spPr>
          <a:xfrm>
            <a:off x="15240149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2" name="!!source-2-dom-5-9-3-3-8-0-outline">
            <a:extLst>
              <a:ext uri="{FF2B5EF4-FFF2-40B4-BE49-F238E27FC236}">
                <a16:creationId xmlns:a16="http://schemas.microsoft.com/office/drawing/2014/main" id="{1E6ED90F-5DAD-4584-9D9E-B46EC253252C}"/>
              </a:ext>
            </a:extLst>
          </p:cNvPr>
          <p:cNvSpPr>
            <a:spLocks noGrp="1"/>
          </p:cNvSpPr>
          <p:nvPr/>
        </p:nvSpPr>
        <p:spPr>
          <a:xfrm>
            <a:off x="15254436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3" name="!!source-2-dom-5-9-3-3-8-0-0-fill">
            <a:extLst>
              <a:ext uri="{FF2B5EF4-FFF2-40B4-BE49-F238E27FC236}">
                <a16:creationId xmlns:a16="http://schemas.microsoft.com/office/drawing/2014/main" id="{5DF5C4D5-7322-44F0-9368-55ED8B76CD81}"/>
              </a:ext>
            </a:extLst>
          </p:cNvPr>
          <p:cNvSpPr>
            <a:spLocks noGrp="1"/>
          </p:cNvSpPr>
          <p:nvPr/>
        </p:nvSpPr>
        <p:spPr>
          <a:xfrm>
            <a:off x="15268724" y="4545955"/>
            <a:ext cx="666749" cy="1028700"/>
          </a:xfrm>
          <a:custGeom>
            <a:avLst/>
            <a:gdLst/>
            <a:ahLst/>
            <a:cxnLst/>
            <a:rect l="0" t="0" r="0" b="0"/>
            <a:pathLst>
              <a:path w="666749" h="1028700">
                <a:moveTo>
                  <a:pt x="0" y="0"/>
                </a:moveTo>
                <a:lnTo>
                  <a:pt x="666749" y="0"/>
                </a:lnTo>
                <a:lnTo>
                  <a:pt x="666749" y="923925"/>
                </a:lnTo>
                <a:lnTo>
                  <a:pt x="664736" y="944366"/>
                </a:lnTo>
                <a:lnTo>
                  <a:pt x="658774" y="964021"/>
                </a:lnTo>
                <a:lnTo>
                  <a:pt x="649091" y="982135"/>
                </a:lnTo>
                <a:lnTo>
                  <a:pt x="636061" y="998012"/>
                </a:lnTo>
                <a:lnTo>
                  <a:pt x="620184" y="1011042"/>
                </a:lnTo>
                <a:lnTo>
                  <a:pt x="602070" y="1020725"/>
                </a:lnTo>
                <a:lnTo>
                  <a:pt x="582415" y="1026687"/>
                </a:lnTo>
                <a:lnTo>
                  <a:pt x="561974" y="1028700"/>
                </a:lnTo>
                <a:lnTo>
                  <a:pt x="104775" y="1028700"/>
                </a:lnTo>
                <a:lnTo>
                  <a:pt x="84334" y="1026687"/>
                </a:lnTo>
                <a:lnTo>
                  <a:pt x="64679" y="1020725"/>
                </a:lnTo>
                <a:lnTo>
                  <a:pt x="46565" y="1011042"/>
                </a:lnTo>
                <a:lnTo>
                  <a:pt x="30688" y="998012"/>
                </a:lnTo>
                <a:lnTo>
                  <a:pt x="17658" y="982135"/>
                </a:lnTo>
                <a:lnTo>
                  <a:pt x="7976" y="964021"/>
                </a:lnTo>
                <a:lnTo>
                  <a:pt x="2013" y="944366"/>
                </a:lnTo>
                <a:lnTo>
                  <a:pt x="0" y="9239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2-dom-5-9-3-3-8-1-0-text-0">
            <a:extLst>
              <a:ext uri="{FF2B5EF4-FFF2-40B4-BE49-F238E27FC236}">
                <a16:creationId xmlns:a16="http://schemas.microsoft.com/office/drawing/2014/main" id="{2756A2FC-59B5-42EA-8F65-436B5DBB4FB4}"/>
              </a:ext>
            </a:extLst>
          </p:cNvPr>
          <p:cNvSpPr>
            <a:spLocks noGrp="1"/>
          </p:cNvSpPr>
          <p:nvPr/>
        </p:nvSpPr>
        <p:spPr>
          <a:xfrm>
            <a:off x="15310693" y="5679430"/>
            <a:ext cx="63043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high</a:t>
            </a:r>
          </a:p>
        </p:txBody>
      </p:sp>
      <p:sp>
        <p:nvSpPr>
          <p:cNvPr id="135" name="!!source-2-dom-5-9-3-3-9-0-fill">
            <a:extLst>
              <a:ext uri="{FF2B5EF4-FFF2-40B4-BE49-F238E27FC236}">
                <a16:creationId xmlns:a16="http://schemas.microsoft.com/office/drawing/2014/main" id="{54D88ABD-D1A8-4E21-8705-1D62DAC8B68A}"/>
              </a:ext>
            </a:extLst>
          </p:cNvPr>
          <p:cNvSpPr>
            <a:spLocks noGrp="1"/>
          </p:cNvSpPr>
          <p:nvPr/>
        </p:nvSpPr>
        <p:spPr>
          <a:xfrm>
            <a:off x="15964049" y="5174605"/>
            <a:ext cx="431007" cy="3810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6" name="!!source-2-dom-5-9-3-3-9-1-border-Top">
            <a:extLst>
              <a:ext uri="{FF2B5EF4-FFF2-40B4-BE49-F238E27FC236}">
                <a16:creationId xmlns:a16="http://schemas.microsoft.com/office/drawing/2014/main" id="{F92AE473-F6DE-42D0-847E-5795DB0434FD}"/>
              </a:ext>
            </a:extLst>
          </p:cNvPr>
          <p:cNvSpPr>
            <a:spLocks noGrp="1"/>
          </p:cNvSpPr>
          <p:nvPr/>
        </p:nvSpPr>
        <p:spPr>
          <a:xfrm>
            <a:off x="16395056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0"/>
                </a:moveTo>
                <a:lnTo>
                  <a:pt x="152399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!!source-2-dom-5-9-3-3-9-1-border-Bottom">
            <a:extLst>
              <a:ext uri="{FF2B5EF4-FFF2-40B4-BE49-F238E27FC236}">
                <a16:creationId xmlns:a16="http://schemas.microsoft.com/office/drawing/2014/main" id="{E598EFA0-5197-43F9-BE57-016AA9FF7CEB}"/>
              </a:ext>
            </a:extLst>
          </p:cNvPr>
          <p:cNvSpPr>
            <a:spLocks noGrp="1"/>
          </p:cNvSpPr>
          <p:nvPr/>
        </p:nvSpPr>
        <p:spPr>
          <a:xfrm>
            <a:off x="16395056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190500"/>
                </a:moveTo>
                <a:lnTo>
                  <a:pt x="152400" y="95250"/>
                </a:lnTo>
                <a:lnTo>
                  <a:pt x="152399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8" name="!!source-2-dom-5-9-3-3-9-1-border-Left">
            <a:extLst>
              <a:ext uri="{FF2B5EF4-FFF2-40B4-BE49-F238E27FC236}">
                <a16:creationId xmlns:a16="http://schemas.microsoft.com/office/drawing/2014/main" id="{56C2F7EC-E0F3-486D-A8CE-6163CB183654}"/>
              </a:ext>
            </a:extLst>
          </p:cNvPr>
          <p:cNvSpPr>
            <a:spLocks noGrp="1"/>
          </p:cNvSpPr>
          <p:nvPr/>
        </p:nvSpPr>
        <p:spPr>
          <a:xfrm>
            <a:off x="16395056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9" name="!!source-2-dom-5-9-3-3-10-outline">
            <a:extLst>
              <a:ext uri="{FF2B5EF4-FFF2-40B4-BE49-F238E27FC236}">
                <a16:creationId xmlns:a16="http://schemas.microsoft.com/office/drawing/2014/main" id="{A9BF7AA2-535E-472A-9BB0-67D7DB4777D6}"/>
              </a:ext>
            </a:extLst>
          </p:cNvPr>
          <p:cNvSpPr>
            <a:spLocks noGrp="1"/>
          </p:cNvSpPr>
          <p:nvPr/>
        </p:nvSpPr>
        <p:spPr>
          <a:xfrm>
            <a:off x="16561742" y="4745980"/>
            <a:ext cx="2007246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0" name="!!source-2-dom-5-9-3-3-10-0-0-text-0">
            <a:extLst>
              <a:ext uri="{FF2B5EF4-FFF2-40B4-BE49-F238E27FC236}">
                <a16:creationId xmlns:a16="http://schemas.microsoft.com/office/drawing/2014/main" id="{A4BB5CDE-E310-4EAE-886F-01E5D79337B3}"/>
              </a:ext>
            </a:extLst>
          </p:cNvPr>
          <p:cNvSpPr>
            <a:spLocks noGrp="1"/>
          </p:cNvSpPr>
          <p:nvPr/>
        </p:nvSpPr>
        <p:spPr>
          <a:xfrm>
            <a:off x="17064335" y="4874568"/>
            <a:ext cx="1049685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141" name="!!source-2-dom-5-9-3-3-10-1-0-text-0">
            <a:extLst>
              <a:ext uri="{FF2B5EF4-FFF2-40B4-BE49-F238E27FC236}">
                <a16:creationId xmlns:a16="http://schemas.microsoft.com/office/drawing/2014/main" id="{06BC7A8A-BAD2-4C6E-A15B-2BE81EFE0E21}"/>
              </a:ext>
            </a:extLst>
          </p:cNvPr>
          <p:cNvSpPr>
            <a:spLocks noGrp="1"/>
          </p:cNvSpPr>
          <p:nvPr/>
        </p:nvSpPr>
        <p:spPr>
          <a:xfrm>
            <a:off x="16747481" y="5236518"/>
            <a:ext cx="168339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350 or 700 bar</a:t>
            </a:r>
          </a:p>
        </p:txBody>
      </p:sp>
      <p:sp>
        <p:nvSpPr>
          <p:cNvPr id="142" name="!!source-2-dom-5-9-3-5-0-text-0">
            <a:extLst>
              <a:ext uri="{FF2B5EF4-FFF2-40B4-BE49-F238E27FC236}">
                <a16:creationId xmlns:a16="http://schemas.microsoft.com/office/drawing/2014/main" id="{172CEE2B-93CC-4038-841D-0DA703239867}"/>
              </a:ext>
            </a:extLst>
          </p:cNvPr>
          <p:cNvSpPr>
            <a:spLocks noGrp="1"/>
          </p:cNvSpPr>
          <p:nvPr/>
        </p:nvSpPr>
        <p:spPr>
          <a:xfrm>
            <a:off x="9572625" y="7034510"/>
            <a:ext cx="538237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Which tank to fill, and when, is a decision.</a:t>
            </a:r>
          </a:p>
        </p:txBody>
      </p:sp>
      <p:sp>
        <p:nvSpPr>
          <p:cNvPr id="143" name="!!source-2-dom-5-13-fill">
            <a:extLst>
              <a:ext uri="{FF2B5EF4-FFF2-40B4-BE49-F238E27FC236}">
                <a16:creationId xmlns:a16="http://schemas.microsoft.com/office/drawing/2014/main" id="{5BF51AAB-BF36-4713-8774-E591D54E0E1A}"/>
              </a:ext>
            </a:extLst>
          </p:cNvPr>
          <p:cNvSpPr>
            <a:spLocks noGrp="1"/>
          </p:cNvSpPr>
          <p:nvPr/>
        </p:nvSpPr>
        <p:spPr>
          <a:xfrm>
            <a:off x="13335000" y="2466975"/>
            <a:ext cx="3810000" cy="5164634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4" name="!!source-2-dom-5-13-outline">
            <a:extLst>
              <a:ext uri="{FF2B5EF4-FFF2-40B4-BE49-F238E27FC236}">
                <a16:creationId xmlns:a16="http://schemas.microsoft.com/office/drawing/2014/main" id="{6CEEA404-CB03-49BC-8614-3730B1D00FAD}"/>
              </a:ext>
            </a:extLst>
          </p:cNvPr>
          <p:cNvSpPr>
            <a:spLocks noGrp="1"/>
          </p:cNvSpPr>
          <p:nvPr/>
        </p:nvSpPr>
        <p:spPr>
          <a:xfrm>
            <a:off x="13349287" y="2481263"/>
            <a:ext cx="3781425" cy="5136059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2-dom-5-13-1-1-fill">
            <a:extLst>
              <a:ext uri="{FF2B5EF4-FFF2-40B4-BE49-F238E27FC236}">
                <a16:creationId xmlns:a16="http://schemas.microsoft.com/office/drawing/2014/main" id="{BFF35D5E-449A-4C98-8345-82BCE544AE0C}"/>
              </a:ext>
            </a:extLst>
          </p:cNvPr>
          <p:cNvSpPr>
            <a:spLocks noGrp="1"/>
          </p:cNvSpPr>
          <p:nvPr/>
        </p:nvSpPr>
        <p:spPr>
          <a:xfrm>
            <a:off x="14935200" y="3377654"/>
            <a:ext cx="609599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6" name="!!source-2-dom-5-13-1-1-0-text-0">
            <a:extLst>
              <a:ext uri="{FF2B5EF4-FFF2-40B4-BE49-F238E27FC236}">
                <a16:creationId xmlns:a16="http://schemas.microsoft.com/office/drawing/2014/main" id="{F8256C1E-DC2D-4C6A-8F42-05A480D1D6F5}"/>
              </a:ext>
            </a:extLst>
          </p:cNvPr>
          <p:cNvSpPr>
            <a:spLocks noGrp="1"/>
          </p:cNvSpPr>
          <p:nvPr/>
        </p:nvSpPr>
        <p:spPr>
          <a:xfrm>
            <a:off x="15141476" y="3506242"/>
            <a:ext cx="24452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47" name="!!source-2-dom-5-13-1-3-0-text-0">
            <a:extLst>
              <a:ext uri="{FF2B5EF4-FFF2-40B4-BE49-F238E27FC236}">
                <a16:creationId xmlns:a16="http://schemas.microsoft.com/office/drawing/2014/main" id="{CCBE5242-44D8-4094-B390-A069ED4D5B2C}"/>
              </a:ext>
            </a:extLst>
          </p:cNvPr>
          <p:cNvSpPr>
            <a:spLocks noGrp="1"/>
          </p:cNvSpPr>
          <p:nvPr/>
        </p:nvSpPr>
        <p:spPr>
          <a:xfrm>
            <a:off x="14372778" y="4177754"/>
            <a:ext cx="178192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148" name="!!source-2-dom-5-13-1-5-0-text-0">
            <a:extLst>
              <a:ext uri="{FF2B5EF4-FFF2-40B4-BE49-F238E27FC236}">
                <a16:creationId xmlns:a16="http://schemas.microsoft.com/office/drawing/2014/main" id="{CED02B3B-7D49-4DE5-8A7B-F9D604D4213D}"/>
              </a:ext>
            </a:extLst>
          </p:cNvPr>
          <p:cNvSpPr>
            <a:spLocks noGrp="1"/>
          </p:cNvSpPr>
          <p:nvPr/>
        </p:nvSpPr>
        <p:spPr>
          <a:xfrm>
            <a:off x="14570572" y="4644479"/>
            <a:ext cx="138648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Cascaded</a:t>
            </a:r>
          </a:p>
        </p:txBody>
      </p:sp>
      <p:sp>
        <p:nvSpPr>
          <p:cNvPr id="149" name="!!source-2-dom-5-13-1-5-0-text-1">
            <a:extLst>
              <a:ext uri="{FF2B5EF4-FFF2-40B4-BE49-F238E27FC236}">
                <a16:creationId xmlns:a16="http://schemas.microsoft.com/office/drawing/2014/main" id="{363CC53D-80EB-4B9D-A624-DCFDACD51060}"/>
              </a:ext>
            </a:extLst>
          </p:cNvPr>
          <p:cNvSpPr>
            <a:spLocks noGrp="1"/>
          </p:cNvSpPr>
          <p:nvPr/>
        </p:nvSpPr>
        <p:spPr>
          <a:xfrm>
            <a:off x="14484103" y="4977854"/>
            <a:ext cx="155942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lang="es-ES" sz="2100" b="0" i="0" spc="-5" dirty="0" err="1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refuelling</a:t>
            </a:r>
            <a:endParaRPr sz="2100" b="0" i="0" spc="-5" dirty="0">
              <a:solidFill>
                <a:srgbClr val="4E2E1A">
                  <a:alpha val="100000"/>
                </a:srgbClr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50" name="!!source-2-dom-5-13-1-7-0-0-text-0">
            <a:extLst>
              <a:ext uri="{FF2B5EF4-FFF2-40B4-BE49-F238E27FC236}">
                <a16:creationId xmlns:a16="http://schemas.microsoft.com/office/drawing/2014/main" id="{2FA5B735-2A82-4737-BBEF-B9FA50AF95D9}"/>
              </a:ext>
            </a:extLst>
          </p:cNvPr>
          <p:cNvSpPr>
            <a:spLocks noGrp="1"/>
          </p:cNvSpPr>
          <p:nvPr/>
        </p:nvSpPr>
        <p:spPr>
          <a:xfrm>
            <a:off x="14790836" y="5501730"/>
            <a:ext cx="94580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tanks in</a:t>
            </a:r>
          </a:p>
        </p:txBody>
      </p:sp>
      <p:sp>
        <p:nvSpPr>
          <p:cNvPr id="151" name="!!source-2-dom-5-13-1-7-0-0-text-1">
            <a:extLst>
              <a:ext uri="{FF2B5EF4-FFF2-40B4-BE49-F238E27FC236}">
                <a16:creationId xmlns:a16="http://schemas.microsoft.com/office/drawing/2014/main" id="{25ED062C-4D30-40FB-9FCE-8AEEBF846D33}"/>
              </a:ext>
            </a:extLst>
          </p:cNvPr>
          <p:cNvSpPr>
            <a:spLocks noGrp="1"/>
          </p:cNvSpPr>
          <p:nvPr/>
        </p:nvSpPr>
        <p:spPr>
          <a:xfrm>
            <a:off x="14682193" y="5787480"/>
            <a:ext cx="11632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sequence</a:t>
            </a:r>
          </a:p>
        </p:txBody>
      </p:sp>
      <p:sp>
        <p:nvSpPr>
          <p:cNvPr id="152" name="!!source-2-dom-5-13-1-7-1-0-text-0">
            <a:extLst>
              <a:ext uri="{FF2B5EF4-FFF2-40B4-BE49-F238E27FC236}">
                <a16:creationId xmlns:a16="http://schemas.microsoft.com/office/drawing/2014/main" id="{75C8E232-E9EF-4A1A-85D5-01B8170C9204}"/>
              </a:ext>
            </a:extLst>
          </p:cNvPr>
          <p:cNvSpPr>
            <a:spLocks noGrp="1"/>
          </p:cNvSpPr>
          <p:nvPr/>
        </p:nvSpPr>
        <p:spPr>
          <a:xfrm>
            <a:off x="14670435" y="6149429"/>
            <a:ext cx="118675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filling and</a:t>
            </a:r>
          </a:p>
        </p:txBody>
      </p:sp>
      <p:sp>
        <p:nvSpPr>
          <p:cNvPr id="153" name="!!source-2-dom-5-13-1-7-1-0-text-1">
            <a:extLst>
              <a:ext uri="{FF2B5EF4-FFF2-40B4-BE49-F238E27FC236}">
                <a16:creationId xmlns:a16="http://schemas.microsoft.com/office/drawing/2014/main" id="{6DA87D98-2A7E-4CE8-9F05-2EF117272157}"/>
              </a:ext>
            </a:extLst>
          </p:cNvPr>
          <p:cNvSpPr>
            <a:spLocks noGrp="1"/>
          </p:cNvSpPr>
          <p:nvPr/>
        </p:nvSpPr>
        <p:spPr>
          <a:xfrm>
            <a:off x="14694099" y="6435179"/>
            <a:ext cx="113927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refuelling</a:t>
            </a:r>
          </a:p>
        </p:txBody>
      </p:sp>
      <p:sp>
        <p:nvSpPr>
          <p:cNvPr id="154" name="!!source-2-dom-5-13-3-1-0-fill">
            <a:extLst>
              <a:ext uri="{FF2B5EF4-FFF2-40B4-BE49-F238E27FC236}">
                <a16:creationId xmlns:a16="http://schemas.microsoft.com/office/drawing/2014/main" id="{FFD1F821-C762-4972-8C8B-8F344961CF74}"/>
              </a:ext>
            </a:extLst>
          </p:cNvPr>
          <p:cNvSpPr>
            <a:spLocks noGrp="1"/>
          </p:cNvSpPr>
          <p:nvPr/>
        </p:nvSpPr>
        <p:spPr>
          <a:xfrm>
            <a:off x="1366837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2-dom-5-13-3-1-0-0-text-0">
            <a:extLst>
              <a:ext uri="{FF2B5EF4-FFF2-40B4-BE49-F238E27FC236}">
                <a16:creationId xmlns:a16="http://schemas.microsoft.com/office/drawing/2014/main" id="{3CB3966D-6274-489C-96ED-4124CC06C5FE}"/>
              </a:ext>
            </a:extLst>
          </p:cNvPr>
          <p:cNvSpPr>
            <a:spLocks noGrp="1"/>
          </p:cNvSpPr>
          <p:nvPr/>
        </p:nvSpPr>
        <p:spPr>
          <a:xfrm>
            <a:off x="13824049" y="2886075"/>
            <a:ext cx="2314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56" name="!!source-2-dom-5-13-3-1-1-0-0-text-0">
            <a:extLst>
              <a:ext uri="{FF2B5EF4-FFF2-40B4-BE49-F238E27FC236}">
                <a16:creationId xmlns:a16="http://schemas.microsoft.com/office/drawing/2014/main" id="{39AD0F32-79C4-468E-A4E8-E06756406564}"/>
              </a:ext>
            </a:extLst>
          </p:cNvPr>
          <p:cNvSpPr>
            <a:spLocks noGrp="1"/>
          </p:cNvSpPr>
          <p:nvPr/>
        </p:nvSpPr>
        <p:spPr>
          <a:xfrm>
            <a:off x="14335125" y="2724150"/>
            <a:ext cx="338956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Cascaded dispensing</a:t>
            </a:r>
          </a:p>
        </p:txBody>
      </p:sp>
      <p:sp>
        <p:nvSpPr>
          <p:cNvPr id="157" name="!!source-2-dom-5-13-3-1-1-1-0-text-0">
            <a:extLst>
              <a:ext uri="{FF2B5EF4-FFF2-40B4-BE49-F238E27FC236}">
                <a16:creationId xmlns:a16="http://schemas.microsoft.com/office/drawing/2014/main" id="{820EE09F-F751-4975-9ED4-D4D7D4B9A3ED}"/>
              </a:ext>
            </a:extLst>
          </p:cNvPr>
          <p:cNvSpPr>
            <a:spLocks noGrp="1"/>
          </p:cNvSpPr>
          <p:nvPr/>
        </p:nvSpPr>
        <p:spPr>
          <a:xfrm>
            <a:off x="14335125" y="3095625"/>
            <a:ext cx="438269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tanks opened in order, no compressor</a:t>
            </a:r>
          </a:p>
        </p:txBody>
      </p:sp>
      <p:sp>
        <p:nvSpPr>
          <p:cNvPr id="158" name="!!source-2-dom-5-13-3-3-0-0-0-fill">
            <a:extLst>
              <a:ext uri="{FF2B5EF4-FFF2-40B4-BE49-F238E27FC236}">
                <a16:creationId xmlns:a16="http://schemas.microsoft.com/office/drawing/2014/main" id="{3782818B-F899-4D3B-80D0-A43E056C9AB2}"/>
              </a:ext>
            </a:extLst>
          </p:cNvPr>
          <p:cNvSpPr>
            <a:spLocks noGrp="1"/>
          </p:cNvSpPr>
          <p:nvPr/>
        </p:nvSpPr>
        <p:spPr>
          <a:xfrm>
            <a:off x="13668375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9" name="!!source-2-dom-5-13-3-3-0-0-0-outline">
            <a:extLst>
              <a:ext uri="{FF2B5EF4-FFF2-40B4-BE49-F238E27FC236}">
                <a16:creationId xmlns:a16="http://schemas.microsoft.com/office/drawing/2014/main" id="{ACCA654E-798E-47B8-B5F5-946935C46D64}"/>
              </a:ext>
            </a:extLst>
          </p:cNvPr>
          <p:cNvSpPr>
            <a:spLocks noGrp="1"/>
          </p:cNvSpPr>
          <p:nvPr/>
        </p:nvSpPr>
        <p:spPr>
          <a:xfrm>
            <a:off x="13682663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0" name="!!source-2-dom-5-13-3-3-0-0-0-0-fill">
            <a:extLst>
              <a:ext uri="{FF2B5EF4-FFF2-40B4-BE49-F238E27FC236}">
                <a16:creationId xmlns:a16="http://schemas.microsoft.com/office/drawing/2014/main" id="{76DD59F3-F0AB-4B37-A162-DA7C7262E77C}"/>
              </a:ext>
            </a:extLst>
          </p:cNvPr>
          <p:cNvSpPr>
            <a:spLocks noGrp="1"/>
          </p:cNvSpPr>
          <p:nvPr/>
        </p:nvSpPr>
        <p:spPr>
          <a:xfrm>
            <a:off x="13696950" y="5060305"/>
            <a:ext cx="666750" cy="514350"/>
          </a:xfrm>
          <a:custGeom>
            <a:avLst/>
            <a:gdLst/>
            <a:ahLst/>
            <a:cxnLst/>
            <a:rect l="0" t="0" r="0" b="0"/>
            <a:pathLst>
              <a:path w="666750" h="514350">
                <a:moveTo>
                  <a:pt x="0" y="0"/>
                </a:moveTo>
                <a:lnTo>
                  <a:pt x="666750" y="0"/>
                </a:lnTo>
                <a:lnTo>
                  <a:pt x="666750" y="409575"/>
                </a:lnTo>
                <a:lnTo>
                  <a:pt x="664737" y="430016"/>
                </a:lnTo>
                <a:lnTo>
                  <a:pt x="658775" y="449671"/>
                </a:lnTo>
                <a:lnTo>
                  <a:pt x="649093" y="467785"/>
                </a:lnTo>
                <a:lnTo>
                  <a:pt x="636063" y="483662"/>
                </a:lnTo>
                <a:lnTo>
                  <a:pt x="620185" y="496692"/>
                </a:lnTo>
                <a:lnTo>
                  <a:pt x="602071" y="506375"/>
                </a:lnTo>
                <a:lnTo>
                  <a:pt x="582416" y="512337"/>
                </a:lnTo>
                <a:lnTo>
                  <a:pt x="561975" y="514350"/>
                </a:lnTo>
                <a:lnTo>
                  <a:pt x="104775" y="514350"/>
                </a:lnTo>
                <a:lnTo>
                  <a:pt x="84334" y="512337"/>
                </a:lnTo>
                <a:lnTo>
                  <a:pt x="64679" y="506375"/>
                </a:lnTo>
                <a:lnTo>
                  <a:pt x="46565" y="496692"/>
                </a:lnTo>
                <a:lnTo>
                  <a:pt x="30688" y="483662"/>
                </a:lnTo>
                <a:lnTo>
                  <a:pt x="17658" y="467785"/>
                </a:lnTo>
                <a:lnTo>
                  <a:pt x="7976" y="449671"/>
                </a:lnTo>
                <a:lnTo>
                  <a:pt x="2013" y="430016"/>
                </a:lnTo>
                <a:lnTo>
                  <a:pt x="0" y="40957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1" name="!!source-2-dom-5-13-3-3-0-0-1-0-text-0">
            <a:extLst>
              <a:ext uri="{FF2B5EF4-FFF2-40B4-BE49-F238E27FC236}">
                <a16:creationId xmlns:a16="http://schemas.microsoft.com/office/drawing/2014/main" id="{FCB23D87-F9BC-4325-B954-00FC5E0C3C83}"/>
              </a:ext>
            </a:extLst>
          </p:cNvPr>
          <p:cNvSpPr>
            <a:spLocks noGrp="1"/>
          </p:cNvSpPr>
          <p:nvPr/>
        </p:nvSpPr>
        <p:spPr>
          <a:xfrm>
            <a:off x="13866763" y="5679430"/>
            <a:ext cx="374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1st</a:t>
            </a:r>
          </a:p>
        </p:txBody>
      </p:sp>
      <p:sp>
        <p:nvSpPr>
          <p:cNvPr id="163" name="!!source-2-dom-5-13-3-3-0-1-0-outline">
            <a:extLst>
              <a:ext uri="{FF2B5EF4-FFF2-40B4-BE49-F238E27FC236}">
                <a16:creationId xmlns:a16="http://schemas.microsoft.com/office/drawing/2014/main" id="{633D9ECD-0A46-4459-AAA3-16D7F5CE7545}"/>
              </a:ext>
            </a:extLst>
          </p:cNvPr>
          <p:cNvSpPr>
            <a:spLocks noGrp="1"/>
          </p:cNvSpPr>
          <p:nvPr/>
        </p:nvSpPr>
        <p:spPr>
          <a:xfrm>
            <a:off x="14578012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5" name="!!source-2-dom-5-13-3-3-0-1-1-0-text-0">
            <a:extLst>
              <a:ext uri="{FF2B5EF4-FFF2-40B4-BE49-F238E27FC236}">
                <a16:creationId xmlns:a16="http://schemas.microsoft.com/office/drawing/2014/main" id="{1B35BD0E-CCEC-4EED-B983-F8929DC66D77}"/>
              </a:ext>
            </a:extLst>
          </p:cNvPr>
          <p:cNvSpPr>
            <a:spLocks noGrp="1"/>
          </p:cNvSpPr>
          <p:nvPr/>
        </p:nvSpPr>
        <p:spPr>
          <a:xfrm>
            <a:off x="14683532" y="5679430"/>
            <a:ext cx="53191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2nd</a:t>
            </a:r>
          </a:p>
        </p:txBody>
      </p:sp>
      <p:sp>
        <p:nvSpPr>
          <p:cNvPr id="166" name="!!source-2-dom-5-13-3-3-0-2-0-fill">
            <a:extLst>
              <a:ext uri="{FF2B5EF4-FFF2-40B4-BE49-F238E27FC236}">
                <a16:creationId xmlns:a16="http://schemas.microsoft.com/office/drawing/2014/main" id="{3E2D66D2-A43C-4E2D-924E-8C00DEC5D768}"/>
              </a:ext>
            </a:extLst>
          </p:cNvPr>
          <p:cNvSpPr>
            <a:spLocks noGrp="1"/>
          </p:cNvSpPr>
          <p:nvPr/>
        </p:nvSpPr>
        <p:spPr>
          <a:xfrm>
            <a:off x="15459076" y="4403080"/>
            <a:ext cx="723900" cy="1200150"/>
          </a:xfrm>
          <a:prstGeom prst="roundRect">
            <a:avLst>
              <a:gd name="adj" fmla="val 18421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7" name="!!source-2-dom-5-13-3-3-0-2-0-outline">
            <a:extLst>
              <a:ext uri="{FF2B5EF4-FFF2-40B4-BE49-F238E27FC236}">
                <a16:creationId xmlns:a16="http://schemas.microsoft.com/office/drawing/2014/main" id="{4A717C6A-9856-41FF-AF4F-3DDB2822F730}"/>
              </a:ext>
            </a:extLst>
          </p:cNvPr>
          <p:cNvSpPr>
            <a:spLocks noGrp="1"/>
          </p:cNvSpPr>
          <p:nvPr/>
        </p:nvSpPr>
        <p:spPr>
          <a:xfrm>
            <a:off x="15473363" y="4417367"/>
            <a:ext cx="695325" cy="1171575"/>
          </a:xfrm>
          <a:prstGeom prst="roundRect">
            <a:avLst>
              <a:gd name="adj" fmla="val 1917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9" name="!!source-2-dom-5-13-3-3-0-2-1-0-text-0">
            <a:extLst>
              <a:ext uri="{FF2B5EF4-FFF2-40B4-BE49-F238E27FC236}">
                <a16:creationId xmlns:a16="http://schemas.microsoft.com/office/drawing/2014/main" id="{A239733B-2B53-4D96-9F66-D53DAD559F8A}"/>
              </a:ext>
            </a:extLst>
          </p:cNvPr>
          <p:cNvSpPr>
            <a:spLocks noGrp="1"/>
          </p:cNvSpPr>
          <p:nvPr/>
        </p:nvSpPr>
        <p:spPr>
          <a:xfrm>
            <a:off x="15613113" y="5679430"/>
            <a:ext cx="46345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3rd</a:t>
            </a:r>
          </a:p>
        </p:txBody>
      </p:sp>
      <p:sp>
        <p:nvSpPr>
          <p:cNvPr id="170" name="!!source-2-dom-5-13-3-3-1-0-fill">
            <a:extLst>
              <a:ext uri="{FF2B5EF4-FFF2-40B4-BE49-F238E27FC236}">
                <a16:creationId xmlns:a16="http://schemas.microsoft.com/office/drawing/2014/main" id="{24DEFA6E-02A2-4DFB-9E4A-ADCB2A1875C1}"/>
              </a:ext>
            </a:extLst>
          </p:cNvPr>
          <p:cNvSpPr>
            <a:spLocks noGrp="1"/>
          </p:cNvSpPr>
          <p:nvPr/>
        </p:nvSpPr>
        <p:spPr>
          <a:xfrm>
            <a:off x="16182976" y="5174605"/>
            <a:ext cx="494555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1" name="!!source-2-dom-5-13-3-3-1-1-border-Top">
            <a:extLst>
              <a:ext uri="{FF2B5EF4-FFF2-40B4-BE49-F238E27FC236}">
                <a16:creationId xmlns:a16="http://schemas.microsoft.com/office/drawing/2014/main" id="{62A7D112-5B7E-4A4E-B8F0-9A60CDED0A08}"/>
              </a:ext>
            </a:extLst>
          </p:cNvPr>
          <p:cNvSpPr>
            <a:spLocks noGrp="1"/>
          </p:cNvSpPr>
          <p:nvPr/>
        </p:nvSpPr>
        <p:spPr>
          <a:xfrm>
            <a:off x="1667753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2" name="!!source-2-dom-5-13-3-3-1-1-border-Bottom">
            <a:extLst>
              <a:ext uri="{FF2B5EF4-FFF2-40B4-BE49-F238E27FC236}">
                <a16:creationId xmlns:a16="http://schemas.microsoft.com/office/drawing/2014/main" id="{02C2F4BD-FB45-44F6-BF85-49538483CA57}"/>
              </a:ext>
            </a:extLst>
          </p:cNvPr>
          <p:cNvSpPr>
            <a:spLocks noGrp="1"/>
          </p:cNvSpPr>
          <p:nvPr/>
        </p:nvSpPr>
        <p:spPr>
          <a:xfrm>
            <a:off x="1667753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3" name="!!source-2-dom-5-13-3-3-1-1-border-Left">
            <a:extLst>
              <a:ext uri="{FF2B5EF4-FFF2-40B4-BE49-F238E27FC236}">
                <a16:creationId xmlns:a16="http://schemas.microsoft.com/office/drawing/2014/main" id="{86DF3F11-DDD5-480F-AE75-82D6E79FEAAD}"/>
              </a:ext>
            </a:extLst>
          </p:cNvPr>
          <p:cNvSpPr>
            <a:spLocks noGrp="1"/>
          </p:cNvSpPr>
          <p:nvPr/>
        </p:nvSpPr>
        <p:spPr>
          <a:xfrm>
            <a:off x="16677531" y="509840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4" name="!!source-2-dom-5-13-3-3-2-fill">
            <a:extLst>
              <a:ext uri="{FF2B5EF4-FFF2-40B4-BE49-F238E27FC236}">
                <a16:creationId xmlns:a16="http://schemas.microsoft.com/office/drawing/2014/main" id="{9BB7B678-B3FC-4965-872B-8E0FF011CB1F}"/>
              </a:ext>
            </a:extLst>
          </p:cNvPr>
          <p:cNvSpPr>
            <a:spLocks noGrp="1"/>
          </p:cNvSpPr>
          <p:nvPr/>
        </p:nvSpPr>
        <p:spPr>
          <a:xfrm>
            <a:off x="16829931" y="4731693"/>
            <a:ext cx="2182565" cy="9239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5" name="!!source-2-dom-5-13-3-3-2-outline">
            <a:extLst>
              <a:ext uri="{FF2B5EF4-FFF2-40B4-BE49-F238E27FC236}">
                <a16:creationId xmlns:a16="http://schemas.microsoft.com/office/drawing/2014/main" id="{41E4D383-1D15-4FDE-BD66-64B565756BBF}"/>
              </a:ext>
            </a:extLst>
          </p:cNvPr>
          <p:cNvSpPr>
            <a:spLocks noGrp="1"/>
          </p:cNvSpPr>
          <p:nvPr/>
        </p:nvSpPr>
        <p:spPr>
          <a:xfrm>
            <a:off x="16844218" y="4745980"/>
            <a:ext cx="2153990" cy="895350"/>
          </a:xfrm>
          <a:prstGeom prst="rect">
            <a:avLst/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6" name="!!source-2-dom-5-13-3-3-2-0-0-text-0">
            <a:extLst>
              <a:ext uri="{FF2B5EF4-FFF2-40B4-BE49-F238E27FC236}">
                <a16:creationId xmlns:a16="http://schemas.microsoft.com/office/drawing/2014/main" id="{389A2292-0A5A-4312-B084-53BC68A99103}"/>
              </a:ext>
            </a:extLst>
          </p:cNvPr>
          <p:cNvSpPr>
            <a:spLocks noGrp="1"/>
          </p:cNvSpPr>
          <p:nvPr/>
        </p:nvSpPr>
        <p:spPr>
          <a:xfrm>
            <a:off x="17230428" y="4874568"/>
            <a:ext cx="1429196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Dispenser</a:t>
            </a:r>
          </a:p>
        </p:txBody>
      </p:sp>
      <p:sp>
        <p:nvSpPr>
          <p:cNvPr id="177" name="!!source-2-dom-5-13-3-3-2-1-0-text-0">
            <a:extLst>
              <a:ext uri="{FF2B5EF4-FFF2-40B4-BE49-F238E27FC236}">
                <a16:creationId xmlns:a16="http://schemas.microsoft.com/office/drawing/2014/main" id="{C1B3A467-E8C4-4AD7-AC98-4895AFDFC3F1}"/>
              </a:ext>
            </a:extLst>
          </p:cNvPr>
          <p:cNvSpPr>
            <a:spLocks noGrp="1"/>
          </p:cNvSpPr>
          <p:nvPr/>
        </p:nvSpPr>
        <p:spPr>
          <a:xfrm>
            <a:off x="17029956" y="5236518"/>
            <a:ext cx="18301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gradient-driven</a:t>
            </a:r>
          </a:p>
        </p:txBody>
      </p:sp>
      <p:sp>
        <p:nvSpPr>
          <p:cNvPr id="178" name="!!source-2-dom-5-13-3-3-3-0-fill">
            <a:extLst>
              <a:ext uri="{FF2B5EF4-FFF2-40B4-BE49-F238E27FC236}">
                <a16:creationId xmlns:a16="http://schemas.microsoft.com/office/drawing/2014/main" id="{6B375F6B-D9D6-4724-A960-370E1236B8C4}"/>
              </a:ext>
            </a:extLst>
          </p:cNvPr>
          <p:cNvSpPr>
            <a:spLocks noGrp="1"/>
          </p:cNvSpPr>
          <p:nvPr/>
        </p:nvSpPr>
        <p:spPr>
          <a:xfrm>
            <a:off x="19012496" y="5174605"/>
            <a:ext cx="494704" cy="38100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9" name="!!source-2-dom-5-13-3-3-3-1-border-Top">
            <a:extLst>
              <a:ext uri="{FF2B5EF4-FFF2-40B4-BE49-F238E27FC236}">
                <a16:creationId xmlns:a16="http://schemas.microsoft.com/office/drawing/2014/main" id="{0C1F3F0D-6EDD-4979-9BC4-CA16BF2094E2}"/>
              </a:ext>
            </a:extLst>
          </p:cNvPr>
          <p:cNvSpPr>
            <a:spLocks noGrp="1"/>
          </p:cNvSpPr>
          <p:nvPr/>
        </p:nvSpPr>
        <p:spPr>
          <a:xfrm>
            <a:off x="19507200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0"/>
                </a:moveTo>
                <a:lnTo>
                  <a:pt x="152399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0" name="!!source-2-dom-5-13-3-3-3-1-border-Bottom">
            <a:extLst>
              <a:ext uri="{FF2B5EF4-FFF2-40B4-BE49-F238E27FC236}">
                <a16:creationId xmlns:a16="http://schemas.microsoft.com/office/drawing/2014/main" id="{E957D13C-8EFD-4026-9DBE-0EF604ED8AD5}"/>
              </a:ext>
            </a:extLst>
          </p:cNvPr>
          <p:cNvSpPr>
            <a:spLocks noGrp="1"/>
          </p:cNvSpPr>
          <p:nvPr/>
        </p:nvSpPr>
        <p:spPr>
          <a:xfrm>
            <a:off x="19507200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190500"/>
                </a:moveTo>
                <a:lnTo>
                  <a:pt x="152400" y="95250"/>
                </a:lnTo>
                <a:lnTo>
                  <a:pt x="152399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1" name="!!source-2-dom-5-13-3-3-3-1-border-Left">
            <a:extLst>
              <a:ext uri="{FF2B5EF4-FFF2-40B4-BE49-F238E27FC236}">
                <a16:creationId xmlns:a16="http://schemas.microsoft.com/office/drawing/2014/main" id="{2D84AD4C-1AD1-4812-95D8-DD83A129DC45}"/>
              </a:ext>
            </a:extLst>
          </p:cNvPr>
          <p:cNvSpPr>
            <a:spLocks noGrp="1"/>
          </p:cNvSpPr>
          <p:nvPr/>
        </p:nvSpPr>
        <p:spPr>
          <a:xfrm>
            <a:off x="19507200" y="5098405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2" name="!!source-2-dom-5-13-3-3-4-outline">
            <a:extLst>
              <a:ext uri="{FF2B5EF4-FFF2-40B4-BE49-F238E27FC236}">
                <a16:creationId xmlns:a16="http://schemas.microsoft.com/office/drawing/2014/main" id="{AB7BF421-4BB3-4F3B-9B6D-45201A2A1D17}"/>
              </a:ext>
            </a:extLst>
          </p:cNvPr>
          <p:cNvSpPr>
            <a:spLocks noGrp="1"/>
          </p:cNvSpPr>
          <p:nvPr/>
        </p:nvSpPr>
        <p:spPr>
          <a:xfrm>
            <a:off x="19673886" y="4745980"/>
            <a:ext cx="2990850" cy="895350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3" name="!!source-2-dom-5-13-3-3-4-0-0-text-0">
            <a:extLst>
              <a:ext uri="{FF2B5EF4-FFF2-40B4-BE49-F238E27FC236}">
                <a16:creationId xmlns:a16="http://schemas.microsoft.com/office/drawing/2014/main" id="{7D2A0455-E3DA-4CC4-87D9-356C64C05072}"/>
              </a:ext>
            </a:extLst>
          </p:cNvPr>
          <p:cNvSpPr>
            <a:spLocks noGrp="1"/>
          </p:cNvSpPr>
          <p:nvPr/>
        </p:nvSpPr>
        <p:spPr>
          <a:xfrm>
            <a:off x="20668208" y="4874568"/>
            <a:ext cx="1049686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184" name="!!source-2-dom-5-13-3-3-4-1-0-text-0">
            <a:extLst>
              <a:ext uri="{FF2B5EF4-FFF2-40B4-BE49-F238E27FC236}">
                <a16:creationId xmlns:a16="http://schemas.microsoft.com/office/drawing/2014/main" id="{44066CCB-6B26-4D7B-A20C-FC655DDED292}"/>
              </a:ext>
            </a:extLst>
          </p:cNvPr>
          <p:cNvSpPr>
            <a:spLocks noGrp="1"/>
          </p:cNvSpPr>
          <p:nvPr/>
        </p:nvSpPr>
        <p:spPr>
          <a:xfrm>
            <a:off x="19859625" y="5236518"/>
            <a:ext cx="266700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pressure rises stepwise</a:t>
            </a:r>
          </a:p>
        </p:txBody>
      </p:sp>
      <p:sp>
        <p:nvSpPr>
          <p:cNvPr id="185" name="!!source-2-dom-5-13-3-5-0-text-0">
            <a:extLst>
              <a:ext uri="{FF2B5EF4-FFF2-40B4-BE49-F238E27FC236}">
                <a16:creationId xmlns:a16="http://schemas.microsoft.com/office/drawing/2014/main" id="{BEE29D69-DCA8-4D8A-BB62-6F6BC306ED09}"/>
              </a:ext>
            </a:extLst>
          </p:cNvPr>
          <p:cNvSpPr>
            <a:spLocks noGrp="1"/>
          </p:cNvSpPr>
          <p:nvPr/>
        </p:nvSpPr>
        <p:spPr>
          <a:xfrm>
            <a:off x="13668375" y="7034510"/>
            <a:ext cx="523473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Order matters, in filling and in refuelling.</a:t>
            </a:r>
          </a:p>
        </p:txBody>
      </p:sp>
      <p:sp>
        <p:nvSpPr>
          <p:cNvPr id="186" name="!!source-2-dom-7-1-outline">
            <a:extLst>
              <a:ext uri="{FF2B5EF4-FFF2-40B4-BE49-F238E27FC236}">
                <a16:creationId xmlns:a16="http://schemas.microsoft.com/office/drawing/2014/main" id="{2D3595F6-615B-460D-8DA7-2E6A1505CBA6}"/>
              </a:ext>
            </a:extLst>
          </p:cNvPr>
          <p:cNvSpPr>
            <a:spLocks noGrp="1"/>
          </p:cNvSpPr>
          <p:nvPr/>
        </p:nvSpPr>
        <p:spPr>
          <a:xfrm>
            <a:off x="1062037" y="7973467"/>
            <a:ext cx="3529161" cy="581025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7" name="!!source-2-dom-7-1-0-text-0">
            <a:extLst>
              <a:ext uri="{FF2B5EF4-FFF2-40B4-BE49-F238E27FC236}">
                <a16:creationId xmlns:a16="http://schemas.microsoft.com/office/drawing/2014/main" id="{2F32D3FE-553F-498A-810B-F542A5BCA0A6}"/>
              </a:ext>
            </a:extLst>
          </p:cNvPr>
          <p:cNvSpPr>
            <a:spLocks noGrp="1"/>
          </p:cNvSpPr>
          <p:nvPr/>
        </p:nvSpPr>
        <p:spPr>
          <a:xfrm>
            <a:off x="1304925" y="8102054"/>
            <a:ext cx="309101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Source: which, when?</a:t>
            </a:r>
          </a:p>
        </p:txBody>
      </p:sp>
      <p:sp>
        <p:nvSpPr>
          <p:cNvPr id="188" name="!!source-2-dom-7-3-outline">
            <a:extLst>
              <a:ext uri="{FF2B5EF4-FFF2-40B4-BE49-F238E27FC236}">
                <a16:creationId xmlns:a16="http://schemas.microsoft.com/office/drawing/2014/main" id="{6102FC41-3E6A-4D6E-8B9E-C4B83E1DDA93}"/>
              </a:ext>
            </a:extLst>
          </p:cNvPr>
          <p:cNvSpPr>
            <a:spLocks noGrp="1"/>
          </p:cNvSpPr>
          <p:nvPr/>
        </p:nvSpPr>
        <p:spPr>
          <a:xfrm>
            <a:off x="4848374" y="7973467"/>
            <a:ext cx="4667993" cy="581025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9" name="!!source-2-dom-7-3-0-text-0">
            <a:extLst>
              <a:ext uri="{FF2B5EF4-FFF2-40B4-BE49-F238E27FC236}">
                <a16:creationId xmlns:a16="http://schemas.microsoft.com/office/drawing/2014/main" id="{FE23C8A9-4626-4DB9-BA78-54E39CA9EC06}"/>
              </a:ext>
            </a:extLst>
          </p:cNvPr>
          <p:cNvSpPr>
            <a:spLocks noGrp="1"/>
          </p:cNvSpPr>
          <p:nvPr/>
        </p:nvSpPr>
        <p:spPr>
          <a:xfrm>
            <a:off x="5091261" y="8102054"/>
            <a:ext cx="422984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Compress: which tank, when?</a:t>
            </a:r>
          </a:p>
        </p:txBody>
      </p:sp>
      <p:sp>
        <p:nvSpPr>
          <p:cNvPr id="190" name="!!source-2-dom-7-5-0-text-0">
            <a:extLst>
              <a:ext uri="{FF2B5EF4-FFF2-40B4-BE49-F238E27FC236}">
                <a16:creationId xmlns:a16="http://schemas.microsoft.com/office/drawing/2014/main" id="{54C2D96C-6C9D-44B8-A18A-049666E51738}"/>
              </a:ext>
            </a:extLst>
          </p:cNvPr>
          <p:cNvSpPr>
            <a:spLocks noGrp="1"/>
          </p:cNvSpPr>
          <p:nvPr/>
        </p:nvSpPr>
        <p:spPr>
          <a:xfrm>
            <a:off x="9759255" y="7926883"/>
            <a:ext cx="727040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Hydrogen needs preparation before delivery: pressure,</a:t>
            </a:r>
          </a:p>
        </p:txBody>
      </p:sp>
      <p:sp>
        <p:nvSpPr>
          <p:cNvPr id="191" name="!!source-2-dom-7-5-0-text-1">
            <a:extLst>
              <a:ext uri="{FF2B5EF4-FFF2-40B4-BE49-F238E27FC236}">
                <a16:creationId xmlns:a16="http://schemas.microsoft.com/office/drawing/2014/main" id="{92EEF442-9F90-405C-A3F5-9E07967226E9}"/>
              </a:ext>
            </a:extLst>
          </p:cNvPr>
          <p:cNvSpPr>
            <a:spLocks noGrp="1"/>
          </p:cNvSpPr>
          <p:nvPr/>
        </p:nvSpPr>
        <p:spPr>
          <a:xfrm>
            <a:off x="9759255" y="8273504"/>
            <a:ext cx="184532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order, timing.</a:t>
            </a:r>
          </a:p>
        </p:txBody>
      </p:sp>
      <p:pic>
        <p:nvPicPr>
          <p:cNvPr id="386" name="!!source-2-dom-9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387" name="!!source-2-dom-9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05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source-3-dom-fill">
            <a:extLst>
              <a:ext uri="{FF2B5EF4-FFF2-40B4-BE49-F238E27FC236}">
                <a16:creationId xmlns:a16="http://schemas.microsoft.com/office/drawing/2014/main" id="{D9E2C2B0-C319-428F-BFBF-54A861E34D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3-dom-1-0-0-border-Bottom">
            <a:extLst>
              <a:ext uri="{FF2B5EF4-FFF2-40B4-BE49-F238E27FC236}">
                <a16:creationId xmlns:a16="http://schemas.microsoft.com/office/drawing/2014/main" id="{1442A9F7-56A8-463C-9188-E3A9AD0B40AD}"/>
              </a:ext>
            </a:extLst>
          </p:cNvPr>
          <p:cNvSpPr>
            <a:spLocks noGrp="1"/>
          </p:cNvSpPr>
          <p:nvPr/>
        </p:nvSpPr>
        <p:spPr>
          <a:xfrm>
            <a:off x="1047750" y="690562"/>
            <a:ext cx="1107728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!!source-3-dom-1-0-0-0-text-0">
            <a:extLst>
              <a:ext uri="{FF2B5EF4-FFF2-40B4-BE49-F238E27FC236}">
                <a16:creationId xmlns:a16="http://schemas.microsoft.com/office/drawing/2014/main" id="{7DEAA3CB-D703-4EB0-8F4C-DD604C16789B}"/>
              </a:ext>
            </a:extLst>
          </p:cNvPr>
          <p:cNvSpPr>
            <a:spLocks noGrp="1"/>
          </p:cNvSpPr>
          <p:nvPr/>
        </p:nvSpPr>
        <p:spPr>
          <a:xfrm>
            <a:off x="1047750" y="381000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4" name="!!source-3-dom-1-0-1-0-text-0">
            <a:extLst>
              <a:ext uri="{FF2B5EF4-FFF2-40B4-BE49-F238E27FC236}">
                <a16:creationId xmlns:a16="http://schemas.microsoft.com/office/drawing/2014/main" id="{DB511DBF-1ADA-43FD-94CC-3FB266BB24CE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5" name="!!source-3-dom-1-0-2-0-text-0">
            <a:extLst>
              <a:ext uri="{FF2B5EF4-FFF2-40B4-BE49-F238E27FC236}">
                <a16:creationId xmlns:a16="http://schemas.microsoft.com/office/drawing/2014/main" id="{8408F781-41A9-4BC8-881F-68D16B39FC84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3-dom-1-0-3-0-text-0">
            <a:extLst>
              <a:ext uri="{FF2B5EF4-FFF2-40B4-BE49-F238E27FC236}">
                <a16:creationId xmlns:a16="http://schemas.microsoft.com/office/drawing/2014/main" id="{34DBF3F2-CE24-4442-A69B-AA52725456C9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3-dom-1-0-4-0-text-0">
            <a:extLst>
              <a:ext uri="{FF2B5EF4-FFF2-40B4-BE49-F238E27FC236}">
                <a16:creationId xmlns:a16="http://schemas.microsoft.com/office/drawing/2014/main" id="{FA30C681-60A9-4C80-AFAF-C901090D872B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3-dom-1-0-5-0-text-0">
            <a:extLst>
              <a:ext uri="{FF2B5EF4-FFF2-40B4-BE49-F238E27FC236}">
                <a16:creationId xmlns:a16="http://schemas.microsoft.com/office/drawing/2014/main" id="{16E45A23-EAAD-4BD3-80CB-E43303A302A4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3-dom-1-1-0-text-0">
            <a:extLst>
              <a:ext uri="{FF2B5EF4-FFF2-40B4-BE49-F238E27FC236}">
                <a16:creationId xmlns:a16="http://schemas.microsoft.com/office/drawing/2014/main" id="{C8066865-1525-4978-BA28-7C8CF2BAE68F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04 / 17</a:t>
            </a:r>
          </a:p>
        </p:txBody>
      </p:sp>
      <p:sp>
        <p:nvSpPr>
          <p:cNvPr id="10" name="!!source-3-dom-3-1-fill">
            <a:extLst>
              <a:ext uri="{FF2B5EF4-FFF2-40B4-BE49-F238E27FC236}">
                <a16:creationId xmlns:a16="http://schemas.microsoft.com/office/drawing/2014/main" id="{BD480F26-9889-4C7F-BAEB-A718486282BE}"/>
              </a:ext>
            </a:extLst>
          </p:cNvPr>
          <p:cNvSpPr>
            <a:spLocks noGrp="1"/>
          </p:cNvSpPr>
          <p:nvPr/>
        </p:nvSpPr>
        <p:spPr>
          <a:xfrm>
            <a:off x="1047750" y="2797671"/>
            <a:ext cx="1143000" cy="7620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" name="!!source-3-dom-3-3-1-0-text-0">
            <a:extLst>
              <a:ext uri="{FF2B5EF4-FFF2-40B4-BE49-F238E27FC236}">
                <a16:creationId xmlns:a16="http://schemas.microsoft.com/office/drawing/2014/main" id="{098169AF-B53C-463C-B252-96A1CA0025D6}"/>
              </a:ext>
            </a:extLst>
          </p:cNvPr>
          <p:cNvSpPr>
            <a:spLocks noGrp="1"/>
          </p:cNvSpPr>
          <p:nvPr/>
        </p:nvSpPr>
        <p:spPr>
          <a:xfrm>
            <a:off x="1047750" y="3483471"/>
            <a:ext cx="300126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C9B8AD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C9B8AD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RESEARCH QUESTION</a:t>
            </a:r>
          </a:p>
        </p:txBody>
      </p:sp>
      <p:sp>
        <p:nvSpPr>
          <p:cNvPr id="12" name="!!source-3-dom-3-3-3-0-text-0">
            <a:extLst>
              <a:ext uri="{FF2B5EF4-FFF2-40B4-BE49-F238E27FC236}">
                <a16:creationId xmlns:a16="http://schemas.microsoft.com/office/drawing/2014/main" id="{A630E8C9-2F87-4C09-A85E-639120493C3C}"/>
              </a:ext>
            </a:extLst>
          </p:cNvPr>
          <p:cNvSpPr>
            <a:spLocks noGrp="1"/>
          </p:cNvSpPr>
          <p:nvPr/>
        </p:nvSpPr>
        <p:spPr>
          <a:xfrm>
            <a:off x="1047750" y="3931146"/>
            <a:ext cx="14118729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900" b="1" i="0">
                <a:solidFill>
                  <a:srgbClr val="E6D9D0">
                    <a:alpha val="100000"/>
                  </a:srgbClr>
                </a:solidFill>
                <a:latin typeface="Abhaya Libre"/>
                <a:ea typeface="Abhaya Libre"/>
                <a:cs typeface="Abhaya Libre"/>
              </a:defRPr>
            </a:pPr>
            <a:r>
              <a:rPr sz="3900" b="1" i="0" spc="-9">
                <a:solidFill>
                  <a:srgbClr val="E6D9D0">
                    <a:alpha val="100000"/>
                  </a:srgbClr>
                </a:solidFill>
                <a:latin typeface="Abhaya Libre"/>
                <a:ea typeface="Abhaya Libre"/>
                <a:cs typeface="Abhaya Libre"/>
              </a:rPr>
              <a:t>Can integrating client demand into the operation of the station bring</a:t>
            </a:r>
          </a:p>
        </p:txBody>
      </p:sp>
      <p:sp>
        <p:nvSpPr>
          <p:cNvPr id="13" name="!!source-3-dom-3-3-3-0-text-1">
            <a:extLst>
              <a:ext uri="{FF2B5EF4-FFF2-40B4-BE49-F238E27FC236}">
                <a16:creationId xmlns:a16="http://schemas.microsoft.com/office/drawing/2014/main" id="{6ED40EC7-22EC-4351-AF78-AA615AA834F4}"/>
              </a:ext>
            </a:extLst>
          </p:cNvPr>
          <p:cNvSpPr>
            <a:spLocks noGrp="1"/>
          </p:cNvSpPr>
          <p:nvPr/>
        </p:nvSpPr>
        <p:spPr>
          <a:xfrm>
            <a:off x="1047750" y="4525417"/>
            <a:ext cx="13212366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900" b="1" i="0">
                <a:solidFill>
                  <a:srgbClr val="E6D9D0">
                    <a:alpha val="100000"/>
                  </a:srgbClr>
                </a:solidFill>
                <a:latin typeface="Abhaya Libre"/>
                <a:ea typeface="Abhaya Libre"/>
                <a:cs typeface="Abhaya Libre"/>
              </a:defRPr>
            </a:pPr>
            <a:r>
              <a:rPr sz="3900" b="1" i="0" spc="-9">
                <a:solidFill>
                  <a:srgbClr val="E6D9D0">
                    <a:alpha val="100000"/>
                  </a:srgbClr>
                </a:solidFill>
                <a:latin typeface="Abhaya Libre"/>
                <a:ea typeface="Abhaya Libre"/>
                <a:cs typeface="Abhaya Libre"/>
              </a:rPr>
              <a:t>quantifiable gains in energy efficiency and demand satisfaction?</a:t>
            </a:r>
          </a:p>
        </p:txBody>
      </p:sp>
      <p:sp>
        <p:nvSpPr>
          <p:cNvPr id="14" name="!!source-3-dom-3-5-1-0-text-0">
            <a:extLst>
              <a:ext uri="{FF2B5EF4-FFF2-40B4-BE49-F238E27FC236}">
                <a16:creationId xmlns:a16="http://schemas.microsoft.com/office/drawing/2014/main" id="{8658A58D-665D-440F-B97C-E006F7955EBF}"/>
              </a:ext>
            </a:extLst>
          </p:cNvPr>
          <p:cNvSpPr>
            <a:spLocks noGrp="1"/>
          </p:cNvSpPr>
          <p:nvPr/>
        </p:nvSpPr>
        <p:spPr>
          <a:xfrm>
            <a:off x="1047750" y="5729288"/>
            <a:ext cx="15747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5A3A3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F5A3A3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FIRST STEP</a:t>
            </a:r>
          </a:p>
        </p:txBody>
      </p:sp>
      <p:sp>
        <p:nvSpPr>
          <p:cNvPr id="15" name="!!source-3-dom-3-5-3-0-text-0">
            <a:extLst>
              <a:ext uri="{FF2B5EF4-FFF2-40B4-BE49-F238E27FC236}">
                <a16:creationId xmlns:a16="http://schemas.microsoft.com/office/drawing/2014/main" id="{C1A5FF3D-4936-4CF6-A0FB-427382D213E5}"/>
              </a:ext>
            </a:extLst>
          </p:cNvPr>
          <p:cNvSpPr>
            <a:spLocks noGrp="1"/>
          </p:cNvSpPr>
          <p:nvPr/>
        </p:nvSpPr>
        <p:spPr>
          <a:xfrm>
            <a:off x="1047750" y="6167437"/>
            <a:ext cx="12372678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950" b="0" i="0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950" b="0" i="0" spc="-12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Can the controller commit to a booked client in</a:t>
            </a:r>
          </a:p>
        </p:txBody>
      </p:sp>
      <p:sp>
        <p:nvSpPr>
          <p:cNvPr id="16" name="!!source-3-dom-3-5-3-0-text-1">
            <a:extLst>
              <a:ext uri="{FF2B5EF4-FFF2-40B4-BE49-F238E27FC236}">
                <a16:creationId xmlns:a16="http://schemas.microsoft.com/office/drawing/2014/main" id="{76B324E1-864D-4C11-9697-2B3360DD5B0E}"/>
              </a:ext>
            </a:extLst>
          </p:cNvPr>
          <p:cNvSpPr>
            <a:spLocks noGrp="1"/>
          </p:cNvSpPr>
          <p:nvPr/>
        </p:nvSpPr>
        <p:spPr>
          <a:xfrm>
            <a:off x="1047750" y="6890296"/>
            <a:ext cx="13925252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950" b="0" i="0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950" b="0" i="0" spc="-12" dirty="0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advance</a:t>
            </a:r>
            <a:r>
              <a:rPr lang="es-ES" sz="4950" spc="-12" dirty="0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</a:t>
            </a:r>
            <a:r>
              <a:rPr sz="4950" b="0" i="0" spc="-12" dirty="0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and still plan freely?</a:t>
            </a:r>
          </a:p>
        </p:txBody>
      </p:sp>
    </p:spTree>
    <p:extLst>
      <p:ext uri="{BB962C8B-B14F-4D97-AF65-F5344CB8AC3E}">
        <p14:creationId xmlns:p14="http://schemas.microsoft.com/office/powerpoint/2010/main" val="582646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!!source-4-dom-fill">
            <a:extLst>
              <a:ext uri="{FF2B5EF4-FFF2-40B4-BE49-F238E27FC236}">
                <a16:creationId xmlns:a16="http://schemas.microsoft.com/office/drawing/2014/main" id="{FD92ED48-1DE0-4702-B151-2FD0C2B77B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4-dom-1-0-0-0-text-0">
            <a:extLst>
              <a:ext uri="{FF2B5EF4-FFF2-40B4-BE49-F238E27FC236}">
                <a16:creationId xmlns:a16="http://schemas.microsoft.com/office/drawing/2014/main" id="{35ABF2DC-E3C4-4C29-A1F0-F3D074554666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4-dom-1-0-1-border-Bottom">
            <a:extLst>
              <a:ext uri="{FF2B5EF4-FFF2-40B4-BE49-F238E27FC236}">
                <a16:creationId xmlns:a16="http://schemas.microsoft.com/office/drawing/2014/main" id="{74AA290F-52F2-4290-A372-056C63280436}"/>
              </a:ext>
            </a:extLst>
          </p:cNvPr>
          <p:cNvSpPr>
            <a:spLocks noGrp="1"/>
          </p:cNvSpPr>
          <p:nvPr/>
        </p:nvSpPr>
        <p:spPr>
          <a:xfrm>
            <a:off x="2479328" y="690562"/>
            <a:ext cx="1323230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!!source-4-dom-1-0-1-0-text-0">
            <a:extLst>
              <a:ext uri="{FF2B5EF4-FFF2-40B4-BE49-F238E27FC236}">
                <a16:creationId xmlns:a16="http://schemas.microsoft.com/office/drawing/2014/main" id="{072656D2-F419-4FF2-A7E0-EB0837E310DA}"/>
              </a:ext>
            </a:extLst>
          </p:cNvPr>
          <p:cNvSpPr>
            <a:spLocks noGrp="1"/>
          </p:cNvSpPr>
          <p:nvPr/>
        </p:nvSpPr>
        <p:spPr>
          <a:xfrm>
            <a:off x="2479328" y="381000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5" name="!!source-4-dom-1-0-2-0-text-0">
            <a:extLst>
              <a:ext uri="{FF2B5EF4-FFF2-40B4-BE49-F238E27FC236}">
                <a16:creationId xmlns:a16="http://schemas.microsoft.com/office/drawing/2014/main" id="{223DDBAB-40AA-497D-ADF2-C4254DA3C672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4-dom-1-0-3-0-text-0">
            <a:extLst>
              <a:ext uri="{FF2B5EF4-FFF2-40B4-BE49-F238E27FC236}">
                <a16:creationId xmlns:a16="http://schemas.microsoft.com/office/drawing/2014/main" id="{162590E8-0A19-43F7-B485-3BAF269D005A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4-dom-1-0-4-0-text-0">
            <a:extLst>
              <a:ext uri="{FF2B5EF4-FFF2-40B4-BE49-F238E27FC236}">
                <a16:creationId xmlns:a16="http://schemas.microsoft.com/office/drawing/2014/main" id="{36F20765-7CC3-4A4A-9A12-C88956EC698B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4-dom-1-0-5-0-text-0">
            <a:extLst>
              <a:ext uri="{FF2B5EF4-FFF2-40B4-BE49-F238E27FC236}">
                <a16:creationId xmlns:a16="http://schemas.microsoft.com/office/drawing/2014/main" id="{BA57F802-1417-48F7-B722-3CF79B7610BA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4-dom-1-1-0-text-0">
            <a:extLst>
              <a:ext uri="{FF2B5EF4-FFF2-40B4-BE49-F238E27FC236}">
                <a16:creationId xmlns:a16="http://schemas.microsoft.com/office/drawing/2014/main" id="{473CD179-A145-44A1-A21D-F213C8525E24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05 / 17</a:t>
            </a:r>
          </a:p>
        </p:txBody>
      </p:sp>
      <p:sp>
        <p:nvSpPr>
          <p:cNvPr id="10" name="!!source-4-dom-3-1-0-0-text-0">
            <a:extLst>
              <a:ext uri="{FF2B5EF4-FFF2-40B4-BE49-F238E27FC236}">
                <a16:creationId xmlns:a16="http://schemas.microsoft.com/office/drawing/2014/main" id="{B639C89B-98C5-41CB-A8EC-70FCBA1BBADE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3379589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The </a:t>
            </a:r>
            <a:r>
              <a:rPr lang="es-ES" sz="4800" b="0" i="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proposed</a:t>
            </a:r>
            <a:r>
              <a:rPr lang="es-ES" sz="4800" b="0" i="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</a:t>
            </a:r>
            <a:r>
              <a:rPr lang="es-ES" sz="4800" b="0" i="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approach</a:t>
            </a:r>
            <a:endParaRPr sz="4800" b="0" i="0" spc="-12" dirty="0">
              <a:solidFill>
                <a:srgbClr val="4E2E1A">
                  <a:alpha val="100000"/>
                </a:srgbClr>
              </a:solidFill>
              <a:latin typeface="Abhaya Libre ExtraBold"/>
              <a:ea typeface="Abhaya Libre ExtraBold"/>
              <a:cs typeface="Abhaya Libre ExtraBold"/>
            </a:endParaRPr>
          </a:p>
        </p:txBody>
      </p:sp>
      <p:sp>
        <p:nvSpPr>
          <p:cNvPr id="11" name="!!source-4-dom-3-1-1-0-0-text-0">
            <a:extLst>
              <a:ext uri="{FF2B5EF4-FFF2-40B4-BE49-F238E27FC236}">
                <a16:creationId xmlns:a16="http://schemas.microsoft.com/office/drawing/2014/main" id="{3D3F0841-E9F6-41B9-AF54-232143DBE4FF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243229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 request arrives</a:t>
            </a:r>
          </a:p>
        </p:txBody>
      </p:sp>
      <p:sp>
        <p:nvSpPr>
          <p:cNvPr id="12" name="!!source-4-dom-5-1-1-outline">
            <a:extLst>
              <a:ext uri="{FF2B5EF4-FFF2-40B4-BE49-F238E27FC236}">
                <a16:creationId xmlns:a16="http://schemas.microsoft.com/office/drawing/2014/main" id="{369E47C0-69DA-4D2E-A1D6-2C93B7E7711F}"/>
              </a:ext>
            </a:extLst>
          </p:cNvPr>
          <p:cNvSpPr>
            <a:spLocks noGrp="1"/>
          </p:cNvSpPr>
          <p:nvPr/>
        </p:nvSpPr>
        <p:spPr>
          <a:xfrm>
            <a:off x="1062037" y="3107978"/>
            <a:ext cx="3428405" cy="4175671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4-dom-5-1-1-1-0-text-0">
            <a:extLst>
              <a:ext uri="{FF2B5EF4-FFF2-40B4-BE49-F238E27FC236}">
                <a16:creationId xmlns:a16="http://schemas.microsoft.com/office/drawing/2014/main" id="{9717B384-E2E3-4226-BDA1-F92B7016714F}"/>
              </a:ext>
            </a:extLst>
          </p:cNvPr>
          <p:cNvSpPr>
            <a:spLocks noGrp="1"/>
          </p:cNvSpPr>
          <p:nvPr/>
        </p:nvSpPr>
        <p:spPr>
          <a:xfrm>
            <a:off x="1362075" y="3408015"/>
            <a:ext cx="2359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CLIENT REQUEST</a:t>
            </a:r>
          </a:p>
        </p:txBody>
      </p:sp>
      <p:sp>
        <p:nvSpPr>
          <p:cNvPr id="14" name="!!source-4-dom-5-1-1-3-0-text-0">
            <a:extLst>
              <a:ext uri="{FF2B5EF4-FFF2-40B4-BE49-F238E27FC236}">
                <a16:creationId xmlns:a16="http://schemas.microsoft.com/office/drawing/2014/main" id="{987C0767-8506-402B-A4F8-0684258DF6F9}"/>
              </a:ext>
            </a:extLst>
          </p:cNvPr>
          <p:cNvSpPr>
            <a:spLocks noGrp="1"/>
          </p:cNvSpPr>
          <p:nvPr/>
        </p:nvSpPr>
        <p:spPr>
          <a:xfrm>
            <a:off x="1362075" y="3846165"/>
            <a:ext cx="1537097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Booking,</a:t>
            </a:r>
          </a:p>
        </p:txBody>
      </p:sp>
      <p:sp>
        <p:nvSpPr>
          <p:cNvPr id="15" name="!!source-4-dom-5-1-1-3-0-text-1">
            <a:extLst>
              <a:ext uri="{FF2B5EF4-FFF2-40B4-BE49-F238E27FC236}">
                <a16:creationId xmlns:a16="http://schemas.microsoft.com/office/drawing/2014/main" id="{88863E5D-EE68-4BB8-92D3-B15221D5ECDA}"/>
              </a:ext>
            </a:extLst>
          </p:cNvPr>
          <p:cNvSpPr>
            <a:spLocks noGrp="1"/>
          </p:cNvSpPr>
          <p:nvPr/>
        </p:nvSpPr>
        <p:spPr>
          <a:xfrm>
            <a:off x="1362075" y="4234755"/>
            <a:ext cx="2366814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bounded lead</a:t>
            </a:r>
          </a:p>
        </p:txBody>
      </p:sp>
      <p:sp>
        <p:nvSpPr>
          <p:cNvPr id="16" name="!!source-4-dom-5-1-1-3-0-text-2">
            <a:extLst>
              <a:ext uri="{FF2B5EF4-FFF2-40B4-BE49-F238E27FC236}">
                <a16:creationId xmlns:a16="http://schemas.microsoft.com/office/drawing/2014/main" id="{2420D94D-BFCD-44F3-93BA-7737F657A81A}"/>
              </a:ext>
            </a:extLst>
          </p:cNvPr>
          <p:cNvSpPr>
            <a:spLocks noGrp="1"/>
          </p:cNvSpPr>
          <p:nvPr/>
        </p:nvSpPr>
        <p:spPr>
          <a:xfrm>
            <a:off x="1362075" y="4623346"/>
            <a:ext cx="821382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time</a:t>
            </a:r>
          </a:p>
        </p:txBody>
      </p:sp>
      <p:sp>
        <p:nvSpPr>
          <p:cNvPr id="17" name="!!source-4-dom-5-1-1-5-0-outline">
            <a:extLst>
              <a:ext uri="{FF2B5EF4-FFF2-40B4-BE49-F238E27FC236}">
                <a16:creationId xmlns:a16="http://schemas.microsoft.com/office/drawing/2014/main" id="{573286AB-CA85-44FE-9CC9-C6EF2F3207B6}"/>
              </a:ext>
            </a:extLst>
          </p:cNvPr>
          <p:cNvSpPr>
            <a:spLocks noGrp="1"/>
          </p:cNvSpPr>
          <p:nvPr/>
        </p:nvSpPr>
        <p:spPr>
          <a:xfrm>
            <a:off x="1371600" y="5202436"/>
            <a:ext cx="2809280" cy="514350"/>
          </a:xfrm>
          <a:prstGeom prst="rect">
            <a:avLst/>
          </a:prstGeom>
          <a:noFill/>
          <a:ln w="19050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!!source-4-dom-5-1-1-5-0-0-text-0">
            <a:extLst>
              <a:ext uri="{FF2B5EF4-FFF2-40B4-BE49-F238E27FC236}">
                <a16:creationId xmlns:a16="http://schemas.microsoft.com/office/drawing/2014/main" id="{A16DA1C6-74CB-41BC-9B33-03CEE2D75DB9}"/>
              </a:ext>
            </a:extLst>
          </p:cNvPr>
          <p:cNvSpPr>
            <a:spLocks noGrp="1"/>
          </p:cNvSpPr>
          <p:nvPr/>
        </p:nvSpPr>
        <p:spPr>
          <a:xfrm>
            <a:off x="1552575" y="5307211"/>
            <a:ext cx="246399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requested time slot</a:t>
            </a:r>
          </a:p>
        </p:txBody>
      </p:sp>
      <p:sp>
        <p:nvSpPr>
          <p:cNvPr id="19" name="!!source-4-dom-5-1-1-5-1-outline">
            <a:extLst>
              <a:ext uri="{FF2B5EF4-FFF2-40B4-BE49-F238E27FC236}">
                <a16:creationId xmlns:a16="http://schemas.microsoft.com/office/drawing/2014/main" id="{4D44799F-9FC4-4A3B-8F4C-BF2D4E446899}"/>
              </a:ext>
            </a:extLst>
          </p:cNvPr>
          <p:cNvSpPr>
            <a:spLocks noGrp="1"/>
          </p:cNvSpPr>
          <p:nvPr/>
        </p:nvSpPr>
        <p:spPr>
          <a:xfrm>
            <a:off x="1371600" y="5831086"/>
            <a:ext cx="2809280" cy="514350"/>
          </a:xfrm>
          <a:prstGeom prst="rect">
            <a:avLst/>
          </a:prstGeom>
          <a:noFill/>
          <a:ln w="19050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4-dom-5-1-1-5-1-0-text-0">
            <a:extLst>
              <a:ext uri="{FF2B5EF4-FFF2-40B4-BE49-F238E27FC236}">
                <a16:creationId xmlns:a16="http://schemas.microsoft.com/office/drawing/2014/main" id="{9FA51AE9-C579-45D6-AB9F-849099FD4E57}"/>
              </a:ext>
            </a:extLst>
          </p:cNvPr>
          <p:cNvSpPr>
            <a:spLocks noGrp="1"/>
          </p:cNvSpPr>
          <p:nvPr/>
        </p:nvSpPr>
        <p:spPr>
          <a:xfrm>
            <a:off x="1552575" y="5935861"/>
            <a:ext cx="188327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mass on board</a:t>
            </a:r>
          </a:p>
        </p:txBody>
      </p:sp>
      <p:sp>
        <p:nvSpPr>
          <p:cNvPr id="21" name="!!source-4-dom-5-1-1-5-2-outline">
            <a:extLst>
              <a:ext uri="{FF2B5EF4-FFF2-40B4-BE49-F238E27FC236}">
                <a16:creationId xmlns:a16="http://schemas.microsoft.com/office/drawing/2014/main" id="{41601B6A-83F1-4E10-A504-5F8DFC4A1021}"/>
              </a:ext>
            </a:extLst>
          </p:cNvPr>
          <p:cNvSpPr>
            <a:spLocks noGrp="1"/>
          </p:cNvSpPr>
          <p:nvPr/>
        </p:nvSpPr>
        <p:spPr>
          <a:xfrm>
            <a:off x="1371600" y="6459736"/>
            <a:ext cx="2809280" cy="514350"/>
          </a:xfrm>
          <a:prstGeom prst="rect">
            <a:avLst/>
          </a:prstGeom>
          <a:noFill/>
          <a:ln w="19050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4-dom-5-1-1-5-2-0-text-0">
            <a:extLst>
              <a:ext uri="{FF2B5EF4-FFF2-40B4-BE49-F238E27FC236}">
                <a16:creationId xmlns:a16="http://schemas.microsoft.com/office/drawing/2014/main" id="{7DB2097A-A2D9-49CC-8BB1-7D44E047571A}"/>
              </a:ext>
            </a:extLst>
          </p:cNvPr>
          <p:cNvSpPr>
            <a:spLocks noGrp="1"/>
          </p:cNvSpPr>
          <p:nvPr/>
        </p:nvSpPr>
        <p:spPr>
          <a:xfrm>
            <a:off x="1552575" y="6564511"/>
            <a:ext cx="149051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mass asked</a:t>
            </a:r>
          </a:p>
        </p:txBody>
      </p:sp>
      <p:sp>
        <p:nvSpPr>
          <p:cNvPr id="23" name="!!source-4-dom-5-1-3-0-fill">
            <a:extLst>
              <a:ext uri="{FF2B5EF4-FFF2-40B4-BE49-F238E27FC236}">
                <a16:creationId xmlns:a16="http://schemas.microsoft.com/office/drawing/2014/main" id="{CED43F71-956C-4A03-9B3E-1C79CF0983E2}"/>
              </a:ext>
            </a:extLst>
          </p:cNvPr>
          <p:cNvSpPr>
            <a:spLocks noGrp="1"/>
          </p:cNvSpPr>
          <p:nvPr/>
        </p:nvSpPr>
        <p:spPr>
          <a:xfrm>
            <a:off x="4504730" y="5176689"/>
            <a:ext cx="438150" cy="38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" name="!!source-4-dom-5-1-3-1-border-Top">
            <a:extLst>
              <a:ext uri="{FF2B5EF4-FFF2-40B4-BE49-F238E27FC236}">
                <a16:creationId xmlns:a16="http://schemas.microsoft.com/office/drawing/2014/main" id="{D00526C6-6216-4ED7-8DD9-5E59193961D9}"/>
              </a:ext>
            </a:extLst>
          </p:cNvPr>
          <p:cNvSpPr>
            <a:spLocks noGrp="1"/>
          </p:cNvSpPr>
          <p:nvPr/>
        </p:nvSpPr>
        <p:spPr>
          <a:xfrm>
            <a:off x="4942880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0"/>
                </a:lnTo>
                <a:lnTo>
                  <a:pt x="133350" y="8572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4-dom-5-1-3-1-border-Bottom">
            <a:extLst>
              <a:ext uri="{FF2B5EF4-FFF2-40B4-BE49-F238E27FC236}">
                <a16:creationId xmlns:a16="http://schemas.microsoft.com/office/drawing/2014/main" id="{636B3333-82E5-4919-B6AD-9C7F992941AF}"/>
              </a:ext>
            </a:extLst>
          </p:cNvPr>
          <p:cNvSpPr>
            <a:spLocks noGrp="1"/>
          </p:cNvSpPr>
          <p:nvPr/>
        </p:nvSpPr>
        <p:spPr>
          <a:xfrm>
            <a:off x="4942880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171450"/>
                </a:moveTo>
                <a:lnTo>
                  <a:pt x="133350" y="85725"/>
                </a:lnTo>
                <a:lnTo>
                  <a:pt x="133350" y="1714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4-dom-5-1-3-1-border-Left">
            <a:extLst>
              <a:ext uri="{FF2B5EF4-FFF2-40B4-BE49-F238E27FC236}">
                <a16:creationId xmlns:a16="http://schemas.microsoft.com/office/drawing/2014/main" id="{9AA231FF-26B7-4431-80B5-3BBB89036164}"/>
              </a:ext>
            </a:extLst>
          </p:cNvPr>
          <p:cNvSpPr>
            <a:spLocks noGrp="1"/>
          </p:cNvSpPr>
          <p:nvPr/>
        </p:nvSpPr>
        <p:spPr>
          <a:xfrm>
            <a:off x="4942880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7" name="!!source-4-dom-5-1-5-fill">
            <a:extLst>
              <a:ext uri="{FF2B5EF4-FFF2-40B4-BE49-F238E27FC236}">
                <a16:creationId xmlns:a16="http://schemas.microsoft.com/office/drawing/2014/main" id="{3EED18D6-C670-4F81-B693-7F726DA63EBD}"/>
              </a:ext>
            </a:extLst>
          </p:cNvPr>
          <p:cNvSpPr>
            <a:spLocks noGrp="1"/>
          </p:cNvSpPr>
          <p:nvPr/>
        </p:nvSpPr>
        <p:spPr>
          <a:xfrm>
            <a:off x="5076230" y="3093690"/>
            <a:ext cx="4107061" cy="4204246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4-dom-5-1-5-1-0-text-0">
            <a:extLst>
              <a:ext uri="{FF2B5EF4-FFF2-40B4-BE49-F238E27FC236}">
                <a16:creationId xmlns:a16="http://schemas.microsoft.com/office/drawing/2014/main" id="{29E3CD87-9644-48D6-95FE-533855BDDBDF}"/>
              </a:ext>
            </a:extLst>
          </p:cNvPr>
          <p:cNvSpPr>
            <a:spLocks noGrp="1"/>
          </p:cNvSpPr>
          <p:nvPr/>
        </p:nvSpPr>
        <p:spPr>
          <a:xfrm>
            <a:off x="5361980" y="3379440"/>
            <a:ext cx="196244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0C9C9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F0C9C9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SUPERVISORY</a:t>
            </a:r>
          </a:p>
        </p:txBody>
      </p:sp>
      <p:sp>
        <p:nvSpPr>
          <p:cNvPr id="29" name="!!source-4-dom-5-1-5-1-0-text-1">
            <a:extLst>
              <a:ext uri="{FF2B5EF4-FFF2-40B4-BE49-F238E27FC236}">
                <a16:creationId xmlns:a16="http://schemas.microsoft.com/office/drawing/2014/main" id="{0A2D6A4D-4099-40FF-A9EA-25C46ACC1B1C}"/>
              </a:ext>
            </a:extLst>
          </p:cNvPr>
          <p:cNvSpPr>
            <a:spLocks noGrp="1"/>
          </p:cNvSpPr>
          <p:nvPr/>
        </p:nvSpPr>
        <p:spPr>
          <a:xfrm>
            <a:off x="5361980" y="3655665"/>
            <a:ext cx="186645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0C9C9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F0C9C9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CONTROLLER</a:t>
            </a:r>
          </a:p>
        </p:txBody>
      </p:sp>
      <p:sp>
        <p:nvSpPr>
          <p:cNvPr id="30" name="!!source-4-dom-5-1-5-3-0-text-0">
            <a:extLst>
              <a:ext uri="{FF2B5EF4-FFF2-40B4-BE49-F238E27FC236}">
                <a16:creationId xmlns:a16="http://schemas.microsoft.com/office/drawing/2014/main" id="{6B47F9C3-B3E2-4D3A-BDCF-D3AC34DD3E2F}"/>
              </a:ext>
            </a:extLst>
          </p:cNvPr>
          <p:cNvSpPr>
            <a:spLocks noGrp="1"/>
          </p:cNvSpPr>
          <p:nvPr/>
        </p:nvSpPr>
        <p:spPr>
          <a:xfrm>
            <a:off x="5361980" y="4093815"/>
            <a:ext cx="3546277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Lexicographic hybrid</a:t>
            </a:r>
          </a:p>
        </p:txBody>
      </p:sp>
      <p:sp>
        <p:nvSpPr>
          <p:cNvPr id="31" name="!!source-4-dom-5-1-5-3-0-text-1">
            <a:extLst>
              <a:ext uri="{FF2B5EF4-FFF2-40B4-BE49-F238E27FC236}">
                <a16:creationId xmlns:a16="http://schemas.microsoft.com/office/drawing/2014/main" id="{DB9C49C4-7F5E-4D56-8E15-BD8A5E0FA627}"/>
              </a:ext>
            </a:extLst>
          </p:cNvPr>
          <p:cNvSpPr>
            <a:spLocks noGrp="1"/>
          </p:cNvSpPr>
          <p:nvPr/>
        </p:nvSpPr>
        <p:spPr>
          <a:xfrm>
            <a:off x="5361980" y="4482405"/>
            <a:ext cx="824657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MPC</a:t>
            </a:r>
          </a:p>
        </p:txBody>
      </p:sp>
      <p:sp>
        <p:nvSpPr>
          <p:cNvPr id="32" name="!!source-4-dom-5-1-5-5-0-text-0">
            <a:extLst>
              <a:ext uri="{FF2B5EF4-FFF2-40B4-BE49-F238E27FC236}">
                <a16:creationId xmlns:a16="http://schemas.microsoft.com/office/drawing/2014/main" id="{BDBC5898-6C3E-4C27-8B78-7968BE8063EC}"/>
              </a:ext>
            </a:extLst>
          </p:cNvPr>
          <p:cNvSpPr>
            <a:spLocks noGrp="1"/>
          </p:cNvSpPr>
          <p:nvPr/>
        </p:nvSpPr>
        <p:spPr>
          <a:xfrm>
            <a:off x="5361980" y="5071021"/>
            <a:ext cx="351695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Δt = 10 min · 72-step horizon</a:t>
            </a:r>
          </a:p>
        </p:txBody>
      </p:sp>
      <p:sp>
        <p:nvSpPr>
          <p:cNvPr id="33" name="!!source-4-dom-5-1-5-5-0-text-1">
            <a:extLst>
              <a:ext uri="{FF2B5EF4-FFF2-40B4-BE49-F238E27FC236}">
                <a16:creationId xmlns:a16="http://schemas.microsoft.com/office/drawing/2014/main" id="{C6C32697-2B33-4EA6-BAD4-E631469E8F31}"/>
              </a:ext>
            </a:extLst>
          </p:cNvPr>
          <p:cNvSpPr>
            <a:spLocks noGrp="1"/>
          </p:cNvSpPr>
          <p:nvPr/>
        </p:nvSpPr>
        <p:spPr>
          <a:xfrm>
            <a:off x="5361980" y="5429994"/>
            <a:ext cx="333270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 dirty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· MLD model of the station</a:t>
            </a:r>
          </a:p>
        </p:txBody>
      </p:sp>
      <p:sp>
        <p:nvSpPr>
          <p:cNvPr id="34" name="!!source-4-dom-5-1-5-7-fill">
            <a:extLst>
              <a:ext uri="{FF2B5EF4-FFF2-40B4-BE49-F238E27FC236}">
                <a16:creationId xmlns:a16="http://schemas.microsoft.com/office/drawing/2014/main" id="{B2E5C27B-ABF2-4D0B-A696-36BF34A97333}"/>
              </a:ext>
            </a:extLst>
          </p:cNvPr>
          <p:cNvSpPr>
            <a:spLocks noGrp="1"/>
          </p:cNvSpPr>
          <p:nvPr/>
        </p:nvSpPr>
        <p:spPr>
          <a:xfrm>
            <a:off x="5361980" y="6173986"/>
            <a:ext cx="3535561" cy="83820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4-dom-5-1-5-7-0-text-0">
            <a:extLst>
              <a:ext uri="{FF2B5EF4-FFF2-40B4-BE49-F238E27FC236}">
                <a16:creationId xmlns:a16="http://schemas.microsoft.com/office/drawing/2014/main" id="{36738382-3587-48F8-91C3-715B95E77566}"/>
              </a:ext>
            </a:extLst>
          </p:cNvPr>
          <p:cNvSpPr>
            <a:spLocks noGrp="1"/>
          </p:cNvSpPr>
          <p:nvPr/>
        </p:nvSpPr>
        <p:spPr>
          <a:xfrm>
            <a:off x="5533429" y="6288286"/>
            <a:ext cx="236889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4 objectives, strict</a:t>
            </a:r>
          </a:p>
        </p:txBody>
      </p:sp>
      <p:sp>
        <p:nvSpPr>
          <p:cNvPr id="36" name="!!source-4-dom-5-1-5-7-0-text-1">
            <a:extLst>
              <a:ext uri="{FF2B5EF4-FFF2-40B4-BE49-F238E27FC236}">
                <a16:creationId xmlns:a16="http://schemas.microsoft.com/office/drawing/2014/main" id="{13F5D719-30B0-4214-9F3F-106ED4B386CA}"/>
              </a:ext>
            </a:extLst>
          </p:cNvPr>
          <p:cNvSpPr>
            <a:spLocks noGrp="1"/>
          </p:cNvSpPr>
          <p:nvPr/>
        </p:nvSpPr>
        <p:spPr>
          <a:xfrm>
            <a:off x="5533429" y="6593086"/>
            <a:ext cx="96544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priority</a:t>
            </a:r>
          </a:p>
        </p:txBody>
      </p:sp>
      <p:sp>
        <p:nvSpPr>
          <p:cNvPr id="37" name="!!source-4-dom-5-1-7-0-fill">
            <a:extLst>
              <a:ext uri="{FF2B5EF4-FFF2-40B4-BE49-F238E27FC236}">
                <a16:creationId xmlns:a16="http://schemas.microsoft.com/office/drawing/2014/main" id="{FBCF6DD9-4664-4526-81B6-9AF4F5895AF4}"/>
              </a:ext>
            </a:extLst>
          </p:cNvPr>
          <p:cNvSpPr>
            <a:spLocks noGrp="1"/>
          </p:cNvSpPr>
          <p:nvPr/>
        </p:nvSpPr>
        <p:spPr>
          <a:xfrm>
            <a:off x="9183290" y="5176689"/>
            <a:ext cx="438150" cy="38100"/>
          </a:xfrm>
          <a:prstGeom prst="rect">
            <a:avLst/>
          </a:prstGeom>
          <a:solidFill>
            <a:srgbClr val="E44646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4-dom-5-1-7-1-border-Top">
            <a:extLst>
              <a:ext uri="{FF2B5EF4-FFF2-40B4-BE49-F238E27FC236}">
                <a16:creationId xmlns:a16="http://schemas.microsoft.com/office/drawing/2014/main" id="{7766FCD8-B737-4A0B-812F-8E8D484FE3B1}"/>
              </a:ext>
            </a:extLst>
          </p:cNvPr>
          <p:cNvSpPr>
            <a:spLocks noGrp="1"/>
          </p:cNvSpPr>
          <p:nvPr/>
        </p:nvSpPr>
        <p:spPr>
          <a:xfrm>
            <a:off x="962144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0"/>
                </a:lnTo>
                <a:lnTo>
                  <a:pt x="133350" y="8572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4-dom-5-1-7-1-border-Bottom">
            <a:extLst>
              <a:ext uri="{FF2B5EF4-FFF2-40B4-BE49-F238E27FC236}">
                <a16:creationId xmlns:a16="http://schemas.microsoft.com/office/drawing/2014/main" id="{C99DA9EC-D7AC-43BB-A81C-0C109B517534}"/>
              </a:ext>
            </a:extLst>
          </p:cNvPr>
          <p:cNvSpPr>
            <a:spLocks noGrp="1"/>
          </p:cNvSpPr>
          <p:nvPr/>
        </p:nvSpPr>
        <p:spPr>
          <a:xfrm>
            <a:off x="962144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171450"/>
                </a:moveTo>
                <a:lnTo>
                  <a:pt x="133350" y="85725"/>
                </a:lnTo>
                <a:lnTo>
                  <a:pt x="133350" y="1714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4-dom-5-1-7-1-border-Left">
            <a:extLst>
              <a:ext uri="{FF2B5EF4-FFF2-40B4-BE49-F238E27FC236}">
                <a16:creationId xmlns:a16="http://schemas.microsoft.com/office/drawing/2014/main" id="{80D53002-0E53-4999-AE0F-A94944903A1B}"/>
              </a:ext>
            </a:extLst>
          </p:cNvPr>
          <p:cNvSpPr>
            <a:spLocks noGrp="1"/>
          </p:cNvSpPr>
          <p:nvPr/>
        </p:nvSpPr>
        <p:spPr>
          <a:xfrm>
            <a:off x="962144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E44646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4-dom-5-1-9-outline">
            <a:extLst>
              <a:ext uri="{FF2B5EF4-FFF2-40B4-BE49-F238E27FC236}">
                <a16:creationId xmlns:a16="http://schemas.microsoft.com/office/drawing/2014/main" id="{765EC659-B66D-44E8-B797-79B989E8951E}"/>
              </a:ext>
            </a:extLst>
          </p:cNvPr>
          <p:cNvSpPr>
            <a:spLocks noGrp="1"/>
          </p:cNvSpPr>
          <p:nvPr/>
        </p:nvSpPr>
        <p:spPr>
          <a:xfrm>
            <a:off x="9769078" y="3107978"/>
            <a:ext cx="3428405" cy="4175671"/>
          </a:xfrm>
          <a:prstGeom prst="rect">
            <a:avLst/>
          </a:prstGeom>
          <a:noFill/>
          <a:ln w="28575">
            <a:solidFill>
              <a:srgbClr val="E4464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4-dom-5-1-9-1-0-text-0">
            <a:extLst>
              <a:ext uri="{FF2B5EF4-FFF2-40B4-BE49-F238E27FC236}">
                <a16:creationId xmlns:a16="http://schemas.microsoft.com/office/drawing/2014/main" id="{9B013D9A-199B-4DBF-984B-925C786EC0FA}"/>
              </a:ext>
            </a:extLst>
          </p:cNvPr>
          <p:cNvSpPr>
            <a:spLocks noGrp="1"/>
          </p:cNvSpPr>
          <p:nvPr/>
        </p:nvSpPr>
        <p:spPr>
          <a:xfrm>
            <a:off x="10069116" y="3408015"/>
            <a:ext cx="124688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ANSWER</a:t>
            </a:r>
          </a:p>
        </p:txBody>
      </p:sp>
      <p:sp>
        <p:nvSpPr>
          <p:cNvPr id="43" name="!!source-4-dom-5-1-9-3-0-text-0">
            <a:extLst>
              <a:ext uri="{FF2B5EF4-FFF2-40B4-BE49-F238E27FC236}">
                <a16:creationId xmlns:a16="http://schemas.microsoft.com/office/drawing/2014/main" id="{015D1616-2E6B-4E6E-A144-BCD9835F881D}"/>
              </a:ext>
            </a:extLst>
          </p:cNvPr>
          <p:cNvSpPr>
            <a:spLocks noGrp="1"/>
          </p:cNvSpPr>
          <p:nvPr/>
        </p:nvSpPr>
        <p:spPr>
          <a:xfrm>
            <a:off x="10069116" y="3846165"/>
            <a:ext cx="2511921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Feasible or not</a:t>
            </a:r>
          </a:p>
        </p:txBody>
      </p:sp>
      <p:sp>
        <p:nvSpPr>
          <p:cNvPr id="44" name="!!source-4-dom-5-1-9-5-0-fill">
            <a:extLst>
              <a:ext uri="{FF2B5EF4-FFF2-40B4-BE49-F238E27FC236}">
                <a16:creationId xmlns:a16="http://schemas.microsoft.com/office/drawing/2014/main" id="{9420FCEA-C07F-4C4D-8ADE-80B51B6A139E}"/>
              </a:ext>
            </a:extLst>
          </p:cNvPr>
          <p:cNvSpPr>
            <a:spLocks noGrp="1"/>
          </p:cNvSpPr>
          <p:nvPr/>
        </p:nvSpPr>
        <p:spPr>
          <a:xfrm>
            <a:off x="10069116" y="4530626"/>
            <a:ext cx="2828329" cy="1269504"/>
          </a:xfrm>
          <a:prstGeom prst="rect">
            <a:avLst/>
          </a:prstGeom>
          <a:solidFill>
            <a:srgbClr val="2E7D4F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4-dom-5-1-9-5-0-0-0-text-0">
            <a:extLst>
              <a:ext uri="{FF2B5EF4-FFF2-40B4-BE49-F238E27FC236}">
                <a16:creationId xmlns:a16="http://schemas.microsoft.com/office/drawing/2014/main" id="{12094AE9-B427-48A5-A0B3-88E0A20E3955}"/>
              </a:ext>
            </a:extLst>
          </p:cNvPr>
          <p:cNvSpPr>
            <a:spLocks noGrp="1"/>
          </p:cNvSpPr>
          <p:nvPr/>
        </p:nvSpPr>
        <p:spPr>
          <a:xfrm>
            <a:off x="10240565" y="4673501"/>
            <a:ext cx="96024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FFFFFF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FFFFFF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Accept</a:t>
            </a:r>
          </a:p>
        </p:txBody>
      </p:sp>
      <p:sp>
        <p:nvSpPr>
          <p:cNvPr id="46" name="!!source-4-dom-5-1-9-5-0-2-text-0">
            <a:extLst>
              <a:ext uri="{FF2B5EF4-FFF2-40B4-BE49-F238E27FC236}">
                <a16:creationId xmlns:a16="http://schemas.microsoft.com/office/drawing/2014/main" id="{CFD54BFB-9893-4985-AEC1-94454698645E}"/>
              </a:ext>
            </a:extLst>
          </p:cNvPr>
          <p:cNvSpPr>
            <a:spLocks noGrp="1"/>
          </p:cNvSpPr>
          <p:nvPr/>
        </p:nvSpPr>
        <p:spPr>
          <a:xfrm>
            <a:off x="10240565" y="5007769"/>
            <a:ext cx="2093566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FFFFFF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a plan exists; the</a:t>
            </a:r>
          </a:p>
        </p:txBody>
      </p:sp>
      <p:sp>
        <p:nvSpPr>
          <p:cNvPr id="47" name="!!source-4-dom-5-1-9-5-0-2-text-1">
            <a:extLst>
              <a:ext uri="{FF2B5EF4-FFF2-40B4-BE49-F238E27FC236}">
                <a16:creationId xmlns:a16="http://schemas.microsoft.com/office/drawing/2014/main" id="{2A5D61BA-CF35-4A45-95A5-6C7DCF9E1B40}"/>
              </a:ext>
            </a:extLst>
          </p:cNvPr>
          <p:cNvSpPr>
            <a:spLocks noGrp="1"/>
          </p:cNvSpPr>
          <p:nvPr/>
        </p:nvSpPr>
        <p:spPr>
          <a:xfrm>
            <a:off x="10240565" y="5342037"/>
            <a:ext cx="220102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FFFFFF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slot is committed</a:t>
            </a:r>
          </a:p>
        </p:txBody>
      </p:sp>
      <p:sp>
        <p:nvSpPr>
          <p:cNvPr id="48" name="!!source-4-dom-5-1-9-5-1-outline">
            <a:extLst>
              <a:ext uri="{FF2B5EF4-FFF2-40B4-BE49-F238E27FC236}">
                <a16:creationId xmlns:a16="http://schemas.microsoft.com/office/drawing/2014/main" id="{04854C61-37BC-4B47-8D13-3570AAA406F3}"/>
              </a:ext>
            </a:extLst>
          </p:cNvPr>
          <p:cNvSpPr>
            <a:spLocks noGrp="1"/>
          </p:cNvSpPr>
          <p:nvPr/>
        </p:nvSpPr>
        <p:spPr>
          <a:xfrm>
            <a:off x="10078641" y="5904905"/>
            <a:ext cx="2809279" cy="954286"/>
          </a:xfrm>
          <a:prstGeom prst="rect">
            <a:avLst/>
          </a:prstGeom>
          <a:noFill/>
          <a:ln w="19050">
            <a:solidFill>
              <a:srgbClr val="E4464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4-dom-5-1-9-5-1-0-0-text-0">
            <a:extLst>
              <a:ext uri="{FF2B5EF4-FFF2-40B4-BE49-F238E27FC236}">
                <a16:creationId xmlns:a16="http://schemas.microsoft.com/office/drawing/2014/main" id="{F6E62BD5-8A3E-4521-BD46-E627098D7DA5}"/>
              </a:ext>
            </a:extLst>
          </p:cNvPr>
          <p:cNvSpPr>
            <a:spLocks noGrp="1"/>
          </p:cNvSpPr>
          <p:nvPr/>
        </p:nvSpPr>
        <p:spPr>
          <a:xfrm>
            <a:off x="10259615" y="6057305"/>
            <a:ext cx="87258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Reject</a:t>
            </a:r>
          </a:p>
        </p:txBody>
      </p:sp>
      <p:sp>
        <p:nvSpPr>
          <p:cNvPr id="50" name="!!source-4-dom-5-1-9-5-1-2-text-0">
            <a:extLst>
              <a:ext uri="{FF2B5EF4-FFF2-40B4-BE49-F238E27FC236}">
                <a16:creationId xmlns:a16="http://schemas.microsoft.com/office/drawing/2014/main" id="{1369E792-F32E-4B76-ACA3-630B5E8FD486}"/>
              </a:ext>
            </a:extLst>
          </p:cNvPr>
          <p:cNvSpPr>
            <a:spLocks noGrp="1"/>
          </p:cNvSpPr>
          <p:nvPr/>
        </p:nvSpPr>
        <p:spPr>
          <a:xfrm>
            <a:off x="10259615" y="6391573"/>
            <a:ext cx="199355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no feasible plan</a:t>
            </a:r>
          </a:p>
        </p:txBody>
      </p:sp>
      <p:sp>
        <p:nvSpPr>
          <p:cNvPr id="51" name="!!source-4-dom-5-1-11-0-fill">
            <a:extLst>
              <a:ext uri="{FF2B5EF4-FFF2-40B4-BE49-F238E27FC236}">
                <a16:creationId xmlns:a16="http://schemas.microsoft.com/office/drawing/2014/main" id="{3C947910-7707-4323-9B00-91DAB8654433}"/>
              </a:ext>
            </a:extLst>
          </p:cNvPr>
          <p:cNvSpPr>
            <a:spLocks noGrp="1"/>
          </p:cNvSpPr>
          <p:nvPr/>
        </p:nvSpPr>
        <p:spPr>
          <a:xfrm>
            <a:off x="13211770" y="5176689"/>
            <a:ext cx="438150" cy="38100"/>
          </a:xfrm>
          <a:prstGeom prst="rect">
            <a:avLst/>
          </a:pr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2" name="!!source-4-dom-5-1-11-1-border-Top">
            <a:extLst>
              <a:ext uri="{FF2B5EF4-FFF2-40B4-BE49-F238E27FC236}">
                <a16:creationId xmlns:a16="http://schemas.microsoft.com/office/drawing/2014/main" id="{D4294728-1E64-44BA-9E2D-ABFE72CFB50D}"/>
              </a:ext>
            </a:extLst>
          </p:cNvPr>
          <p:cNvSpPr>
            <a:spLocks noGrp="1"/>
          </p:cNvSpPr>
          <p:nvPr/>
        </p:nvSpPr>
        <p:spPr>
          <a:xfrm>
            <a:off x="1364992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0"/>
                </a:lnTo>
                <a:lnTo>
                  <a:pt x="133350" y="8572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3" name="!!source-4-dom-5-1-11-1-border-Bottom">
            <a:extLst>
              <a:ext uri="{FF2B5EF4-FFF2-40B4-BE49-F238E27FC236}">
                <a16:creationId xmlns:a16="http://schemas.microsoft.com/office/drawing/2014/main" id="{C7E47405-8956-4870-831C-82EE0F301F9E}"/>
              </a:ext>
            </a:extLst>
          </p:cNvPr>
          <p:cNvSpPr>
            <a:spLocks noGrp="1"/>
          </p:cNvSpPr>
          <p:nvPr/>
        </p:nvSpPr>
        <p:spPr>
          <a:xfrm>
            <a:off x="1364992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171450"/>
                </a:moveTo>
                <a:lnTo>
                  <a:pt x="133350" y="85725"/>
                </a:lnTo>
                <a:lnTo>
                  <a:pt x="133350" y="1714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!!source-4-dom-5-1-11-1-border-Left">
            <a:extLst>
              <a:ext uri="{FF2B5EF4-FFF2-40B4-BE49-F238E27FC236}">
                <a16:creationId xmlns:a16="http://schemas.microsoft.com/office/drawing/2014/main" id="{4925EAB1-C412-4B78-B073-0621798D4830}"/>
              </a:ext>
            </a:extLst>
          </p:cNvPr>
          <p:cNvSpPr>
            <a:spLocks noGrp="1"/>
          </p:cNvSpPr>
          <p:nvPr/>
        </p:nvSpPr>
        <p:spPr>
          <a:xfrm>
            <a:off x="1364992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5" name="!!source-4-dom-5-1-13-outline">
            <a:extLst>
              <a:ext uri="{FF2B5EF4-FFF2-40B4-BE49-F238E27FC236}">
                <a16:creationId xmlns:a16="http://schemas.microsoft.com/office/drawing/2014/main" id="{52792DFE-7EC4-4664-8B03-12E565F56921}"/>
              </a:ext>
            </a:extLst>
          </p:cNvPr>
          <p:cNvSpPr>
            <a:spLocks noGrp="1"/>
          </p:cNvSpPr>
          <p:nvPr/>
        </p:nvSpPr>
        <p:spPr>
          <a:xfrm>
            <a:off x="13797558" y="3107978"/>
            <a:ext cx="3428405" cy="4175671"/>
          </a:xfrm>
          <a:prstGeom prst="rect">
            <a:avLst/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!!source-4-dom-5-1-13-1-0-text-0">
            <a:extLst>
              <a:ext uri="{FF2B5EF4-FFF2-40B4-BE49-F238E27FC236}">
                <a16:creationId xmlns:a16="http://schemas.microsoft.com/office/drawing/2014/main" id="{90A5DA8D-50C5-4046-8BB8-101C7F31EB2B}"/>
              </a:ext>
            </a:extLst>
          </p:cNvPr>
          <p:cNvSpPr>
            <a:spLocks noGrp="1"/>
          </p:cNvSpPr>
          <p:nvPr/>
        </p:nvSpPr>
        <p:spPr>
          <a:xfrm>
            <a:off x="14097596" y="3408015"/>
            <a:ext cx="206871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ROLLING PLAN</a:t>
            </a:r>
          </a:p>
        </p:txBody>
      </p:sp>
      <p:sp>
        <p:nvSpPr>
          <p:cNvPr id="57" name="!!source-4-dom-5-1-13-3-0-text-0">
            <a:extLst>
              <a:ext uri="{FF2B5EF4-FFF2-40B4-BE49-F238E27FC236}">
                <a16:creationId xmlns:a16="http://schemas.microsoft.com/office/drawing/2014/main" id="{DB9FED36-DD6F-4ADD-BB5B-DDAD9A137FA6}"/>
              </a:ext>
            </a:extLst>
          </p:cNvPr>
          <p:cNvSpPr>
            <a:spLocks noGrp="1"/>
          </p:cNvSpPr>
          <p:nvPr/>
        </p:nvSpPr>
        <p:spPr>
          <a:xfrm>
            <a:off x="14097596" y="3846165"/>
            <a:ext cx="1704528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</a:t>
            </a:r>
          </a:p>
        </p:txBody>
      </p:sp>
      <p:sp>
        <p:nvSpPr>
          <p:cNvPr id="58" name="!!source-4-dom-5-1-13-3-0-text-1">
            <a:extLst>
              <a:ext uri="{FF2B5EF4-FFF2-40B4-BE49-F238E27FC236}">
                <a16:creationId xmlns:a16="http://schemas.microsoft.com/office/drawing/2014/main" id="{447EFD40-C750-45EE-B236-1DC9BCD76514}"/>
              </a:ext>
            </a:extLst>
          </p:cNvPr>
          <p:cNvSpPr>
            <a:spLocks noGrp="1"/>
          </p:cNvSpPr>
          <p:nvPr/>
        </p:nvSpPr>
        <p:spPr>
          <a:xfrm>
            <a:off x="14097596" y="4234755"/>
            <a:ext cx="2234356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sourcing and</a:t>
            </a:r>
          </a:p>
        </p:txBody>
      </p:sp>
      <p:sp>
        <p:nvSpPr>
          <p:cNvPr id="59" name="!!source-4-dom-5-1-13-3-0-text-2">
            <a:extLst>
              <a:ext uri="{FF2B5EF4-FFF2-40B4-BE49-F238E27FC236}">
                <a16:creationId xmlns:a16="http://schemas.microsoft.com/office/drawing/2014/main" id="{B8AA0385-A176-40D9-AC2B-767C97B7311E}"/>
              </a:ext>
            </a:extLst>
          </p:cNvPr>
          <p:cNvSpPr>
            <a:spLocks noGrp="1"/>
          </p:cNvSpPr>
          <p:nvPr/>
        </p:nvSpPr>
        <p:spPr>
          <a:xfrm>
            <a:off x="14097596" y="4623346"/>
            <a:ext cx="2197447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compression</a:t>
            </a:r>
          </a:p>
        </p:txBody>
      </p:sp>
      <p:sp>
        <p:nvSpPr>
          <p:cNvPr id="60" name="!!source-4-dom-5-1-13-5-0-outline">
            <a:extLst>
              <a:ext uri="{FF2B5EF4-FFF2-40B4-BE49-F238E27FC236}">
                <a16:creationId xmlns:a16="http://schemas.microsoft.com/office/drawing/2014/main" id="{C094A64F-D7D4-4114-A619-834B4B8D2299}"/>
              </a:ext>
            </a:extLst>
          </p:cNvPr>
          <p:cNvSpPr>
            <a:spLocks noGrp="1"/>
          </p:cNvSpPr>
          <p:nvPr/>
        </p:nvSpPr>
        <p:spPr>
          <a:xfrm>
            <a:off x="14107121" y="5211961"/>
            <a:ext cx="2809279" cy="819150"/>
          </a:xfrm>
          <a:prstGeom prst="rect">
            <a:avLst/>
          </a:prstGeom>
          <a:noFill/>
          <a:ln w="19050">
            <a:solidFill>
              <a:srgbClr val="C9B8A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!!source-4-dom-5-1-13-5-0-0-text-0">
            <a:extLst>
              <a:ext uri="{FF2B5EF4-FFF2-40B4-BE49-F238E27FC236}">
                <a16:creationId xmlns:a16="http://schemas.microsoft.com/office/drawing/2014/main" id="{8B04982D-C7E3-4A99-8832-96AE7CC89CA2}"/>
              </a:ext>
            </a:extLst>
          </p:cNvPr>
          <p:cNvSpPr>
            <a:spLocks noGrp="1"/>
          </p:cNvSpPr>
          <p:nvPr/>
        </p:nvSpPr>
        <p:spPr>
          <a:xfrm>
            <a:off x="14288095" y="5316736"/>
            <a:ext cx="234657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source: when, how</a:t>
            </a:r>
          </a:p>
        </p:txBody>
      </p:sp>
      <p:sp>
        <p:nvSpPr>
          <p:cNvPr id="62" name="!!source-4-dom-5-1-13-5-0-0-text-1">
            <a:extLst>
              <a:ext uri="{FF2B5EF4-FFF2-40B4-BE49-F238E27FC236}">
                <a16:creationId xmlns:a16="http://schemas.microsoft.com/office/drawing/2014/main" id="{E2CAF3BF-359C-4FF0-9F62-11D3117E3120}"/>
              </a:ext>
            </a:extLst>
          </p:cNvPr>
          <p:cNvSpPr>
            <a:spLocks noGrp="1"/>
          </p:cNvSpPr>
          <p:nvPr/>
        </p:nvSpPr>
        <p:spPr>
          <a:xfrm>
            <a:off x="14288095" y="5621536"/>
            <a:ext cx="78179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much</a:t>
            </a:r>
          </a:p>
        </p:txBody>
      </p:sp>
      <p:sp>
        <p:nvSpPr>
          <p:cNvPr id="63" name="!!source-4-dom-5-1-13-5-1-outline">
            <a:extLst>
              <a:ext uri="{FF2B5EF4-FFF2-40B4-BE49-F238E27FC236}">
                <a16:creationId xmlns:a16="http://schemas.microsoft.com/office/drawing/2014/main" id="{C7DB23ED-D125-4381-AA90-5070A48984C0}"/>
              </a:ext>
            </a:extLst>
          </p:cNvPr>
          <p:cNvSpPr>
            <a:spLocks noGrp="1"/>
          </p:cNvSpPr>
          <p:nvPr/>
        </p:nvSpPr>
        <p:spPr>
          <a:xfrm>
            <a:off x="14107121" y="6145411"/>
            <a:ext cx="2809279" cy="819150"/>
          </a:xfrm>
          <a:prstGeom prst="rect">
            <a:avLst/>
          </a:prstGeom>
          <a:noFill/>
          <a:ln w="19050">
            <a:solidFill>
              <a:srgbClr val="C9B8A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4-dom-5-1-13-5-1-0-text-0">
            <a:extLst>
              <a:ext uri="{FF2B5EF4-FFF2-40B4-BE49-F238E27FC236}">
                <a16:creationId xmlns:a16="http://schemas.microsoft.com/office/drawing/2014/main" id="{C47638C3-2837-462F-8F5D-A1A2203F6B2B}"/>
              </a:ext>
            </a:extLst>
          </p:cNvPr>
          <p:cNvSpPr>
            <a:spLocks noGrp="1"/>
          </p:cNvSpPr>
          <p:nvPr/>
        </p:nvSpPr>
        <p:spPr>
          <a:xfrm>
            <a:off x="14288095" y="6250186"/>
            <a:ext cx="213017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compress: when,</a:t>
            </a:r>
          </a:p>
        </p:txBody>
      </p:sp>
      <p:sp>
        <p:nvSpPr>
          <p:cNvPr id="65" name="!!source-4-dom-5-1-13-5-1-0-text-1">
            <a:extLst>
              <a:ext uri="{FF2B5EF4-FFF2-40B4-BE49-F238E27FC236}">
                <a16:creationId xmlns:a16="http://schemas.microsoft.com/office/drawing/2014/main" id="{137982ED-1C41-4904-8FA7-0A163DB5A18F}"/>
              </a:ext>
            </a:extLst>
          </p:cNvPr>
          <p:cNvSpPr>
            <a:spLocks noGrp="1"/>
          </p:cNvSpPr>
          <p:nvPr/>
        </p:nvSpPr>
        <p:spPr>
          <a:xfrm>
            <a:off x="14288095" y="6554986"/>
            <a:ext cx="197643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into which tank</a:t>
            </a:r>
          </a:p>
        </p:txBody>
      </p:sp>
      <p:pic>
        <p:nvPicPr>
          <p:cNvPr id="136" name="!!source-4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137" name="!!source-4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0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!!source-4-dom-fill">
            <a:extLst>
              <a:ext uri="{FF2B5EF4-FFF2-40B4-BE49-F238E27FC236}">
                <a16:creationId xmlns:a16="http://schemas.microsoft.com/office/drawing/2014/main" id="{34E55614-612E-4753-B46A-B5F2BA10DB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4-dom-1-0-0-0-text-0">
            <a:extLst>
              <a:ext uri="{FF2B5EF4-FFF2-40B4-BE49-F238E27FC236}">
                <a16:creationId xmlns:a16="http://schemas.microsoft.com/office/drawing/2014/main" id="{E26EA69A-38E5-41BA-B3CB-2C9BF2DCB3D9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4-dom-1-0-1-border-Bottom">
            <a:extLst>
              <a:ext uri="{FF2B5EF4-FFF2-40B4-BE49-F238E27FC236}">
                <a16:creationId xmlns:a16="http://schemas.microsoft.com/office/drawing/2014/main" id="{6EF73654-6A5D-470F-9C01-69945D5F60C3}"/>
              </a:ext>
            </a:extLst>
          </p:cNvPr>
          <p:cNvSpPr>
            <a:spLocks noGrp="1"/>
          </p:cNvSpPr>
          <p:nvPr/>
        </p:nvSpPr>
        <p:spPr>
          <a:xfrm>
            <a:off x="2479328" y="690562"/>
            <a:ext cx="1323230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!!source-4-dom-1-0-1-0-text-0">
            <a:extLst>
              <a:ext uri="{FF2B5EF4-FFF2-40B4-BE49-F238E27FC236}">
                <a16:creationId xmlns:a16="http://schemas.microsoft.com/office/drawing/2014/main" id="{21DE028B-B08C-49CA-9D67-6183E1D2D948}"/>
              </a:ext>
            </a:extLst>
          </p:cNvPr>
          <p:cNvSpPr>
            <a:spLocks noGrp="1"/>
          </p:cNvSpPr>
          <p:nvPr/>
        </p:nvSpPr>
        <p:spPr>
          <a:xfrm>
            <a:off x="2479328" y="381000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5" name="!!source-4-dom-1-0-2-0-text-0">
            <a:extLst>
              <a:ext uri="{FF2B5EF4-FFF2-40B4-BE49-F238E27FC236}">
                <a16:creationId xmlns:a16="http://schemas.microsoft.com/office/drawing/2014/main" id="{9D195089-4F20-418D-BD95-36121D8CDEC2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4-dom-1-0-3-0-text-0">
            <a:extLst>
              <a:ext uri="{FF2B5EF4-FFF2-40B4-BE49-F238E27FC236}">
                <a16:creationId xmlns:a16="http://schemas.microsoft.com/office/drawing/2014/main" id="{09980A2F-B361-4E76-BC3C-5527ECA9FE4D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4-dom-1-0-4-0-text-0">
            <a:extLst>
              <a:ext uri="{FF2B5EF4-FFF2-40B4-BE49-F238E27FC236}">
                <a16:creationId xmlns:a16="http://schemas.microsoft.com/office/drawing/2014/main" id="{960EE8E2-73C9-4D0B-8F9D-09138A0B50A7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4-dom-1-0-5-0-text-0">
            <a:extLst>
              <a:ext uri="{FF2B5EF4-FFF2-40B4-BE49-F238E27FC236}">
                <a16:creationId xmlns:a16="http://schemas.microsoft.com/office/drawing/2014/main" id="{6F574446-D9C5-4599-B08D-49549C484A82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4-dom-1-1-0-text-0">
            <a:extLst>
              <a:ext uri="{FF2B5EF4-FFF2-40B4-BE49-F238E27FC236}">
                <a16:creationId xmlns:a16="http://schemas.microsoft.com/office/drawing/2014/main" id="{1CB2CD63-E740-4324-B154-61185B77AF2C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05 / 17</a:t>
            </a:r>
          </a:p>
        </p:txBody>
      </p:sp>
      <p:sp>
        <p:nvSpPr>
          <p:cNvPr id="10" name="!!source-4-dom-3-1-0-0-text-0">
            <a:extLst>
              <a:ext uri="{FF2B5EF4-FFF2-40B4-BE49-F238E27FC236}">
                <a16:creationId xmlns:a16="http://schemas.microsoft.com/office/drawing/2014/main" id="{553F0A08-1F0E-4E32-9E88-649BA192D640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3379589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The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proposed</a:t>
            </a: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approach</a:t>
            </a:r>
            <a:endParaRPr lang="es-ES" sz="4800" spc="-12" dirty="0">
              <a:solidFill>
                <a:srgbClr val="4E2E1A">
                  <a:alpha val="100000"/>
                </a:srgbClr>
              </a:solidFill>
              <a:latin typeface="Abhaya Libre ExtraBold"/>
              <a:ea typeface="Abhaya Libre ExtraBold"/>
              <a:cs typeface="Abhaya Libre ExtraBold"/>
            </a:endParaRPr>
          </a:p>
        </p:txBody>
      </p:sp>
      <p:sp>
        <p:nvSpPr>
          <p:cNvPr id="11" name="!!source-4-dom-3-1-1-0-0-text-0">
            <a:extLst>
              <a:ext uri="{FF2B5EF4-FFF2-40B4-BE49-F238E27FC236}">
                <a16:creationId xmlns:a16="http://schemas.microsoft.com/office/drawing/2014/main" id="{19A8D22A-1130-4E40-AD51-5B613CEE32C6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215160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Feasible or not</a:t>
            </a:r>
          </a:p>
        </p:txBody>
      </p:sp>
      <p:sp>
        <p:nvSpPr>
          <p:cNvPr id="12" name="!!source-4-dom-5-1-1-outline">
            <a:extLst>
              <a:ext uri="{FF2B5EF4-FFF2-40B4-BE49-F238E27FC236}">
                <a16:creationId xmlns:a16="http://schemas.microsoft.com/office/drawing/2014/main" id="{36319096-3488-4CDE-B5A4-8746D52E20C1}"/>
              </a:ext>
            </a:extLst>
          </p:cNvPr>
          <p:cNvSpPr>
            <a:spLocks noGrp="1"/>
          </p:cNvSpPr>
          <p:nvPr/>
        </p:nvSpPr>
        <p:spPr>
          <a:xfrm>
            <a:off x="1062037" y="3107978"/>
            <a:ext cx="3428405" cy="4175671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4-dom-5-1-1-1-0-text-0">
            <a:extLst>
              <a:ext uri="{FF2B5EF4-FFF2-40B4-BE49-F238E27FC236}">
                <a16:creationId xmlns:a16="http://schemas.microsoft.com/office/drawing/2014/main" id="{81F1F726-6A03-41B7-9465-6526D8665D92}"/>
              </a:ext>
            </a:extLst>
          </p:cNvPr>
          <p:cNvSpPr>
            <a:spLocks noGrp="1"/>
          </p:cNvSpPr>
          <p:nvPr/>
        </p:nvSpPr>
        <p:spPr>
          <a:xfrm>
            <a:off x="1362075" y="3408015"/>
            <a:ext cx="2359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CLIENT REQUEST</a:t>
            </a:r>
          </a:p>
        </p:txBody>
      </p:sp>
      <p:sp>
        <p:nvSpPr>
          <p:cNvPr id="14" name="!!source-4-dom-5-1-1-3-0-text-0">
            <a:extLst>
              <a:ext uri="{FF2B5EF4-FFF2-40B4-BE49-F238E27FC236}">
                <a16:creationId xmlns:a16="http://schemas.microsoft.com/office/drawing/2014/main" id="{238E837E-47DF-4ACB-8D58-08D0F66C4905}"/>
              </a:ext>
            </a:extLst>
          </p:cNvPr>
          <p:cNvSpPr>
            <a:spLocks noGrp="1"/>
          </p:cNvSpPr>
          <p:nvPr/>
        </p:nvSpPr>
        <p:spPr>
          <a:xfrm>
            <a:off x="1362075" y="3846165"/>
            <a:ext cx="1537097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Booking,</a:t>
            </a:r>
          </a:p>
        </p:txBody>
      </p:sp>
      <p:sp>
        <p:nvSpPr>
          <p:cNvPr id="15" name="!!source-4-dom-5-1-1-3-0-text-1">
            <a:extLst>
              <a:ext uri="{FF2B5EF4-FFF2-40B4-BE49-F238E27FC236}">
                <a16:creationId xmlns:a16="http://schemas.microsoft.com/office/drawing/2014/main" id="{5186C33E-B9D4-4563-9220-46E7A7746B1F}"/>
              </a:ext>
            </a:extLst>
          </p:cNvPr>
          <p:cNvSpPr>
            <a:spLocks noGrp="1"/>
          </p:cNvSpPr>
          <p:nvPr/>
        </p:nvSpPr>
        <p:spPr>
          <a:xfrm>
            <a:off x="1362075" y="4234755"/>
            <a:ext cx="2366814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bounded lead</a:t>
            </a:r>
          </a:p>
        </p:txBody>
      </p:sp>
      <p:sp>
        <p:nvSpPr>
          <p:cNvPr id="16" name="!!source-4-dom-5-1-1-3-0-text-2">
            <a:extLst>
              <a:ext uri="{FF2B5EF4-FFF2-40B4-BE49-F238E27FC236}">
                <a16:creationId xmlns:a16="http://schemas.microsoft.com/office/drawing/2014/main" id="{06A53E73-3B30-4ACD-82CE-B24A6EF32667}"/>
              </a:ext>
            </a:extLst>
          </p:cNvPr>
          <p:cNvSpPr>
            <a:spLocks noGrp="1"/>
          </p:cNvSpPr>
          <p:nvPr/>
        </p:nvSpPr>
        <p:spPr>
          <a:xfrm>
            <a:off x="1362075" y="4623346"/>
            <a:ext cx="821382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time</a:t>
            </a:r>
          </a:p>
        </p:txBody>
      </p:sp>
      <p:sp>
        <p:nvSpPr>
          <p:cNvPr id="17" name="!!source-4-dom-5-1-1-5-0-outline">
            <a:extLst>
              <a:ext uri="{FF2B5EF4-FFF2-40B4-BE49-F238E27FC236}">
                <a16:creationId xmlns:a16="http://schemas.microsoft.com/office/drawing/2014/main" id="{FCF63448-D804-4221-958C-B7A17747E875}"/>
              </a:ext>
            </a:extLst>
          </p:cNvPr>
          <p:cNvSpPr>
            <a:spLocks noGrp="1"/>
          </p:cNvSpPr>
          <p:nvPr/>
        </p:nvSpPr>
        <p:spPr>
          <a:xfrm>
            <a:off x="1371600" y="5202436"/>
            <a:ext cx="2809280" cy="514350"/>
          </a:xfrm>
          <a:prstGeom prst="rect">
            <a:avLst/>
          </a:prstGeom>
          <a:noFill/>
          <a:ln w="19050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!!source-4-dom-5-1-1-5-0-0-text-0">
            <a:extLst>
              <a:ext uri="{FF2B5EF4-FFF2-40B4-BE49-F238E27FC236}">
                <a16:creationId xmlns:a16="http://schemas.microsoft.com/office/drawing/2014/main" id="{8A8532F3-4224-4E93-99EA-26A3A6ED8338}"/>
              </a:ext>
            </a:extLst>
          </p:cNvPr>
          <p:cNvSpPr>
            <a:spLocks noGrp="1"/>
          </p:cNvSpPr>
          <p:nvPr/>
        </p:nvSpPr>
        <p:spPr>
          <a:xfrm>
            <a:off x="1552575" y="5307211"/>
            <a:ext cx="246399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requested time slot</a:t>
            </a:r>
          </a:p>
        </p:txBody>
      </p:sp>
      <p:sp>
        <p:nvSpPr>
          <p:cNvPr id="19" name="!!source-4-dom-5-1-1-5-1-outline">
            <a:extLst>
              <a:ext uri="{FF2B5EF4-FFF2-40B4-BE49-F238E27FC236}">
                <a16:creationId xmlns:a16="http://schemas.microsoft.com/office/drawing/2014/main" id="{112E9118-511B-46F4-8BA4-B946C5BB39C4}"/>
              </a:ext>
            </a:extLst>
          </p:cNvPr>
          <p:cNvSpPr>
            <a:spLocks noGrp="1"/>
          </p:cNvSpPr>
          <p:nvPr/>
        </p:nvSpPr>
        <p:spPr>
          <a:xfrm>
            <a:off x="1371600" y="5831086"/>
            <a:ext cx="2809280" cy="514350"/>
          </a:xfrm>
          <a:prstGeom prst="rect">
            <a:avLst/>
          </a:prstGeom>
          <a:noFill/>
          <a:ln w="19050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4-dom-5-1-1-5-1-0-text-0">
            <a:extLst>
              <a:ext uri="{FF2B5EF4-FFF2-40B4-BE49-F238E27FC236}">
                <a16:creationId xmlns:a16="http://schemas.microsoft.com/office/drawing/2014/main" id="{F26BAA86-6DA0-4571-97C2-5BAB9298CDB8}"/>
              </a:ext>
            </a:extLst>
          </p:cNvPr>
          <p:cNvSpPr>
            <a:spLocks noGrp="1"/>
          </p:cNvSpPr>
          <p:nvPr/>
        </p:nvSpPr>
        <p:spPr>
          <a:xfrm>
            <a:off x="1552575" y="5935861"/>
            <a:ext cx="188327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mass on board</a:t>
            </a:r>
          </a:p>
        </p:txBody>
      </p:sp>
      <p:sp>
        <p:nvSpPr>
          <p:cNvPr id="21" name="!!source-4-dom-5-1-1-5-2-outline">
            <a:extLst>
              <a:ext uri="{FF2B5EF4-FFF2-40B4-BE49-F238E27FC236}">
                <a16:creationId xmlns:a16="http://schemas.microsoft.com/office/drawing/2014/main" id="{41EDE35D-49B0-45C0-A14A-6BC3C84BBEE9}"/>
              </a:ext>
            </a:extLst>
          </p:cNvPr>
          <p:cNvSpPr>
            <a:spLocks noGrp="1"/>
          </p:cNvSpPr>
          <p:nvPr/>
        </p:nvSpPr>
        <p:spPr>
          <a:xfrm>
            <a:off x="1371600" y="6459736"/>
            <a:ext cx="2809280" cy="514350"/>
          </a:xfrm>
          <a:prstGeom prst="rect">
            <a:avLst/>
          </a:prstGeom>
          <a:noFill/>
          <a:ln w="19050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4-dom-5-1-1-5-2-0-text-0">
            <a:extLst>
              <a:ext uri="{FF2B5EF4-FFF2-40B4-BE49-F238E27FC236}">
                <a16:creationId xmlns:a16="http://schemas.microsoft.com/office/drawing/2014/main" id="{455AED24-4010-49C9-8881-8C04E460E518}"/>
              </a:ext>
            </a:extLst>
          </p:cNvPr>
          <p:cNvSpPr>
            <a:spLocks noGrp="1"/>
          </p:cNvSpPr>
          <p:nvPr/>
        </p:nvSpPr>
        <p:spPr>
          <a:xfrm>
            <a:off x="1552575" y="6564511"/>
            <a:ext cx="149051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mass asked</a:t>
            </a:r>
          </a:p>
        </p:txBody>
      </p:sp>
      <p:sp>
        <p:nvSpPr>
          <p:cNvPr id="23" name="!!source-4-dom-5-1-3-0-fill">
            <a:extLst>
              <a:ext uri="{FF2B5EF4-FFF2-40B4-BE49-F238E27FC236}">
                <a16:creationId xmlns:a16="http://schemas.microsoft.com/office/drawing/2014/main" id="{94CF05BE-BA67-4F43-A79E-48F349D8F0CA}"/>
              </a:ext>
            </a:extLst>
          </p:cNvPr>
          <p:cNvSpPr>
            <a:spLocks noGrp="1"/>
          </p:cNvSpPr>
          <p:nvPr/>
        </p:nvSpPr>
        <p:spPr>
          <a:xfrm>
            <a:off x="4504730" y="5176689"/>
            <a:ext cx="438150" cy="38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" name="!!source-4-dom-5-1-3-1-border-Top">
            <a:extLst>
              <a:ext uri="{FF2B5EF4-FFF2-40B4-BE49-F238E27FC236}">
                <a16:creationId xmlns:a16="http://schemas.microsoft.com/office/drawing/2014/main" id="{6516395E-969C-494C-826B-F3CCDE36D6A8}"/>
              </a:ext>
            </a:extLst>
          </p:cNvPr>
          <p:cNvSpPr>
            <a:spLocks noGrp="1"/>
          </p:cNvSpPr>
          <p:nvPr/>
        </p:nvSpPr>
        <p:spPr>
          <a:xfrm>
            <a:off x="4942880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0"/>
                </a:lnTo>
                <a:lnTo>
                  <a:pt x="133350" y="8572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4-dom-5-1-3-1-border-Bottom">
            <a:extLst>
              <a:ext uri="{FF2B5EF4-FFF2-40B4-BE49-F238E27FC236}">
                <a16:creationId xmlns:a16="http://schemas.microsoft.com/office/drawing/2014/main" id="{D84D0978-D76E-4741-8305-149AB1B54A8E}"/>
              </a:ext>
            </a:extLst>
          </p:cNvPr>
          <p:cNvSpPr>
            <a:spLocks noGrp="1"/>
          </p:cNvSpPr>
          <p:nvPr/>
        </p:nvSpPr>
        <p:spPr>
          <a:xfrm>
            <a:off x="4942880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171450"/>
                </a:moveTo>
                <a:lnTo>
                  <a:pt x="133350" y="85725"/>
                </a:lnTo>
                <a:lnTo>
                  <a:pt x="133350" y="1714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4-dom-5-1-3-1-border-Left">
            <a:extLst>
              <a:ext uri="{FF2B5EF4-FFF2-40B4-BE49-F238E27FC236}">
                <a16:creationId xmlns:a16="http://schemas.microsoft.com/office/drawing/2014/main" id="{FF1986A0-9913-40A4-907E-6351E04E260E}"/>
              </a:ext>
            </a:extLst>
          </p:cNvPr>
          <p:cNvSpPr>
            <a:spLocks noGrp="1"/>
          </p:cNvSpPr>
          <p:nvPr/>
        </p:nvSpPr>
        <p:spPr>
          <a:xfrm>
            <a:off x="4942880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7" name="!!source-4-dom-5-1-5-fill">
            <a:extLst>
              <a:ext uri="{FF2B5EF4-FFF2-40B4-BE49-F238E27FC236}">
                <a16:creationId xmlns:a16="http://schemas.microsoft.com/office/drawing/2014/main" id="{6FF67DEA-8753-4982-895F-DA98503D0C6D}"/>
              </a:ext>
            </a:extLst>
          </p:cNvPr>
          <p:cNvSpPr>
            <a:spLocks noGrp="1"/>
          </p:cNvSpPr>
          <p:nvPr/>
        </p:nvSpPr>
        <p:spPr>
          <a:xfrm>
            <a:off x="5076230" y="3093690"/>
            <a:ext cx="4107061" cy="4204246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4-dom-5-1-5-1-0-text-0">
            <a:extLst>
              <a:ext uri="{FF2B5EF4-FFF2-40B4-BE49-F238E27FC236}">
                <a16:creationId xmlns:a16="http://schemas.microsoft.com/office/drawing/2014/main" id="{5006DF25-458E-404D-AFF2-E2E5DDA8F9F6}"/>
              </a:ext>
            </a:extLst>
          </p:cNvPr>
          <p:cNvSpPr>
            <a:spLocks noGrp="1"/>
          </p:cNvSpPr>
          <p:nvPr/>
        </p:nvSpPr>
        <p:spPr>
          <a:xfrm>
            <a:off x="5361980" y="3379440"/>
            <a:ext cx="196244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0C9C9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F0C9C9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SUPERVISORY</a:t>
            </a:r>
          </a:p>
        </p:txBody>
      </p:sp>
      <p:sp>
        <p:nvSpPr>
          <p:cNvPr id="29" name="!!source-4-dom-5-1-5-1-0-text-1">
            <a:extLst>
              <a:ext uri="{FF2B5EF4-FFF2-40B4-BE49-F238E27FC236}">
                <a16:creationId xmlns:a16="http://schemas.microsoft.com/office/drawing/2014/main" id="{C18504AE-5196-49A4-9AFC-D603698B2776}"/>
              </a:ext>
            </a:extLst>
          </p:cNvPr>
          <p:cNvSpPr>
            <a:spLocks noGrp="1"/>
          </p:cNvSpPr>
          <p:nvPr/>
        </p:nvSpPr>
        <p:spPr>
          <a:xfrm>
            <a:off x="5361980" y="3655665"/>
            <a:ext cx="186645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0C9C9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F0C9C9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CONTROLLER</a:t>
            </a:r>
          </a:p>
        </p:txBody>
      </p:sp>
      <p:sp>
        <p:nvSpPr>
          <p:cNvPr id="30" name="!!source-4-dom-5-1-5-3-0-text-0">
            <a:extLst>
              <a:ext uri="{FF2B5EF4-FFF2-40B4-BE49-F238E27FC236}">
                <a16:creationId xmlns:a16="http://schemas.microsoft.com/office/drawing/2014/main" id="{6FDD7438-F716-4AEB-8635-5A51180292B1}"/>
              </a:ext>
            </a:extLst>
          </p:cNvPr>
          <p:cNvSpPr>
            <a:spLocks noGrp="1"/>
          </p:cNvSpPr>
          <p:nvPr/>
        </p:nvSpPr>
        <p:spPr>
          <a:xfrm>
            <a:off x="5361980" y="4093815"/>
            <a:ext cx="3546277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Lexicographic hybrid</a:t>
            </a:r>
          </a:p>
        </p:txBody>
      </p:sp>
      <p:sp>
        <p:nvSpPr>
          <p:cNvPr id="31" name="!!source-4-dom-5-1-5-3-0-text-1">
            <a:extLst>
              <a:ext uri="{FF2B5EF4-FFF2-40B4-BE49-F238E27FC236}">
                <a16:creationId xmlns:a16="http://schemas.microsoft.com/office/drawing/2014/main" id="{034A1F58-20F1-4CA4-AC7C-723D52C2CF39}"/>
              </a:ext>
            </a:extLst>
          </p:cNvPr>
          <p:cNvSpPr>
            <a:spLocks noGrp="1"/>
          </p:cNvSpPr>
          <p:nvPr/>
        </p:nvSpPr>
        <p:spPr>
          <a:xfrm>
            <a:off x="5361980" y="4482405"/>
            <a:ext cx="824657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MPC</a:t>
            </a:r>
          </a:p>
        </p:txBody>
      </p:sp>
      <p:sp>
        <p:nvSpPr>
          <p:cNvPr id="32" name="!!source-4-dom-5-1-5-5-0-text-0">
            <a:extLst>
              <a:ext uri="{FF2B5EF4-FFF2-40B4-BE49-F238E27FC236}">
                <a16:creationId xmlns:a16="http://schemas.microsoft.com/office/drawing/2014/main" id="{1D01BF9F-1C05-4071-8988-792CDF50AE44}"/>
              </a:ext>
            </a:extLst>
          </p:cNvPr>
          <p:cNvSpPr>
            <a:spLocks noGrp="1"/>
          </p:cNvSpPr>
          <p:nvPr/>
        </p:nvSpPr>
        <p:spPr>
          <a:xfrm>
            <a:off x="5361980" y="5071021"/>
            <a:ext cx="351695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Δt = 10 min · 72-step horizon</a:t>
            </a:r>
          </a:p>
        </p:txBody>
      </p:sp>
      <p:sp>
        <p:nvSpPr>
          <p:cNvPr id="33" name="!!source-4-dom-5-1-5-5-0-text-1">
            <a:extLst>
              <a:ext uri="{FF2B5EF4-FFF2-40B4-BE49-F238E27FC236}">
                <a16:creationId xmlns:a16="http://schemas.microsoft.com/office/drawing/2014/main" id="{3F9E52BE-E286-4408-BBDD-247E2915FD78}"/>
              </a:ext>
            </a:extLst>
          </p:cNvPr>
          <p:cNvSpPr>
            <a:spLocks noGrp="1"/>
          </p:cNvSpPr>
          <p:nvPr/>
        </p:nvSpPr>
        <p:spPr>
          <a:xfrm>
            <a:off x="5361980" y="5429994"/>
            <a:ext cx="333270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· MLD model of the station</a:t>
            </a:r>
          </a:p>
        </p:txBody>
      </p:sp>
      <p:sp>
        <p:nvSpPr>
          <p:cNvPr id="34" name="!!source-4-dom-5-1-5-7-fill">
            <a:extLst>
              <a:ext uri="{FF2B5EF4-FFF2-40B4-BE49-F238E27FC236}">
                <a16:creationId xmlns:a16="http://schemas.microsoft.com/office/drawing/2014/main" id="{79A8DE05-51A9-479C-8F05-84177E0C688D}"/>
              </a:ext>
            </a:extLst>
          </p:cNvPr>
          <p:cNvSpPr>
            <a:spLocks noGrp="1"/>
          </p:cNvSpPr>
          <p:nvPr/>
        </p:nvSpPr>
        <p:spPr>
          <a:xfrm>
            <a:off x="5361980" y="6173986"/>
            <a:ext cx="3535561" cy="83820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4-dom-5-1-5-7-0-text-0">
            <a:extLst>
              <a:ext uri="{FF2B5EF4-FFF2-40B4-BE49-F238E27FC236}">
                <a16:creationId xmlns:a16="http://schemas.microsoft.com/office/drawing/2014/main" id="{2A97A21E-C3BB-459F-89C3-A510A818644C}"/>
              </a:ext>
            </a:extLst>
          </p:cNvPr>
          <p:cNvSpPr>
            <a:spLocks noGrp="1"/>
          </p:cNvSpPr>
          <p:nvPr/>
        </p:nvSpPr>
        <p:spPr>
          <a:xfrm>
            <a:off x="5533429" y="6288286"/>
            <a:ext cx="236889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4 objectives, strict</a:t>
            </a:r>
          </a:p>
        </p:txBody>
      </p:sp>
      <p:sp>
        <p:nvSpPr>
          <p:cNvPr id="36" name="!!source-4-dom-5-1-5-7-0-text-1">
            <a:extLst>
              <a:ext uri="{FF2B5EF4-FFF2-40B4-BE49-F238E27FC236}">
                <a16:creationId xmlns:a16="http://schemas.microsoft.com/office/drawing/2014/main" id="{917A3902-7B9F-4557-8976-4D446C38CF1F}"/>
              </a:ext>
            </a:extLst>
          </p:cNvPr>
          <p:cNvSpPr>
            <a:spLocks noGrp="1"/>
          </p:cNvSpPr>
          <p:nvPr/>
        </p:nvSpPr>
        <p:spPr>
          <a:xfrm>
            <a:off x="5533429" y="6593086"/>
            <a:ext cx="96544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priority</a:t>
            </a:r>
          </a:p>
        </p:txBody>
      </p:sp>
      <p:sp>
        <p:nvSpPr>
          <p:cNvPr id="37" name="!!source-4-dom-5-1-7-0-fill">
            <a:extLst>
              <a:ext uri="{FF2B5EF4-FFF2-40B4-BE49-F238E27FC236}">
                <a16:creationId xmlns:a16="http://schemas.microsoft.com/office/drawing/2014/main" id="{8BE6B45F-C163-46F8-A7E0-3A7A6C25BE02}"/>
              </a:ext>
            </a:extLst>
          </p:cNvPr>
          <p:cNvSpPr>
            <a:spLocks noGrp="1"/>
          </p:cNvSpPr>
          <p:nvPr/>
        </p:nvSpPr>
        <p:spPr>
          <a:xfrm>
            <a:off x="9183290" y="5176689"/>
            <a:ext cx="438150" cy="3810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4-dom-5-1-7-1-border-Top">
            <a:extLst>
              <a:ext uri="{FF2B5EF4-FFF2-40B4-BE49-F238E27FC236}">
                <a16:creationId xmlns:a16="http://schemas.microsoft.com/office/drawing/2014/main" id="{7A8F874C-89B7-4B7A-86C1-8B350D995DA2}"/>
              </a:ext>
            </a:extLst>
          </p:cNvPr>
          <p:cNvSpPr>
            <a:spLocks noGrp="1"/>
          </p:cNvSpPr>
          <p:nvPr/>
        </p:nvSpPr>
        <p:spPr>
          <a:xfrm>
            <a:off x="962144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0"/>
                </a:lnTo>
                <a:lnTo>
                  <a:pt x="133350" y="8572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4-dom-5-1-7-1-border-Bottom">
            <a:extLst>
              <a:ext uri="{FF2B5EF4-FFF2-40B4-BE49-F238E27FC236}">
                <a16:creationId xmlns:a16="http://schemas.microsoft.com/office/drawing/2014/main" id="{85934AEC-567D-49B9-B2AF-3CB1CBA054DB}"/>
              </a:ext>
            </a:extLst>
          </p:cNvPr>
          <p:cNvSpPr>
            <a:spLocks noGrp="1"/>
          </p:cNvSpPr>
          <p:nvPr/>
        </p:nvSpPr>
        <p:spPr>
          <a:xfrm>
            <a:off x="962144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171450"/>
                </a:moveTo>
                <a:lnTo>
                  <a:pt x="133350" y="85725"/>
                </a:lnTo>
                <a:lnTo>
                  <a:pt x="133350" y="1714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4-dom-5-1-7-1-border-Left">
            <a:extLst>
              <a:ext uri="{FF2B5EF4-FFF2-40B4-BE49-F238E27FC236}">
                <a16:creationId xmlns:a16="http://schemas.microsoft.com/office/drawing/2014/main" id="{2FEE3C9E-9A6F-444E-B4DA-084E6E9D939E}"/>
              </a:ext>
            </a:extLst>
          </p:cNvPr>
          <p:cNvSpPr>
            <a:spLocks noGrp="1"/>
          </p:cNvSpPr>
          <p:nvPr/>
        </p:nvSpPr>
        <p:spPr>
          <a:xfrm>
            <a:off x="962144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4-dom-5-1-9-outline">
            <a:extLst>
              <a:ext uri="{FF2B5EF4-FFF2-40B4-BE49-F238E27FC236}">
                <a16:creationId xmlns:a16="http://schemas.microsoft.com/office/drawing/2014/main" id="{069407A2-7FBE-471B-BD96-BA48411BAA08}"/>
              </a:ext>
            </a:extLst>
          </p:cNvPr>
          <p:cNvSpPr>
            <a:spLocks noGrp="1"/>
          </p:cNvSpPr>
          <p:nvPr/>
        </p:nvSpPr>
        <p:spPr>
          <a:xfrm>
            <a:off x="9769078" y="3107978"/>
            <a:ext cx="3428405" cy="4175671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4-dom-5-1-9-1-0-text-0">
            <a:extLst>
              <a:ext uri="{FF2B5EF4-FFF2-40B4-BE49-F238E27FC236}">
                <a16:creationId xmlns:a16="http://schemas.microsoft.com/office/drawing/2014/main" id="{41BC5DB5-3A72-4008-903E-4C6194477EC8}"/>
              </a:ext>
            </a:extLst>
          </p:cNvPr>
          <p:cNvSpPr>
            <a:spLocks noGrp="1"/>
          </p:cNvSpPr>
          <p:nvPr/>
        </p:nvSpPr>
        <p:spPr>
          <a:xfrm>
            <a:off x="10069116" y="3408015"/>
            <a:ext cx="124688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ANSWER</a:t>
            </a:r>
          </a:p>
        </p:txBody>
      </p:sp>
      <p:sp>
        <p:nvSpPr>
          <p:cNvPr id="43" name="!!source-4-dom-5-1-9-3-0-text-0">
            <a:extLst>
              <a:ext uri="{FF2B5EF4-FFF2-40B4-BE49-F238E27FC236}">
                <a16:creationId xmlns:a16="http://schemas.microsoft.com/office/drawing/2014/main" id="{FD2FF051-4335-4151-8422-4186B5C59691}"/>
              </a:ext>
            </a:extLst>
          </p:cNvPr>
          <p:cNvSpPr>
            <a:spLocks noGrp="1"/>
          </p:cNvSpPr>
          <p:nvPr/>
        </p:nvSpPr>
        <p:spPr>
          <a:xfrm>
            <a:off x="10069116" y="3846165"/>
            <a:ext cx="2511921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Feasible or not</a:t>
            </a:r>
          </a:p>
        </p:txBody>
      </p:sp>
      <p:sp>
        <p:nvSpPr>
          <p:cNvPr id="44" name="!!source-4-dom-5-1-9-5-0-fill">
            <a:extLst>
              <a:ext uri="{FF2B5EF4-FFF2-40B4-BE49-F238E27FC236}">
                <a16:creationId xmlns:a16="http://schemas.microsoft.com/office/drawing/2014/main" id="{C29376F5-946C-4F20-B4BC-E7022F5F5370}"/>
              </a:ext>
            </a:extLst>
          </p:cNvPr>
          <p:cNvSpPr>
            <a:spLocks noGrp="1"/>
          </p:cNvSpPr>
          <p:nvPr/>
        </p:nvSpPr>
        <p:spPr>
          <a:xfrm>
            <a:off x="10069116" y="4530626"/>
            <a:ext cx="2828329" cy="1269504"/>
          </a:xfrm>
          <a:prstGeom prst="rect">
            <a:avLst/>
          </a:prstGeom>
          <a:solidFill>
            <a:srgbClr val="2E7D4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4-dom-5-1-9-5-0-0-0-text-0">
            <a:extLst>
              <a:ext uri="{FF2B5EF4-FFF2-40B4-BE49-F238E27FC236}">
                <a16:creationId xmlns:a16="http://schemas.microsoft.com/office/drawing/2014/main" id="{7E2BB0AF-C6EE-4AF1-B22F-0E2D4CF7138F}"/>
              </a:ext>
            </a:extLst>
          </p:cNvPr>
          <p:cNvSpPr>
            <a:spLocks noGrp="1"/>
          </p:cNvSpPr>
          <p:nvPr/>
        </p:nvSpPr>
        <p:spPr>
          <a:xfrm>
            <a:off x="10240565" y="4673501"/>
            <a:ext cx="96024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Accept</a:t>
            </a:r>
          </a:p>
        </p:txBody>
      </p:sp>
      <p:sp>
        <p:nvSpPr>
          <p:cNvPr id="46" name="!!source-4-dom-5-1-9-5-0-2-text-0">
            <a:extLst>
              <a:ext uri="{FF2B5EF4-FFF2-40B4-BE49-F238E27FC236}">
                <a16:creationId xmlns:a16="http://schemas.microsoft.com/office/drawing/2014/main" id="{6FF2C0B9-EC8F-4FF6-A7FC-73AFA3DE7F33}"/>
              </a:ext>
            </a:extLst>
          </p:cNvPr>
          <p:cNvSpPr>
            <a:spLocks noGrp="1"/>
          </p:cNvSpPr>
          <p:nvPr/>
        </p:nvSpPr>
        <p:spPr>
          <a:xfrm>
            <a:off x="10240565" y="5007769"/>
            <a:ext cx="2093566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 plan exists; the</a:t>
            </a:r>
          </a:p>
        </p:txBody>
      </p:sp>
      <p:sp>
        <p:nvSpPr>
          <p:cNvPr id="47" name="!!source-4-dom-5-1-9-5-0-2-text-1">
            <a:extLst>
              <a:ext uri="{FF2B5EF4-FFF2-40B4-BE49-F238E27FC236}">
                <a16:creationId xmlns:a16="http://schemas.microsoft.com/office/drawing/2014/main" id="{B5269183-FE1A-4835-81F0-BC4CEE57BC10}"/>
              </a:ext>
            </a:extLst>
          </p:cNvPr>
          <p:cNvSpPr>
            <a:spLocks noGrp="1"/>
          </p:cNvSpPr>
          <p:nvPr/>
        </p:nvSpPr>
        <p:spPr>
          <a:xfrm>
            <a:off x="10240565" y="5342037"/>
            <a:ext cx="220102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slot is committed</a:t>
            </a:r>
          </a:p>
        </p:txBody>
      </p:sp>
      <p:sp>
        <p:nvSpPr>
          <p:cNvPr id="48" name="!!source-4-dom-5-1-9-5-1-outline">
            <a:extLst>
              <a:ext uri="{FF2B5EF4-FFF2-40B4-BE49-F238E27FC236}">
                <a16:creationId xmlns:a16="http://schemas.microsoft.com/office/drawing/2014/main" id="{A82E0847-1703-4DFE-9BF0-321D3CC4ACD0}"/>
              </a:ext>
            </a:extLst>
          </p:cNvPr>
          <p:cNvSpPr>
            <a:spLocks noGrp="1"/>
          </p:cNvSpPr>
          <p:nvPr/>
        </p:nvSpPr>
        <p:spPr>
          <a:xfrm>
            <a:off x="10078641" y="5904905"/>
            <a:ext cx="2809279" cy="954286"/>
          </a:xfrm>
          <a:prstGeom prst="rect">
            <a:avLst/>
          </a:prstGeom>
          <a:noFill/>
          <a:ln w="1905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4-dom-5-1-9-5-1-0-0-text-0">
            <a:extLst>
              <a:ext uri="{FF2B5EF4-FFF2-40B4-BE49-F238E27FC236}">
                <a16:creationId xmlns:a16="http://schemas.microsoft.com/office/drawing/2014/main" id="{241B46B4-8CCF-445C-AB94-EFE4A0DC4D66}"/>
              </a:ext>
            </a:extLst>
          </p:cNvPr>
          <p:cNvSpPr>
            <a:spLocks noGrp="1"/>
          </p:cNvSpPr>
          <p:nvPr/>
        </p:nvSpPr>
        <p:spPr>
          <a:xfrm>
            <a:off x="10259615" y="6057305"/>
            <a:ext cx="87258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Reject</a:t>
            </a:r>
          </a:p>
        </p:txBody>
      </p:sp>
      <p:sp>
        <p:nvSpPr>
          <p:cNvPr id="50" name="!!source-4-dom-5-1-9-5-1-2-text-0">
            <a:extLst>
              <a:ext uri="{FF2B5EF4-FFF2-40B4-BE49-F238E27FC236}">
                <a16:creationId xmlns:a16="http://schemas.microsoft.com/office/drawing/2014/main" id="{59802B30-0FCD-41F1-8CBA-778B427EE326}"/>
              </a:ext>
            </a:extLst>
          </p:cNvPr>
          <p:cNvSpPr>
            <a:spLocks noGrp="1"/>
          </p:cNvSpPr>
          <p:nvPr/>
        </p:nvSpPr>
        <p:spPr>
          <a:xfrm>
            <a:off x="10259615" y="6391573"/>
            <a:ext cx="199355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no feasible plan</a:t>
            </a:r>
          </a:p>
        </p:txBody>
      </p:sp>
      <p:sp>
        <p:nvSpPr>
          <p:cNvPr id="51" name="!!source-4-dom-5-1-11-0-fill">
            <a:extLst>
              <a:ext uri="{FF2B5EF4-FFF2-40B4-BE49-F238E27FC236}">
                <a16:creationId xmlns:a16="http://schemas.microsoft.com/office/drawing/2014/main" id="{4DA28360-705A-4861-A110-CCDD71821E66}"/>
              </a:ext>
            </a:extLst>
          </p:cNvPr>
          <p:cNvSpPr>
            <a:spLocks noGrp="1"/>
          </p:cNvSpPr>
          <p:nvPr/>
        </p:nvSpPr>
        <p:spPr>
          <a:xfrm>
            <a:off x="13211770" y="5176689"/>
            <a:ext cx="438150" cy="38100"/>
          </a:xfrm>
          <a:prstGeom prst="rect">
            <a:avLst/>
          </a:pr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2" name="!!source-4-dom-5-1-11-1-border-Top">
            <a:extLst>
              <a:ext uri="{FF2B5EF4-FFF2-40B4-BE49-F238E27FC236}">
                <a16:creationId xmlns:a16="http://schemas.microsoft.com/office/drawing/2014/main" id="{9645C781-3DA3-4055-8E37-124907332993}"/>
              </a:ext>
            </a:extLst>
          </p:cNvPr>
          <p:cNvSpPr>
            <a:spLocks noGrp="1"/>
          </p:cNvSpPr>
          <p:nvPr/>
        </p:nvSpPr>
        <p:spPr>
          <a:xfrm>
            <a:off x="1364992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0"/>
                </a:lnTo>
                <a:lnTo>
                  <a:pt x="133350" y="8572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3" name="!!source-4-dom-5-1-11-1-border-Bottom">
            <a:extLst>
              <a:ext uri="{FF2B5EF4-FFF2-40B4-BE49-F238E27FC236}">
                <a16:creationId xmlns:a16="http://schemas.microsoft.com/office/drawing/2014/main" id="{8B7DB386-5D51-42DB-92E3-835169C58B77}"/>
              </a:ext>
            </a:extLst>
          </p:cNvPr>
          <p:cNvSpPr>
            <a:spLocks noGrp="1"/>
          </p:cNvSpPr>
          <p:nvPr/>
        </p:nvSpPr>
        <p:spPr>
          <a:xfrm>
            <a:off x="1364992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171450"/>
                </a:moveTo>
                <a:lnTo>
                  <a:pt x="133350" y="85725"/>
                </a:lnTo>
                <a:lnTo>
                  <a:pt x="133350" y="1714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!!source-4-dom-5-1-11-1-border-Left">
            <a:extLst>
              <a:ext uri="{FF2B5EF4-FFF2-40B4-BE49-F238E27FC236}">
                <a16:creationId xmlns:a16="http://schemas.microsoft.com/office/drawing/2014/main" id="{83BB4621-5CB9-44C6-B642-A4A89BC6F9C6}"/>
              </a:ext>
            </a:extLst>
          </p:cNvPr>
          <p:cNvSpPr>
            <a:spLocks noGrp="1"/>
          </p:cNvSpPr>
          <p:nvPr/>
        </p:nvSpPr>
        <p:spPr>
          <a:xfrm>
            <a:off x="1364992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5" name="!!source-4-dom-5-1-13-outline">
            <a:extLst>
              <a:ext uri="{FF2B5EF4-FFF2-40B4-BE49-F238E27FC236}">
                <a16:creationId xmlns:a16="http://schemas.microsoft.com/office/drawing/2014/main" id="{83EE7778-EDEB-4D92-AE02-15F3B5A85245}"/>
              </a:ext>
            </a:extLst>
          </p:cNvPr>
          <p:cNvSpPr>
            <a:spLocks noGrp="1"/>
          </p:cNvSpPr>
          <p:nvPr/>
        </p:nvSpPr>
        <p:spPr>
          <a:xfrm>
            <a:off x="13797558" y="3107978"/>
            <a:ext cx="3428405" cy="4175671"/>
          </a:xfrm>
          <a:prstGeom prst="rect">
            <a:avLst/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!!source-4-dom-5-1-13-1-0-text-0">
            <a:extLst>
              <a:ext uri="{FF2B5EF4-FFF2-40B4-BE49-F238E27FC236}">
                <a16:creationId xmlns:a16="http://schemas.microsoft.com/office/drawing/2014/main" id="{74593524-9D25-476D-816C-F910749D528F}"/>
              </a:ext>
            </a:extLst>
          </p:cNvPr>
          <p:cNvSpPr>
            <a:spLocks noGrp="1"/>
          </p:cNvSpPr>
          <p:nvPr/>
        </p:nvSpPr>
        <p:spPr>
          <a:xfrm>
            <a:off x="14097596" y="3408015"/>
            <a:ext cx="206871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ROLLING PLAN</a:t>
            </a:r>
          </a:p>
        </p:txBody>
      </p:sp>
      <p:sp>
        <p:nvSpPr>
          <p:cNvPr id="57" name="!!source-4-dom-5-1-13-3-0-text-0">
            <a:extLst>
              <a:ext uri="{FF2B5EF4-FFF2-40B4-BE49-F238E27FC236}">
                <a16:creationId xmlns:a16="http://schemas.microsoft.com/office/drawing/2014/main" id="{A904D59F-44DC-4283-A19E-ACF0D59029AB}"/>
              </a:ext>
            </a:extLst>
          </p:cNvPr>
          <p:cNvSpPr>
            <a:spLocks noGrp="1"/>
          </p:cNvSpPr>
          <p:nvPr/>
        </p:nvSpPr>
        <p:spPr>
          <a:xfrm>
            <a:off x="14097596" y="3846165"/>
            <a:ext cx="1704528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</a:t>
            </a:r>
          </a:p>
        </p:txBody>
      </p:sp>
      <p:sp>
        <p:nvSpPr>
          <p:cNvPr id="58" name="!!source-4-dom-5-1-13-3-0-text-1">
            <a:extLst>
              <a:ext uri="{FF2B5EF4-FFF2-40B4-BE49-F238E27FC236}">
                <a16:creationId xmlns:a16="http://schemas.microsoft.com/office/drawing/2014/main" id="{98D88197-A84F-4B95-994D-D21A30624D64}"/>
              </a:ext>
            </a:extLst>
          </p:cNvPr>
          <p:cNvSpPr>
            <a:spLocks noGrp="1"/>
          </p:cNvSpPr>
          <p:nvPr/>
        </p:nvSpPr>
        <p:spPr>
          <a:xfrm>
            <a:off x="14097596" y="4234755"/>
            <a:ext cx="2234356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sourcing and</a:t>
            </a:r>
          </a:p>
        </p:txBody>
      </p:sp>
      <p:sp>
        <p:nvSpPr>
          <p:cNvPr id="59" name="!!source-4-dom-5-1-13-3-0-text-2">
            <a:extLst>
              <a:ext uri="{FF2B5EF4-FFF2-40B4-BE49-F238E27FC236}">
                <a16:creationId xmlns:a16="http://schemas.microsoft.com/office/drawing/2014/main" id="{DDB25ADF-7CBF-4C44-A0B3-FE375DEF550A}"/>
              </a:ext>
            </a:extLst>
          </p:cNvPr>
          <p:cNvSpPr>
            <a:spLocks noGrp="1"/>
          </p:cNvSpPr>
          <p:nvPr/>
        </p:nvSpPr>
        <p:spPr>
          <a:xfrm>
            <a:off x="14097596" y="4623346"/>
            <a:ext cx="2197447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compression</a:t>
            </a:r>
          </a:p>
        </p:txBody>
      </p:sp>
      <p:sp>
        <p:nvSpPr>
          <p:cNvPr id="60" name="!!source-4-dom-5-1-13-5-0-outline">
            <a:extLst>
              <a:ext uri="{FF2B5EF4-FFF2-40B4-BE49-F238E27FC236}">
                <a16:creationId xmlns:a16="http://schemas.microsoft.com/office/drawing/2014/main" id="{D4067F67-E085-45A1-917D-4C23D6C31BF2}"/>
              </a:ext>
            </a:extLst>
          </p:cNvPr>
          <p:cNvSpPr>
            <a:spLocks noGrp="1"/>
          </p:cNvSpPr>
          <p:nvPr/>
        </p:nvSpPr>
        <p:spPr>
          <a:xfrm>
            <a:off x="14107121" y="5211961"/>
            <a:ext cx="2809279" cy="819150"/>
          </a:xfrm>
          <a:prstGeom prst="rect">
            <a:avLst/>
          </a:prstGeom>
          <a:noFill/>
          <a:ln w="19050">
            <a:solidFill>
              <a:srgbClr val="C9B8A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!!source-4-dom-5-1-13-5-0-0-text-0">
            <a:extLst>
              <a:ext uri="{FF2B5EF4-FFF2-40B4-BE49-F238E27FC236}">
                <a16:creationId xmlns:a16="http://schemas.microsoft.com/office/drawing/2014/main" id="{F2DFBDE7-6F26-4CDE-9884-CD6B1B7CE8F4}"/>
              </a:ext>
            </a:extLst>
          </p:cNvPr>
          <p:cNvSpPr>
            <a:spLocks noGrp="1"/>
          </p:cNvSpPr>
          <p:nvPr/>
        </p:nvSpPr>
        <p:spPr>
          <a:xfrm>
            <a:off x="14288095" y="5316736"/>
            <a:ext cx="234657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source: when, how</a:t>
            </a:r>
          </a:p>
        </p:txBody>
      </p:sp>
      <p:sp>
        <p:nvSpPr>
          <p:cNvPr id="62" name="!!source-4-dom-5-1-13-5-0-0-text-1">
            <a:extLst>
              <a:ext uri="{FF2B5EF4-FFF2-40B4-BE49-F238E27FC236}">
                <a16:creationId xmlns:a16="http://schemas.microsoft.com/office/drawing/2014/main" id="{1C2249D2-3BC9-4846-B461-B9E36A41E72B}"/>
              </a:ext>
            </a:extLst>
          </p:cNvPr>
          <p:cNvSpPr>
            <a:spLocks noGrp="1"/>
          </p:cNvSpPr>
          <p:nvPr/>
        </p:nvSpPr>
        <p:spPr>
          <a:xfrm>
            <a:off x="14288095" y="5621536"/>
            <a:ext cx="78179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much</a:t>
            </a:r>
          </a:p>
        </p:txBody>
      </p:sp>
      <p:sp>
        <p:nvSpPr>
          <p:cNvPr id="63" name="!!source-4-dom-5-1-13-5-1-outline">
            <a:extLst>
              <a:ext uri="{FF2B5EF4-FFF2-40B4-BE49-F238E27FC236}">
                <a16:creationId xmlns:a16="http://schemas.microsoft.com/office/drawing/2014/main" id="{256F5E25-7384-4712-8568-03E5CF96F2CA}"/>
              </a:ext>
            </a:extLst>
          </p:cNvPr>
          <p:cNvSpPr>
            <a:spLocks noGrp="1"/>
          </p:cNvSpPr>
          <p:nvPr/>
        </p:nvSpPr>
        <p:spPr>
          <a:xfrm>
            <a:off x="14107121" y="6145411"/>
            <a:ext cx="2809279" cy="819150"/>
          </a:xfrm>
          <a:prstGeom prst="rect">
            <a:avLst/>
          </a:prstGeom>
          <a:noFill/>
          <a:ln w="19050">
            <a:solidFill>
              <a:srgbClr val="C9B8A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4-dom-5-1-13-5-1-0-text-0">
            <a:extLst>
              <a:ext uri="{FF2B5EF4-FFF2-40B4-BE49-F238E27FC236}">
                <a16:creationId xmlns:a16="http://schemas.microsoft.com/office/drawing/2014/main" id="{82B99481-10BC-4C7F-8853-9405DEF94468}"/>
              </a:ext>
            </a:extLst>
          </p:cNvPr>
          <p:cNvSpPr>
            <a:spLocks noGrp="1"/>
          </p:cNvSpPr>
          <p:nvPr/>
        </p:nvSpPr>
        <p:spPr>
          <a:xfrm>
            <a:off x="14288095" y="6250186"/>
            <a:ext cx="213017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compress: when,</a:t>
            </a:r>
          </a:p>
        </p:txBody>
      </p:sp>
      <p:sp>
        <p:nvSpPr>
          <p:cNvPr id="65" name="!!source-4-dom-5-1-13-5-1-0-text-1">
            <a:extLst>
              <a:ext uri="{FF2B5EF4-FFF2-40B4-BE49-F238E27FC236}">
                <a16:creationId xmlns:a16="http://schemas.microsoft.com/office/drawing/2014/main" id="{BB712A13-4F5A-4BA1-9777-65E931A5B5B4}"/>
              </a:ext>
            </a:extLst>
          </p:cNvPr>
          <p:cNvSpPr>
            <a:spLocks noGrp="1"/>
          </p:cNvSpPr>
          <p:nvPr/>
        </p:nvSpPr>
        <p:spPr>
          <a:xfrm>
            <a:off x="14288095" y="6554986"/>
            <a:ext cx="197643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into which tank</a:t>
            </a:r>
          </a:p>
        </p:txBody>
      </p:sp>
      <p:pic>
        <p:nvPicPr>
          <p:cNvPr id="136" name="!!source-4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137" name="!!source-4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82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!!source-4-dom-fill">
            <a:extLst>
              <a:ext uri="{FF2B5EF4-FFF2-40B4-BE49-F238E27FC236}">
                <a16:creationId xmlns:a16="http://schemas.microsoft.com/office/drawing/2014/main" id="{F8A5325A-CE43-4116-9279-2C01C81646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4-dom-1-0-0-0-text-0">
            <a:extLst>
              <a:ext uri="{FF2B5EF4-FFF2-40B4-BE49-F238E27FC236}">
                <a16:creationId xmlns:a16="http://schemas.microsoft.com/office/drawing/2014/main" id="{714DBDCC-AF70-4EB6-8408-6A01A314E55B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4-dom-1-0-1-border-Bottom">
            <a:extLst>
              <a:ext uri="{FF2B5EF4-FFF2-40B4-BE49-F238E27FC236}">
                <a16:creationId xmlns:a16="http://schemas.microsoft.com/office/drawing/2014/main" id="{A76AC6D5-457D-40F2-8411-D819BAEC7572}"/>
              </a:ext>
            </a:extLst>
          </p:cNvPr>
          <p:cNvSpPr>
            <a:spLocks noGrp="1"/>
          </p:cNvSpPr>
          <p:nvPr/>
        </p:nvSpPr>
        <p:spPr>
          <a:xfrm>
            <a:off x="2479328" y="690562"/>
            <a:ext cx="1323230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!!source-4-dom-1-0-1-0-text-0">
            <a:extLst>
              <a:ext uri="{FF2B5EF4-FFF2-40B4-BE49-F238E27FC236}">
                <a16:creationId xmlns:a16="http://schemas.microsoft.com/office/drawing/2014/main" id="{588B1283-A5F9-457B-B020-AC2C113892C2}"/>
              </a:ext>
            </a:extLst>
          </p:cNvPr>
          <p:cNvSpPr>
            <a:spLocks noGrp="1"/>
          </p:cNvSpPr>
          <p:nvPr/>
        </p:nvSpPr>
        <p:spPr>
          <a:xfrm>
            <a:off x="2479328" y="381000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5" name="!!source-4-dom-1-0-2-0-text-0">
            <a:extLst>
              <a:ext uri="{FF2B5EF4-FFF2-40B4-BE49-F238E27FC236}">
                <a16:creationId xmlns:a16="http://schemas.microsoft.com/office/drawing/2014/main" id="{1D754F53-E2C3-4A2D-83A0-B1301166635C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4-dom-1-0-3-0-text-0">
            <a:extLst>
              <a:ext uri="{FF2B5EF4-FFF2-40B4-BE49-F238E27FC236}">
                <a16:creationId xmlns:a16="http://schemas.microsoft.com/office/drawing/2014/main" id="{824FC957-D50D-4760-B123-E01AD988DDFD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4-dom-1-0-4-0-text-0">
            <a:extLst>
              <a:ext uri="{FF2B5EF4-FFF2-40B4-BE49-F238E27FC236}">
                <a16:creationId xmlns:a16="http://schemas.microsoft.com/office/drawing/2014/main" id="{AA89F732-C015-4AB1-B260-A81856E54DBF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4-dom-1-0-5-0-text-0">
            <a:extLst>
              <a:ext uri="{FF2B5EF4-FFF2-40B4-BE49-F238E27FC236}">
                <a16:creationId xmlns:a16="http://schemas.microsoft.com/office/drawing/2014/main" id="{A164B314-09DB-4CE6-9A98-9E72639D844F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4-dom-1-1-0-text-0">
            <a:extLst>
              <a:ext uri="{FF2B5EF4-FFF2-40B4-BE49-F238E27FC236}">
                <a16:creationId xmlns:a16="http://schemas.microsoft.com/office/drawing/2014/main" id="{FC12639C-9097-4FDB-9641-47579B9AAD27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05 / 17</a:t>
            </a:r>
          </a:p>
        </p:txBody>
      </p:sp>
      <p:sp>
        <p:nvSpPr>
          <p:cNvPr id="10" name="!!source-4-dom-3-1-0-0-text-0">
            <a:extLst>
              <a:ext uri="{FF2B5EF4-FFF2-40B4-BE49-F238E27FC236}">
                <a16:creationId xmlns:a16="http://schemas.microsoft.com/office/drawing/2014/main" id="{136BB337-BA86-463F-8DD4-84DED6DBE4D7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3379589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The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proposed</a:t>
            </a: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approach</a:t>
            </a:r>
            <a:endParaRPr lang="es-ES" sz="4800" spc="-12" dirty="0">
              <a:solidFill>
                <a:srgbClr val="4E2E1A">
                  <a:alpha val="100000"/>
                </a:srgbClr>
              </a:solidFill>
              <a:latin typeface="Abhaya Libre ExtraBold"/>
              <a:ea typeface="Abhaya Libre ExtraBold"/>
              <a:cs typeface="Abhaya Libre ExtraBold"/>
            </a:endParaRPr>
          </a:p>
        </p:txBody>
      </p:sp>
      <p:sp>
        <p:nvSpPr>
          <p:cNvPr id="11" name="!!source-4-dom-3-1-1-0-0-text-0">
            <a:extLst>
              <a:ext uri="{FF2B5EF4-FFF2-40B4-BE49-F238E27FC236}">
                <a16:creationId xmlns:a16="http://schemas.microsoft.com/office/drawing/2014/main" id="{F4543F8A-2AFA-49B3-8CD0-E93D2BE29E5B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194429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 rolling plan</a:t>
            </a:r>
          </a:p>
        </p:txBody>
      </p:sp>
      <p:sp>
        <p:nvSpPr>
          <p:cNvPr id="12" name="!!source-4-dom-5-1-1-outline">
            <a:extLst>
              <a:ext uri="{FF2B5EF4-FFF2-40B4-BE49-F238E27FC236}">
                <a16:creationId xmlns:a16="http://schemas.microsoft.com/office/drawing/2014/main" id="{25FD2E28-40B9-4C59-89B2-BC2F07BF0F7C}"/>
              </a:ext>
            </a:extLst>
          </p:cNvPr>
          <p:cNvSpPr>
            <a:spLocks noGrp="1"/>
          </p:cNvSpPr>
          <p:nvPr/>
        </p:nvSpPr>
        <p:spPr>
          <a:xfrm>
            <a:off x="1062037" y="3107978"/>
            <a:ext cx="3428405" cy="4175671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4-dom-5-1-1-1-0-text-0">
            <a:extLst>
              <a:ext uri="{FF2B5EF4-FFF2-40B4-BE49-F238E27FC236}">
                <a16:creationId xmlns:a16="http://schemas.microsoft.com/office/drawing/2014/main" id="{7C6A736C-648A-46F7-BABA-1675F3E134CF}"/>
              </a:ext>
            </a:extLst>
          </p:cNvPr>
          <p:cNvSpPr>
            <a:spLocks noGrp="1"/>
          </p:cNvSpPr>
          <p:nvPr/>
        </p:nvSpPr>
        <p:spPr>
          <a:xfrm>
            <a:off x="1362075" y="3408015"/>
            <a:ext cx="2359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CLIENT REQUEST</a:t>
            </a:r>
          </a:p>
        </p:txBody>
      </p:sp>
      <p:sp>
        <p:nvSpPr>
          <p:cNvPr id="14" name="!!source-4-dom-5-1-1-3-0-text-0">
            <a:extLst>
              <a:ext uri="{FF2B5EF4-FFF2-40B4-BE49-F238E27FC236}">
                <a16:creationId xmlns:a16="http://schemas.microsoft.com/office/drawing/2014/main" id="{A33AC928-F65B-4C06-9085-1FD3A0907B52}"/>
              </a:ext>
            </a:extLst>
          </p:cNvPr>
          <p:cNvSpPr>
            <a:spLocks noGrp="1"/>
          </p:cNvSpPr>
          <p:nvPr/>
        </p:nvSpPr>
        <p:spPr>
          <a:xfrm>
            <a:off x="1362075" y="3846165"/>
            <a:ext cx="1537097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Booking,</a:t>
            </a:r>
          </a:p>
        </p:txBody>
      </p:sp>
      <p:sp>
        <p:nvSpPr>
          <p:cNvPr id="15" name="!!source-4-dom-5-1-1-3-0-text-1">
            <a:extLst>
              <a:ext uri="{FF2B5EF4-FFF2-40B4-BE49-F238E27FC236}">
                <a16:creationId xmlns:a16="http://schemas.microsoft.com/office/drawing/2014/main" id="{73EDFD92-0184-4A6D-ABF8-BB6ADF5B8E88}"/>
              </a:ext>
            </a:extLst>
          </p:cNvPr>
          <p:cNvSpPr>
            <a:spLocks noGrp="1"/>
          </p:cNvSpPr>
          <p:nvPr/>
        </p:nvSpPr>
        <p:spPr>
          <a:xfrm>
            <a:off x="1362075" y="4234755"/>
            <a:ext cx="2366814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bounded lead</a:t>
            </a:r>
          </a:p>
        </p:txBody>
      </p:sp>
      <p:sp>
        <p:nvSpPr>
          <p:cNvPr id="16" name="!!source-4-dom-5-1-1-3-0-text-2">
            <a:extLst>
              <a:ext uri="{FF2B5EF4-FFF2-40B4-BE49-F238E27FC236}">
                <a16:creationId xmlns:a16="http://schemas.microsoft.com/office/drawing/2014/main" id="{E386CAD4-E7D0-4E9A-BDB4-8DC4A0B40284}"/>
              </a:ext>
            </a:extLst>
          </p:cNvPr>
          <p:cNvSpPr>
            <a:spLocks noGrp="1"/>
          </p:cNvSpPr>
          <p:nvPr/>
        </p:nvSpPr>
        <p:spPr>
          <a:xfrm>
            <a:off x="1362075" y="4623346"/>
            <a:ext cx="821382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time</a:t>
            </a:r>
          </a:p>
        </p:txBody>
      </p:sp>
      <p:sp>
        <p:nvSpPr>
          <p:cNvPr id="17" name="!!source-4-dom-5-1-1-5-0-outline">
            <a:extLst>
              <a:ext uri="{FF2B5EF4-FFF2-40B4-BE49-F238E27FC236}">
                <a16:creationId xmlns:a16="http://schemas.microsoft.com/office/drawing/2014/main" id="{35C8B364-B1AC-403B-ACE2-5A4D6141257F}"/>
              </a:ext>
            </a:extLst>
          </p:cNvPr>
          <p:cNvSpPr>
            <a:spLocks noGrp="1"/>
          </p:cNvSpPr>
          <p:nvPr/>
        </p:nvSpPr>
        <p:spPr>
          <a:xfrm>
            <a:off x="1371600" y="5202436"/>
            <a:ext cx="2809280" cy="514350"/>
          </a:xfrm>
          <a:prstGeom prst="rect">
            <a:avLst/>
          </a:prstGeom>
          <a:noFill/>
          <a:ln w="19050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!!source-4-dom-5-1-1-5-0-0-text-0">
            <a:extLst>
              <a:ext uri="{FF2B5EF4-FFF2-40B4-BE49-F238E27FC236}">
                <a16:creationId xmlns:a16="http://schemas.microsoft.com/office/drawing/2014/main" id="{054F069F-CF25-4DBB-9338-1DDC6373BF46}"/>
              </a:ext>
            </a:extLst>
          </p:cNvPr>
          <p:cNvSpPr>
            <a:spLocks noGrp="1"/>
          </p:cNvSpPr>
          <p:nvPr/>
        </p:nvSpPr>
        <p:spPr>
          <a:xfrm>
            <a:off x="1552575" y="5307211"/>
            <a:ext cx="246399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requested time slot</a:t>
            </a:r>
          </a:p>
        </p:txBody>
      </p:sp>
      <p:sp>
        <p:nvSpPr>
          <p:cNvPr id="19" name="!!source-4-dom-5-1-1-5-1-outline">
            <a:extLst>
              <a:ext uri="{FF2B5EF4-FFF2-40B4-BE49-F238E27FC236}">
                <a16:creationId xmlns:a16="http://schemas.microsoft.com/office/drawing/2014/main" id="{72F2B585-D0F7-48AD-96D2-DF0B0335A9D8}"/>
              </a:ext>
            </a:extLst>
          </p:cNvPr>
          <p:cNvSpPr>
            <a:spLocks noGrp="1"/>
          </p:cNvSpPr>
          <p:nvPr/>
        </p:nvSpPr>
        <p:spPr>
          <a:xfrm>
            <a:off x="1371600" y="5831086"/>
            <a:ext cx="2809280" cy="514350"/>
          </a:xfrm>
          <a:prstGeom prst="rect">
            <a:avLst/>
          </a:prstGeom>
          <a:noFill/>
          <a:ln w="19050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4-dom-5-1-1-5-1-0-text-0">
            <a:extLst>
              <a:ext uri="{FF2B5EF4-FFF2-40B4-BE49-F238E27FC236}">
                <a16:creationId xmlns:a16="http://schemas.microsoft.com/office/drawing/2014/main" id="{1B7CBB1E-4E04-42C7-878C-D46EA3F14A28}"/>
              </a:ext>
            </a:extLst>
          </p:cNvPr>
          <p:cNvSpPr>
            <a:spLocks noGrp="1"/>
          </p:cNvSpPr>
          <p:nvPr/>
        </p:nvSpPr>
        <p:spPr>
          <a:xfrm>
            <a:off x="1552575" y="5935861"/>
            <a:ext cx="188327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mass on board</a:t>
            </a:r>
          </a:p>
        </p:txBody>
      </p:sp>
      <p:sp>
        <p:nvSpPr>
          <p:cNvPr id="21" name="!!source-4-dom-5-1-1-5-2-outline">
            <a:extLst>
              <a:ext uri="{FF2B5EF4-FFF2-40B4-BE49-F238E27FC236}">
                <a16:creationId xmlns:a16="http://schemas.microsoft.com/office/drawing/2014/main" id="{3ED32C5D-77DB-48AD-BB6F-A395738AC52F}"/>
              </a:ext>
            </a:extLst>
          </p:cNvPr>
          <p:cNvSpPr>
            <a:spLocks noGrp="1"/>
          </p:cNvSpPr>
          <p:nvPr/>
        </p:nvSpPr>
        <p:spPr>
          <a:xfrm>
            <a:off x="1371600" y="6459736"/>
            <a:ext cx="2809280" cy="514350"/>
          </a:xfrm>
          <a:prstGeom prst="rect">
            <a:avLst/>
          </a:prstGeom>
          <a:noFill/>
          <a:ln w="19050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4-dom-5-1-1-5-2-0-text-0">
            <a:extLst>
              <a:ext uri="{FF2B5EF4-FFF2-40B4-BE49-F238E27FC236}">
                <a16:creationId xmlns:a16="http://schemas.microsoft.com/office/drawing/2014/main" id="{F0BBE171-F48B-4DD3-BEE6-E898697949E1}"/>
              </a:ext>
            </a:extLst>
          </p:cNvPr>
          <p:cNvSpPr>
            <a:spLocks noGrp="1"/>
          </p:cNvSpPr>
          <p:nvPr/>
        </p:nvSpPr>
        <p:spPr>
          <a:xfrm>
            <a:off x="1552575" y="6564511"/>
            <a:ext cx="149051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mass asked</a:t>
            </a:r>
          </a:p>
        </p:txBody>
      </p:sp>
      <p:sp>
        <p:nvSpPr>
          <p:cNvPr id="23" name="!!source-4-dom-5-1-3-0-fill">
            <a:extLst>
              <a:ext uri="{FF2B5EF4-FFF2-40B4-BE49-F238E27FC236}">
                <a16:creationId xmlns:a16="http://schemas.microsoft.com/office/drawing/2014/main" id="{87670137-7FBD-4FF0-81DF-8C808ED05D42}"/>
              </a:ext>
            </a:extLst>
          </p:cNvPr>
          <p:cNvSpPr>
            <a:spLocks noGrp="1"/>
          </p:cNvSpPr>
          <p:nvPr/>
        </p:nvSpPr>
        <p:spPr>
          <a:xfrm>
            <a:off x="4504730" y="5176689"/>
            <a:ext cx="438150" cy="38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" name="!!source-4-dom-5-1-3-1-border-Top">
            <a:extLst>
              <a:ext uri="{FF2B5EF4-FFF2-40B4-BE49-F238E27FC236}">
                <a16:creationId xmlns:a16="http://schemas.microsoft.com/office/drawing/2014/main" id="{4F19FED8-D843-4631-A09B-A2DEF1AEE0A8}"/>
              </a:ext>
            </a:extLst>
          </p:cNvPr>
          <p:cNvSpPr>
            <a:spLocks noGrp="1"/>
          </p:cNvSpPr>
          <p:nvPr/>
        </p:nvSpPr>
        <p:spPr>
          <a:xfrm>
            <a:off x="4942880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0"/>
                </a:lnTo>
                <a:lnTo>
                  <a:pt x="133350" y="8572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4-dom-5-1-3-1-border-Bottom">
            <a:extLst>
              <a:ext uri="{FF2B5EF4-FFF2-40B4-BE49-F238E27FC236}">
                <a16:creationId xmlns:a16="http://schemas.microsoft.com/office/drawing/2014/main" id="{5BEBF797-5E6C-4D8F-B7BE-9F67232EED0E}"/>
              </a:ext>
            </a:extLst>
          </p:cNvPr>
          <p:cNvSpPr>
            <a:spLocks noGrp="1"/>
          </p:cNvSpPr>
          <p:nvPr/>
        </p:nvSpPr>
        <p:spPr>
          <a:xfrm>
            <a:off x="4942880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171450"/>
                </a:moveTo>
                <a:lnTo>
                  <a:pt x="133350" y="85725"/>
                </a:lnTo>
                <a:lnTo>
                  <a:pt x="133350" y="1714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4-dom-5-1-3-1-border-Left">
            <a:extLst>
              <a:ext uri="{FF2B5EF4-FFF2-40B4-BE49-F238E27FC236}">
                <a16:creationId xmlns:a16="http://schemas.microsoft.com/office/drawing/2014/main" id="{83B97C46-4AE8-4C8E-8BE5-2B682DA9BC7C}"/>
              </a:ext>
            </a:extLst>
          </p:cNvPr>
          <p:cNvSpPr>
            <a:spLocks noGrp="1"/>
          </p:cNvSpPr>
          <p:nvPr/>
        </p:nvSpPr>
        <p:spPr>
          <a:xfrm>
            <a:off x="4942880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7" name="!!source-4-dom-5-1-5-fill">
            <a:extLst>
              <a:ext uri="{FF2B5EF4-FFF2-40B4-BE49-F238E27FC236}">
                <a16:creationId xmlns:a16="http://schemas.microsoft.com/office/drawing/2014/main" id="{6BFC7AB4-D61A-474A-ADD8-66D64072B0D6}"/>
              </a:ext>
            </a:extLst>
          </p:cNvPr>
          <p:cNvSpPr>
            <a:spLocks noGrp="1"/>
          </p:cNvSpPr>
          <p:nvPr/>
        </p:nvSpPr>
        <p:spPr>
          <a:xfrm>
            <a:off x="5076230" y="3093690"/>
            <a:ext cx="4107061" cy="4204246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4-dom-5-1-5-1-0-text-0">
            <a:extLst>
              <a:ext uri="{FF2B5EF4-FFF2-40B4-BE49-F238E27FC236}">
                <a16:creationId xmlns:a16="http://schemas.microsoft.com/office/drawing/2014/main" id="{E803E8AA-67D7-4173-9F09-218098771E52}"/>
              </a:ext>
            </a:extLst>
          </p:cNvPr>
          <p:cNvSpPr>
            <a:spLocks noGrp="1"/>
          </p:cNvSpPr>
          <p:nvPr/>
        </p:nvSpPr>
        <p:spPr>
          <a:xfrm>
            <a:off x="5361980" y="3379440"/>
            <a:ext cx="196244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0C9C9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F0C9C9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SUPERVISORY</a:t>
            </a:r>
          </a:p>
        </p:txBody>
      </p:sp>
      <p:sp>
        <p:nvSpPr>
          <p:cNvPr id="29" name="!!source-4-dom-5-1-5-1-0-text-1">
            <a:extLst>
              <a:ext uri="{FF2B5EF4-FFF2-40B4-BE49-F238E27FC236}">
                <a16:creationId xmlns:a16="http://schemas.microsoft.com/office/drawing/2014/main" id="{02B48F8C-7A5C-4445-91F5-8888C560A1DD}"/>
              </a:ext>
            </a:extLst>
          </p:cNvPr>
          <p:cNvSpPr>
            <a:spLocks noGrp="1"/>
          </p:cNvSpPr>
          <p:nvPr/>
        </p:nvSpPr>
        <p:spPr>
          <a:xfrm>
            <a:off x="5361980" y="3655665"/>
            <a:ext cx="186645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0C9C9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F0C9C9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CONTROLLER</a:t>
            </a:r>
          </a:p>
        </p:txBody>
      </p:sp>
      <p:sp>
        <p:nvSpPr>
          <p:cNvPr id="30" name="!!source-4-dom-5-1-5-3-0-text-0">
            <a:extLst>
              <a:ext uri="{FF2B5EF4-FFF2-40B4-BE49-F238E27FC236}">
                <a16:creationId xmlns:a16="http://schemas.microsoft.com/office/drawing/2014/main" id="{E82FA77F-230B-442F-A5CA-E5A638D99EAD}"/>
              </a:ext>
            </a:extLst>
          </p:cNvPr>
          <p:cNvSpPr>
            <a:spLocks noGrp="1"/>
          </p:cNvSpPr>
          <p:nvPr/>
        </p:nvSpPr>
        <p:spPr>
          <a:xfrm>
            <a:off x="5361980" y="4093815"/>
            <a:ext cx="3546277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Lexicographic hybrid</a:t>
            </a:r>
          </a:p>
        </p:txBody>
      </p:sp>
      <p:sp>
        <p:nvSpPr>
          <p:cNvPr id="31" name="!!source-4-dom-5-1-5-3-0-text-1">
            <a:extLst>
              <a:ext uri="{FF2B5EF4-FFF2-40B4-BE49-F238E27FC236}">
                <a16:creationId xmlns:a16="http://schemas.microsoft.com/office/drawing/2014/main" id="{5C0321F9-069E-413F-BA33-2CC45DC26EA2}"/>
              </a:ext>
            </a:extLst>
          </p:cNvPr>
          <p:cNvSpPr>
            <a:spLocks noGrp="1"/>
          </p:cNvSpPr>
          <p:nvPr/>
        </p:nvSpPr>
        <p:spPr>
          <a:xfrm>
            <a:off x="5361980" y="4482405"/>
            <a:ext cx="824657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MPC</a:t>
            </a:r>
          </a:p>
        </p:txBody>
      </p:sp>
      <p:sp>
        <p:nvSpPr>
          <p:cNvPr id="32" name="!!source-4-dom-5-1-5-5-0-text-0">
            <a:extLst>
              <a:ext uri="{FF2B5EF4-FFF2-40B4-BE49-F238E27FC236}">
                <a16:creationId xmlns:a16="http://schemas.microsoft.com/office/drawing/2014/main" id="{6BF48FF3-5F55-4298-827A-339E9AAE5E23}"/>
              </a:ext>
            </a:extLst>
          </p:cNvPr>
          <p:cNvSpPr>
            <a:spLocks noGrp="1"/>
          </p:cNvSpPr>
          <p:nvPr/>
        </p:nvSpPr>
        <p:spPr>
          <a:xfrm>
            <a:off x="5361980" y="5071021"/>
            <a:ext cx="351695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Δt = 10 min · 72-step horizon</a:t>
            </a:r>
          </a:p>
        </p:txBody>
      </p:sp>
      <p:sp>
        <p:nvSpPr>
          <p:cNvPr id="33" name="!!source-4-dom-5-1-5-5-0-text-1">
            <a:extLst>
              <a:ext uri="{FF2B5EF4-FFF2-40B4-BE49-F238E27FC236}">
                <a16:creationId xmlns:a16="http://schemas.microsoft.com/office/drawing/2014/main" id="{B6CF69C7-B584-4233-87A2-27EE65BF0610}"/>
              </a:ext>
            </a:extLst>
          </p:cNvPr>
          <p:cNvSpPr>
            <a:spLocks noGrp="1"/>
          </p:cNvSpPr>
          <p:nvPr/>
        </p:nvSpPr>
        <p:spPr>
          <a:xfrm>
            <a:off x="5361980" y="5429994"/>
            <a:ext cx="333270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· MLD model of the station</a:t>
            </a:r>
          </a:p>
        </p:txBody>
      </p:sp>
      <p:sp>
        <p:nvSpPr>
          <p:cNvPr id="34" name="!!source-4-dom-5-1-5-7-fill">
            <a:extLst>
              <a:ext uri="{FF2B5EF4-FFF2-40B4-BE49-F238E27FC236}">
                <a16:creationId xmlns:a16="http://schemas.microsoft.com/office/drawing/2014/main" id="{14F2ACEF-7FB9-45CA-98B9-4B5A918373AD}"/>
              </a:ext>
            </a:extLst>
          </p:cNvPr>
          <p:cNvSpPr>
            <a:spLocks noGrp="1"/>
          </p:cNvSpPr>
          <p:nvPr/>
        </p:nvSpPr>
        <p:spPr>
          <a:xfrm>
            <a:off x="5361980" y="6173986"/>
            <a:ext cx="3535561" cy="83820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4-dom-5-1-5-7-0-text-0">
            <a:extLst>
              <a:ext uri="{FF2B5EF4-FFF2-40B4-BE49-F238E27FC236}">
                <a16:creationId xmlns:a16="http://schemas.microsoft.com/office/drawing/2014/main" id="{C28C92D9-7866-4225-82B5-C1D6F5D72589}"/>
              </a:ext>
            </a:extLst>
          </p:cNvPr>
          <p:cNvSpPr>
            <a:spLocks noGrp="1"/>
          </p:cNvSpPr>
          <p:nvPr/>
        </p:nvSpPr>
        <p:spPr>
          <a:xfrm>
            <a:off x="5533429" y="6288286"/>
            <a:ext cx="236889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4 objectives, strict</a:t>
            </a:r>
          </a:p>
        </p:txBody>
      </p:sp>
      <p:sp>
        <p:nvSpPr>
          <p:cNvPr id="36" name="!!source-4-dom-5-1-5-7-0-text-1">
            <a:extLst>
              <a:ext uri="{FF2B5EF4-FFF2-40B4-BE49-F238E27FC236}">
                <a16:creationId xmlns:a16="http://schemas.microsoft.com/office/drawing/2014/main" id="{FFB6EFD9-7BDA-42D2-9DFA-AC5A4618F1B3}"/>
              </a:ext>
            </a:extLst>
          </p:cNvPr>
          <p:cNvSpPr>
            <a:spLocks noGrp="1"/>
          </p:cNvSpPr>
          <p:nvPr/>
        </p:nvSpPr>
        <p:spPr>
          <a:xfrm>
            <a:off x="5533429" y="6593086"/>
            <a:ext cx="96544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priority</a:t>
            </a:r>
          </a:p>
        </p:txBody>
      </p:sp>
      <p:sp>
        <p:nvSpPr>
          <p:cNvPr id="37" name="!!source-4-dom-5-1-7-0-fill">
            <a:extLst>
              <a:ext uri="{FF2B5EF4-FFF2-40B4-BE49-F238E27FC236}">
                <a16:creationId xmlns:a16="http://schemas.microsoft.com/office/drawing/2014/main" id="{8B9ABA97-F923-4BDF-A543-D73E9084F03D}"/>
              </a:ext>
            </a:extLst>
          </p:cNvPr>
          <p:cNvSpPr>
            <a:spLocks noGrp="1"/>
          </p:cNvSpPr>
          <p:nvPr/>
        </p:nvSpPr>
        <p:spPr>
          <a:xfrm>
            <a:off x="9183290" y="5176689"/>
            <a:ext cx="438150" cy="3810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4-dom-5-1-7-1-border-Top">
            <a:extLst>
              <a:ext uri="{FF2B5EF4-FFF2-40B4-BE49-F238E27FC236}">
                <a16:creationId xmlns:a16="http://schemas.microsoft.com/office/drawing/2014/main" id="{093F3BD2-3E6A-41AE-A159-4145A6AC6154}"/>
              </a:ext>
            </a:extLst>
          </p:cNvPr>
          <p:cNvSpPr>
            <a:spLocks noGrp="1"/>
          </p:cNvSpPr>
          <p:nvPr/>
        </p:nvSpPr>
        <p:spPr>
          <a:xfrm>
            <a:off x="962144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0"/>
                </a:lnTo>
                <a:lnTo>
                  <a:pt x="133350" y="8572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4-dom-5-1-7-1-border-Bottom">
            <a:extLst>
              <a:ext uri="{FF2B5EF4-FFF2-40B4-BE49-F238E27FC236}">
                <a16:creationId xmlns:a16="http://schemas.microsoft.com/office/drawing/2014/main" id="{D57226F6-B982-40D2-AA1E-81C133CB7756}"/>
              </a:ext>
            </a:extLst>
          </p:cNvPr>
          <p:cNvSpPr>
            <a:spLocks noGrp="1"/>
          </p:cNvSpPr>
          <p:nvPr/>
        </p:nvSpPr>
        <p:spPr>
          <a:xfrm>
            <a:off x="962144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171450"/>
                </a:moveTo>
                <a:lnTo>
                  <a:pt x="133350" y="85725"/>
                </a:lnTo>
                <a:lnTo>
                  <a:pt x="133350" y="1714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4-dom-5-1-7-1-border-Left">
            <a:extLst>
              <a:ext uri="{FF2B5EF4-FFF2-40B4-BE49-F238E27FC236}">
                <a16:creationId xmlns:a16="http://schemas.microsoft.com/office/drawing/2014/main" id="{F3B08E0E-2028-4188-A645-25FA79DE98DD}"/>
              </a:ext>
            </a:extLst>
          </p:cNvPr>
          <p:cNvSpPr>
            <a:spLocks noGrp="1"/>
          </p:cNvSpPr>
          <p:nvPr/>
        </p:nvSpPr>
        <p:spPr>
          <a:xfrm>
            <a:off x="962144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4-dom-5-1-9-outline">
            <a:extLst>
              <a:ext uri="{FF2B5EF4-FFF2-40B4-BE49-F238E27FC236}">
                <a16:creationId xmlns:a16="http://schemas.microsoft.com/office/drawing/2014/main" id="{0B3B9781-9AB9-4BAD-B131-AE458D604ADF}"/>
              </a:ext>
            </a:extLst>
          </p:cNvPr>
          <p:cNvSpPr>
            <a:spLocks noGrp="1"/>
          </p:cNvSpPr>
          <p:nvPr/>
        </p:nvSpPr>
        <p:spPr>
          <a:xfrm>
            <a:off x="9769078" y="3107978"/>
            <a:ext cx="3428405" cy="4175671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4-dom-5-1-9-1-0-text-0">
            <a:extLst>
              <a:ext uri="{FF2B5EF4-FFF2-40B4-BE49-F238E27FC236}">
                <a16:creationId xmlns:a16="http://schemas.microsoft.com/office/drawing/2014/main" id="{60CA59D7-E8DD-4AFC-B188-7577F10055A3}"/>
              </a:ext>
            </a:extLst>
          </p:cNvPr>
          <p:cNvSpPr>
            <a:spLocks noGrp="1"/>
          </p:cNvSpPr>
          <p:nvPr/>
        </p:nvSpPr>
        <p:spPr>
          <a:xfrm>
            <a:off x="10069116" y="3408015"/>
            <a:ext cx="124688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ANSWER</a:t>
            </a:r>
          </a:p>
        </p:txBody>
      </p:sp>
      <p:sp>
        <p:nvSpPr>
          <p:cNvPr id="43" name="!!source-4-dom-5-1-9-3-0-text-0">
            <a:extLst>
              <a:ext uri="{FF2B5EF4-FFF2-40B4-BE49-F238E27FC236}">
                <a16:creationId xmlns:a16="http://schemas.microsoft.com/office/drawing/2014/main" id="{3DCB7586-302B-4589-99AC-7F69C3003305}"/>
              </a:ext>
            </a:extLst>
          </p:cNvPr>
          <p:cNvSpPr>
            <a:spLocks noGrp="1"/>
          </p:cNvSpPr>
          <p:nvPr/>
        </p:nvSpPr>
        <p:spPr>
          <a:xfrm>
            <a:off x="10069116" y="3846165"/>
            <a:ext cx="2511921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Feasible or not</a:t>
            </a:r>
          </a:p>
        </p:txBody>
      </p:sp>
      <p:sp>
        <p:nvSpPr>
          <p:cNvPr id="44" name="!!source-4-dom-5-1-9-5-0-fill">
            <a:extLst>
              <a:ext uri="{FF2B5EF4-FFF2-40B4-BE49-F238E27FC236}">
                <a16:creationId xmlns:a16="http://schemas.microsoft.com/office/drawing/2014/main" id="{45F64C0B-BF57-45F1-8944-D946406DDB8B}"/>
              </a:ext>
            </a:extLst>
          </p:cNvPr>
          <p:cNvSpPr>
            <a:spLocks noGrp="1"/>
          </p:cNvSpPr>
          <p:nvPr/>
        </p:nvSpPr>
        <p:spPr>
          <a:xfrm>
            <a:off x="10069116" y="4530626"/>
            <a:ext cx="2828329" cy="1269504"/>
          </a:xfrm>
          <a:prstGeom prst="rect">
            <a:avLst/>
          </a:prstGeom>
          <a:solidFill>
            <a:srgbClr val="2E7D4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4-dom-5-1-9-5-0-0-0-text-0">
            <a:extLst>
              <a:ext uri="{FF2B5EF4-FFF2-40B4-BE49-F238E27FC236}">
                <a16:creationId xmlns:a16="http://schemas.microsoft.com/office/drawing/2014/main" id="{A92227DA-B68B-4CC3-A888-AE9B46428D6A}"/>
              </a:ext>
            </a:extLst>
          </p:cNvPr>
          <p:cNvSpPr>
            <a:spLocks noGrp="1"/>
          </p:cNvSpPr>
          <p:nvPr/>
        </p:nvSpPr>
        <p:spPr>
          <a:xfrm>
            <a:off x="10240565" y="4673501"/>
            <a:ext cx="96024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Accept</a:t>
            </a:r>
          </a:p>
        </p:txBody>
      </p:sp>
      <p:sp>
        <p:nvSpPr>
          <p:cNvPr id="46" name="!!source-4-dom-5-1-9-5-0-2-text-0">
            <a:extLst>
              <a:ext uri="{FF2B5EF4-FFF2-40B4-BE49-F238E27FC236}">
                <a16:creationId xmlns:a16="http://schemas.microsoft.com/office/drawing/2014/main" id="{96A22D3E-304F-4E9C-B5FF-249A1518336D}"/>
              </a:ext>
            </a:extLst>
          </p:cNvPr>
          <p:cNvSpPr>
            <a:spLocks noGrp="1"/>
          </p:cNvSpPr>
          <p:nvPr/>
        </p:nvSpPr>
        <p:spPr>
          <a:xfrm>
            <a:off x="10240565" y="5007769"/>
            <a:ext cx="2093566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 plan exists; the</a:t>
            </a:r>
          </a:p>
        </p:txBody>
      </p:sp>
      <p:sp>
        <p:nvSpPr>
          <p:cNvPr id="47" name="!!source-4-dom-5-1-9-5-0-2-text-1">
            <a:extLst>
              <a:ext uri="{FF2B5EF4-FFF2-40B4-BE49-F238E27FC236}">
                <a16:creationId xmlns:a16="http://schemas.microsoft.com/office/drawing/2014/main" id="{198EF83E-0551-4212-8BDE-C1740A10038E}"/>
              </a:ext>
            </a:extLst>
          </p:cNvPr>
          <p:cNvSpPr>
            <a:spLocks noGrp="1"/>
          </p:cNvSpPr>
          <p:nvPr/>
        </p:nvSpPr>
        <p:spPr>
          <a:xfrm>
            <a:off x="10240565" y="5342037"/>
            <a:ext cx="220102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slot is committed</a:t>
            </a:r>
          </a:p>
        </p:txBody>
      </p:sp>
      <p:sp>
        <p:nvSpPr>
          <p:cNvPr id="48" name="!!source-4-dom-5-1-9-5-1-outline">
            <a:extLst>
              <a:ext uri="{FF2B5EF4-FFF2-40B4-BE49-F238E27FC236}">
                <a16:creationId xmlns:a16="http://schemas.microsoft.com/office/drawing/2014/main" id="{503B0CF1-EAE1-43FF-B75C-6CA74DA5164F}"/>
              </a:ext>
            </a:extLst>
          </p:cNvPr>
          <p:cNvSpPr>
            <a:spLocks noGrp="1"/>
          </p:cNvSpPr>
          <p:nvPr/>
        </p:nvSpPr>
        <p:spPr>
          <a:xfrm>
            <a:off x="10078641" y="5904905"/>
            <a:ext cx="2809279" cy="954286"/>
          </a:xfrm>
          <a:prstGeom prst="rect">
            <a:avLst/>
          </a:prstGeom>
          <a:noFill/>
          <a:ln w="1905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4-dom-5-1-9-5-1-0-0-text-0">
            <a:extLst>
              <a:ext uri="{FF2B5EF4-FFF2-40B4-BE49-F238E27FC236}">
                <a16:creationId xmlns:a16="http://schemas.microsoft.com/office/drawing/2014/main" id="{4FA36B09-43A9-4744-AD78-C5F2B8D05B27}"/>
              </a:ext>
            </a:extLst>
          </p:cNvPr>
          <p:cNvSpPr>
            <a:spLocks noGrp="1"/>
          </p:cNvSpPr>
          <p:nvPr/>
        </p:nvSpPr>
        <p:spPr>
          <a:xfrm>
            <a:off x="10259615" y="6057305"/>
            <a:ext cx="87258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Reject</a:t>
            </a:r>
          </a:p>
        </p:txBody>
      </p:sp>
      <p:sp>
        <p:nvSpPr>
          <p:cNvPr id="50" name="!!source-4-dom-5-1-9-5-1-2-text-0">
            <a:extLst>
              <a:ext uri="{FF2B5EF4-FFF2-40B4-BE49-F238E27FC236}">
                <a16:creationId xmlns:a16="http://schemas.microsoft.com/office/drawing/2014/main" id="{546BE0BD-C779-4113-9ACD-A20CF5326C91}"/>
              </a:ext>
            </a:extLst>
          </p:cNvPr>
          <p:cNvSpPr>
            <a:spLocks noGrp="1"/>
          </p:cNvSpPr>
          <p:nvPr/>
        </p:nvSpPr>
        <p:spPr>
          <a:xfrm>
            <a:off x="10259615" y="6391573"/>
            <a:ext cx="199355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no feasible plan</a:t>
            </a:r>
          </a:p>
        </p:txBody>
      </p:sp>
      <p:sp>
        <p:nvSpPr>
          <p:cNvPr id="51" name="!!source-4-dom-5-1-11-0-fill">
            <a:extLst>
              <a:ext uri="{FF2B5EF4-FFF2-40B4-BE49-F238E27FC236}">
                <a16:creationId xmlns:a16="http://schemas.microsoft.com/office/drawing/2014/main" id="{F2BB98E0-820D-4B36-9E3C-EB66FB55F644}"/>
              </a:ext>
            </a:extLst>
          </p:cNvPr>
          <p:cNvSpPr>
            <a:spLocks noGrp="1"/>
          </p:cNvSpPr>
          <p:nvPr/>
        </p:nvSpPr>
        <p:spPr>
          <a:xfrm>
            <a:off x="13211770" y="5176689"/>
            <a:ext cx="438150" cy="38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2" name="!!source-4-dom-5-1-11-1-border-Top">
            <a:extLst>
              <a:ext uri="{FF2B5EF4-FFF2-40B4-BE49-F238E27FC236}">
                <a16:creationId xmlns:a16="http://schemas.microsoft.com/office/drawing/2014/main" id="{09C9448C-7EDF-4759-90E9-D1A9F6AF8D45}"/>
              </a:ext>
            </a:extLst>
          </p:cNvPr>
          <p:cNvSpPr>
            <a:spLocks noGrp="1"/>
          </p:cNvSpPr>
          <p:nvPr/>
        </p:nvSpPr>
        <p:spPr>
          <a:xfrm>
            <a:off x="1364992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0"/>
                </a:lnTo>
                <a:lnTo>
                  <a:pt x="133350" y="8572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3" name="!!source-4-dom-5-1-11-1-border-Bottom">
            <a:extLst>
              <a:ext uri="{FF2B5EF4-FFF2-40B4-BE49-F238E27FC236}">
                <a16:creationId xmlns:a16="http://schemas.microsoft.com/office/drawing/2014/main" id="{A4C82507-3C9F-4C2D-A3E6-CBAF2EB4EE64}"/>
              </a:ext>
            </a:extLst>
          </p:cNvPr>
          <p:cNvSpPr>
            <a:spLocks noGrp="1"/>
          </p:cNvSpPr>
          <p:nvPr/>
        </p:nvSpPr>
        <p:spPr>
          <a:xfrm>
            <a:off x="1364992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171450"/>
                </a:moveTo>
                <a:lnTo>
                  <a:pt x="133350" y="85725"/>
                </a:lnTo>
                <a:lnTo>
                  <a:pt x="133350" y="1714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!!source-4-dom-5-1-11-1-border-Left">
            <a:extLst>
              <a:ext uri="{FF2B5EF4-FFF2-40B4-BE49-F238E27FC236}">
                <a16:creationId xmlns:a16="http://schemas.microsoft.com/office/drawing/2014/main" id="{086FE549-E333-47AC-A1DC-5E79D6951FA5}"/>
              </a:ext>
            </a:extLst>
          </p:cNvPr>
          <p:cNvSpPr>
            <a:spLocks noGrp="1"/>
          </p:cNvSpPr>
          <p:nvPr/>
        </p:nvSpPr>
        <p:spPr>
          <a:xfrm>
            <a:off x="13649921" y="5110014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0" y="0"/>
                </a:moveTo>
                <a:lnTo>
                  <a:pt x="133350" y="85725"/>
                </a:lnTo>
                <a:lnTo>
                  <a:pt x="0" y="17145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5" name="!!source-4-dom-5-1-13-outline">
            <a:extLst>
              <a:ext uri="{FF2B5EF4-FFF2-40B4-BE49-F238E27FC236}">
                <a16:creationId xmlns:a16="http://schemas.microsoft.com/office/drawing/2014/main" id="{94081F18-B4CB-43F1-8B47-F146D88C7B5B}"/>
              </a:ext>
            </a:extLst>
          </p:cNvPr>
          <p:cNvSpPr>
            <a:spLocks noGrp="1"/>
          </p:cNvSpPr>
          <p:nvPr/>
        </p:nvSpPr>
        <p:spPr>
          <a:xfrm>
            <a:off x="13797558" y="3107978"/>
            <a:ext cx="3428405" cy="4175671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!!source-4-dom-5-1-13-1-0-text-0">
            <a:extLst>
              <a:ext uri="{FF2B5EF4-FFF2-40B4-BE49-F238E27FC236}">
                <a16:creationId xmlns:a16="http://schemas.microsoft.com/office/drawing/2014/main" id="{7892129D-0DDC-42D4-84EE-38D789212B6C}"/>
              </a:ext>
            </a:extLst>
          </p:cNvPr>
          <p:cNvSpPr>
            <a:spLocks noGrp="1"/>
          </p:cNvSpPr>
          <p:nvPr/>
        </p:nvSpPr>
        <p:spPr>
          <a:xfrm>
            <a:off x="14097596" y="3408015"/>
            <a:ext cx="206871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ROLLING PLAN</a:t>
            </a:r>
          </a:p>
        </p:txBody>
      </p:sp>
      <p:sp>
        <p:nvSpPr>
          <p:cNvPr id="57" name="!!source-4-dom-5-1-13-3-0-text-0">
            <a:extLst>
              <a:ext uri="{FF2B5EF4-FFF2-40B4-BE49-F238E27FC236}">
                <a16:creationId xmlns:a16="http://schemas.microsoft.com/office/drawing/2014/main" id="{1A12C0D4-CB07-4DBD-BD29-85C82DC91A49}"/>
              </a:ext>
            </a:extLst>
          </p:cNvPr>
          <p:cNvSpPr>
            <a:spLocks noGrp="1"/>
          </p:cNvSpPr>
          <p:nvPr/>
        </p:nvSpPr>
        <p:spPr>
          <a:xfrm>
            <a:off x="14097596" y="3846165"/>
            <a:ext cx="1704528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</a:t>
            </a:r>
          </a:p>
        </p:txBody>
      </p:sp>
      <p:sp>
        <p:nvSpPr>
          <p:cNvPr id="58" name="!!source-4-dom-5-1-13-3-0-text-1">
            <a:extLst>
              <a:ext uri="{FF2B5EF4-FFF2-40B4-BE49-F238E27FC236}">
                <a16:creationId xmlns:a16="http://schemas.microsoft.com/office/drawing/2014/main" id="{C28FA2D6-293C-4226-83AA-FD4186C9D2AA}"/>
              </a:ext>
            </a:extLst>
          </p:cNvPr>
          <p:cNvSpPr>
            <a:spLocks noGrp="1"/>
          </p:cNvSpPr>
          <p:nvPr/>
        </p:nvSpPr>
        <p:spPr>
          <a:xfrm>
            <a:off x="14097596" y="4234755"/>
            <a:ext cx="2234356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sourcing and</a:t>
            </a:r>
          </a:p>
        </p:txBody>
      </p:sp>
      <p:sp>
        <p:nvSpPr>
          <p:cNvPr id="59" name="!!source-4-dom-5-1-13-3-0-text-2">
            <a:extLst>
              <a:ext uri="{FF2B5EF4-FFF2-40B4-BE49-F238E27FC236}">
                <a16:creationId xmlns:a16="http://schemas.microsoft.com/office/drawing/2014/main" id="{4009F15E-A605-468E-90F4-070E62E1DA4B}"/>
              </a:ext>
            </a:extLst>
          </p:cNvPr>
          <p:cNvSpPr>
            <a:spLocks noGrp="1"/>
          </p:cNvSpPr>
          <p:nvPr/>
        </p:nvSpPr>
        <p:spPr>
          <a:xfrm>
            <a:off x="14097596" y="4623346"/>
            <a:ext cx="2197447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compression</a:t>
            </a:r>
          </a:p>
        </p:txBody>
      </p:sp>
      <p:sp>
        <p:nvSpPr>
          <p:cNvPr id="60" name="!!source-4-dom-5-1-13-5-0-outline">
            <a:extLst>
              <a:ext uri="{FF2B5EF4-FFF2-40B4-BE49-F238E27FC236}">
                <a16:creationId xmlns:a16="http://schemas.microsoft.com/office/drawing/2014/main" id="{8888C671-4CC4-4BDB-A946-DF12FACC0600}"/>
              </a:ext>
            </a:extLst>
          </p:cNvPr>
          <p:cNvSpPr>
            <a:spLocks noGrp="1"/>
          </p:cNvSpPr>
          <p:nvPr/>
        </p:nvSpPr>
        <p:spPr>
          <a:xfrm>
            <a:off x="14107121" y="5211961"/>
            <a:ext cx="2809279" cy="819150"/>
          </a:xfrm>
          <a:prstGeom prst="rect">
            <a:avLst/>
          </a:prstGeom>
          <a:noFill/>
          <a:ln w="19050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!!source-4-dom-5-1-13-5-0-0-text-0">
            <a:extLst>
              <a:ext uri="{FF2B5EF4-FFF2-40B4-BE49-F238E27FC236}">
                <a16:creationId xmlns:a16="http://schemas.microsoft.com/office/drawing/2014/main" id="{155BF05D-1D5D-493B-935D-9E94CFCB1257}"/>
              </a:ext>
            </a:extLst>
          </p:cNvPr>
          <p:cNvSpPr>
            <a:spLocks noGrp="1"/>
          </p:cNvSpPr>
          <p:nvPr/>
        </p:nvSpPr>
        <p:spPr>
          <a:xfrm>
            <a:off x="14288095" y="5316736"/>
            <a:ext cx="234657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source: when, how</a:t>
            </a:r>
          </a:p>
        </p:txBody>
      </p:sp>
      <p:sp>
        <p:nvSpPr>
          <p:cNvPr id="62" name="!!source-4-dom-5-1-13-5-0-0-text-1">
            <a:extLst>
              <a:ext uri="{FF2B5EF4-FFF2-40B4-BE49-F238E27FC236}">
                <a16:creationId xmlns:a16="http://schemas.microsoft.com/office/drawing/2014/main" id="{151E84F4-F981-4C78-94EF-70E3E3C1FBEB}"/>
              </a:ext>
            </a:extLst>
          </p:cNvPr>
          <p:cNvSpPr>
            <a:spLocks noGrp="1"/>
          </p:cNvSpPr>
          <p:nvPr/>
        </p:nvSpPr>
        <p:spPr>
          <a:xfrm>
            <a:off x="14288095" y="5621536"/>
            <a:ext cx="78179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much</a:t>
            </a:r>
          </a:p>
        </p:txBody>
      </p:sp>
      <p:sp>
        <p:nvSpPr>
          <p:cNvPr id="63" name="!!source-4-dom-5-1-13-5-1-outline">
            <a:extLst>
              <a:ext uri="{FF2B5EF4-FFF2-40B4-BE49-F238E27FC236}">
                <a16:creationId xmlns:a16="http://schemas.microsoft.com/office/drawing/2014/main" id="{89FA19AF-9A8C-4997-91EC-451F4C71E28D}"/>
              </a:ext>
            </a:extLst>
          </p:cNvPr>
          <p:cNvSpPr>
            <a:spLocks noGrp="1"/>
          </p:cNvSpPr>
          <p:nvPr/>
        </p:nvSpPr>
        <p:spPr>
          <a:xfrm>
            <a:off x="14107121" y="6145411"/>
            <a:ext cx="2809279" cy="819150"/>
          </a:xfrm>
          <a:prstGeom prst="rect">
            <a:avLst/>
          </a:prstGeom>
          <a:noFill/>
          <a:ln w="19050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4-dom-5-1-13-5-1-0-text-0">
            <a:extLst>
              <a:ext uri="{FF2B5EF4-FFF2-40B4-BE49-F238E27FC236}">
                <a16:creationId xmlns:a16="http://schemas.microsoft.com/office/drawing/2014/main" id="{E0A3013B-99A6-43F5-A716-4906262943C9}"/>
              </a:ext>
            </a:extLst>
          </p:cNvPr>
          <p:cNvSpPr>
            <a:spLocks noGrp="1"/>
          </p:cNvSpPr>
          <p:nvPr/>
        </p:nvSpPr>
        <p:spPr>
          <a:xfrm>
            <a:off x="14288095" y="6250186"/>
            <a:ext cx="213017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compress: when,</a:t>
            </a:r>
          </a:p>
        </p:txBody>
      </p:sp>
      <p:sp>
        <p:nvSpPr>
          <p:cNvPr id="65" name="!!source-4-dom-5-1-13-5-1-0-text-1">
            <a:extLst>
              <a:ext uri="{FF2B5EF4-FFF2-40B4-BE49-F238E27FC236}">
                <a16:creationId xmlns:a16="http://schemas.microsoft.com/office/drawing/2014/main" id="{5408F2E7-4D7A-4036-8E46-405D1F0A99E7}"/>
              </a:ext>
            </a:extLst>
          </p:cNvPr>
          <p:cNvSpPr>
            <a:spLocks noGrp="1"/>
          </p:cNvSpPr>
          <p:nvPr/>
        </p:nvSpPr>
        <p:spPr>
          <a:xfrm>
            <a:off x="14288095" y="6554986"/>
            <a:ext cx="197643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into which tank</a:t>
            </a:r>
          </a:p>
        </p:txBody>
      </p:sp>
      <p:pic>
        <p:nvPicPr>
          <p:cNvPr id="136" name="!!source-4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137" name="!!source-4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61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!!source-5-dom-fill">
            <a:extLst>
              <a:ext uri="{FF2B5EF4-FFF2-40B4-BE49-F238E27FC236}">
                <a16:creationId xmlns:a16="http://schemas.microsoft.com/office/drawing/2014/main" id="{520A19F4-E939-4ED9-8684-262BC1ACA5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5-dom-1-0-0-0-text-0">
            <a:extLst>
              <a:ext uri="{FF2B5EF4-FFF2-40B4-BE49-F238E27FC236}">
                <a16:creationId xmlns:a16="http://schemas.microsoft.com/office/drawing/2014/main" id="{6A6BCF64-8FD0-45E7-8B4F-CF884786C00A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5-dom-1-0-1-border-Bottom">
            <a:extLst>
              <a:ext uri="{FF2B5EF4-FFF2-40B4-BE49-F238E27FC236}">
                <a16:creationId xmlns:a16="http://schemas.microsoft.com/office/drawing/2014/main" id="{29C9826E-BCEC-4CB8-86E6-E8CBEAFD149F}"/>
              </a:ext>
            </a:extLst>
          </p:cNvPr>
          <p:cNvSpPr>
            <a:spLocks noGrp="1"/>
          </p:cNvSpPr>
          <p:nvPr/>
        </p:nvSpPr>
        <p:spPr>
          <a:xfrm>
            <a:off x="2479328" y="690562"/>
            <a:ext cx="1323230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!!source-5-dom-1-0-1-0-text-0">
            <a:extLst>
              <a:ext uri="{FF2B5EF4-FFF2-40B4-BE49-F238E27FC236}">
                <a16:creationId xmlns:a16="http://schemas.microsoft.com/office/drawing/2014/main" id="{4CF0E0F5-163D-4C27-AD68-1C82620F724F}"/>
              </a:ext>
            </a:extLst>
          </p:cNvPr>
          <p:cNvSpPr>
            <a:spLocks noGrp="1"/>
          </p:cNvSpPr>
          <p:nvPr/>
        </p:nvSpPr>
        <p:spPr>
          <a:xfrm>
            <a:off x="2479328" y="381000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5" name="!!source-5-dom-1-0-2-0-text-0">
            <a:extLst>
              <a:ext uri="{FF2B5EF4-FFF2-40B4-BE49-F238E27FC236}">
                <a16:creationId xmlns:a16="http://schemas.microsoft.com/office/drawing/2014/main" id="{B9A74B57-E50E-4EF5-A283-0F3BACEF1E87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5-dom-1-0-3-0-text-0">
            <a:extLst>
              <a:ext uri="{FF2B5EF4-FFF2-40B4-BE49-F238E27FC236}">
                <a16:creationId xmlns:a16="http://schemas.microsoft.com/office/drawing/2014/main" id="{797E7F39-EF2D-498F-9764-1B71B0862FB1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5-dom-1-0-4-0-text-0">
            <a:extLst>
              <a:ext uri="{FF2B5EF4-FFF2-40B4-BE49-F238E27FC236}">
                <a16:creationId xmlns:a16="http://schemas.microsoft.com/office/drawing/2014/main" id="{81D16172-34F9-43EF-808A-B58B43FFF72E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5-dom-1-0-5-0-text-0">
            <a:extLst>
              <a:ext uri="{FF2B5EF4-FFF2-40B4-BE49-F238E27FC236}">
                <a16:creationId xmlns:a16="http://schemas.microsoft.com/office/drawing/2014/main" id="{D69F511C-231C-4837-890B-D021371D8F90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5-dom-1-1-0-text-0">
            <a:extLst>
              <a:ext uri="{FF2B5EF4-FFF2-40B4-BE49-F238E27FC236}">
                <a16:creationId xmlns:a16="http://schemas.microsoft.com/office/drawing/2014/main" id="{C6334185-2DDC-4F91-8692-4D55BF0019A2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06 / 17</a:t>
            </a:r>
          </a:p>
        </p:txBody>
      </p:sp>
      <p:sp>
        <p:nvSpPr>
          <p:cNvPr id="10" name="!!source-5-dom-3-1-0-0-text-0">
            <a:extLst>
              <a:ext uri="{FF2B5EF4-FFF2-40B4-BE49-F238E27FC236}">
                <a16:creationId xmlns:a16="http://schemas.microsoft.com/office/drawing/2014/main" id="{EA05951E-8EF9-4C41-8705-139C51ED3229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2725936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lang="es-ES" sz="4800" b="0" i="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Lexicographic</a:t>
            </a:r>
            <a:r>
              <a:rPr lang="es-ES" sz="4800" b="0" i="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Control </a:t>
            </a:r>
            <a:r>
              <a:rPr sz="4800" b="0" i="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Objectives</a:t>
            </a:r>
          </a:p>
        </p:txBody>
      </p:sp>
      <p:sp>
        <p:nvSpPr>
          <p:cNvPr id="11" name="!!source-5-dom-3-1-1-0-0-text-0">
            <a:extLst>
              <a:ext uri="{FF2B5EF4-FFF2-40B4-BE49-F238E27FC236}">
                <a16:creationId xmlns:a16="http://schemas.microsoft.com/office/drawing/2014/main" id="{554598FE-2BC5-41E6-979A-076D13DF3A60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416793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Four objectives, strict priority</a:t>
            </a:r>
          </a:p>
        </p:txBody>
      </p:sp>
      <p:sp>
        <p:nvSpPr>
          <p:cNvPr id="12" name="!!source-5-dom-5-1-1-fill">
            <a:extLst>
              <a:ext uri="{FF2B5EF4-FFF2-40B4-BE49-F238E27FC236}">
                <a16:creationId xmlns:a16="http://schemas.microsoft.com/office/drawing/2014/main" id="{37BDD8F8-B8A1-4B24-8DE1-F775F7466A86}"/>
              </a:ext>
            </a:extLst>
          </p:cNvPr>
          <p:cNvSpPr>
            <a:spLocks noGrp="1"/>
          </p:cNvSpPr>
          <p:nvPr/>
        </p:nvSpPr>
        <p:spPr>
          <a:xfrm>
            <a:off x="1047750" y="3052762"/>
            <a:ext cx="7810500" cy="1143000"/>
          </a:xfrm>
          <a:prstGeom prst="rect">
            <a:avLst/>
          </a:prstGeom>
          <a:solidFill>
            <a:srgbClr val="7A5A45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5-dom-5-1-1-0-0-0-text-0">
            <a:extLst>
              <a:ext uri="{FF2B5EF4-FFF2-40B4-BE49-F238E27FC236}">
                <a16:creationId xmlns:a16="http://schemas.microsoft.com/office/drawing/2014/main" id="{531978B6-A379-4611-830D-8E2C9E1F0234}"/>
              </a:ext>
            </a:extLst>
          </p:cNvPr>
          <p:cNvSpPr>
            <a:spLocks noGrp="1"/>
          </p:cNvSpPr>
          <p:nvPr/>
        </p:nvSpPr>
        <p:spPr>
          <a:xfrm>
            <a:off x="1314450" y="3376613"/>
            <a:ext cx="2286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1</a:t>
            </a:r>
          </a:p>
        </p:txBody>
      </p:sp>
      <p:sp>
        <p:nvSpPr>
          <p:cNvPr id="14" name="!!source-5-dom-5-1-1-1-0-0-text-0">
            <a:extLst>
              <a:ext uri="{FF2B5EF4-FFF2-40B4-BE49-F238E27FC236}">
                <a16:creationId xmlns:a16="http://schemas.microsoft.com/office/drawing/2014/main" id="{B9635F5F-7FF5-49C4-A4F2-EDFB84EA2FF1}"/>
              </a:ext>
            </a:extLst>
          </p:cNvPr>
          <p:cNvSpPr>
            <a:spLocks noGrp="1"/>
          </p:cNvSpPr>
          <p:nvPr/>
        </p:nvSpPr>
        <p:spPr>
          <a:xfrm>
            <a:off x="2362200" y="3286125"/>
            <a:ext cx="335667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 availability</a:t>
            </a:r>
          </a:p>
        </p:txBody>
      </p:sp>
      <p:sp>
        <p:nvSpPr>
          <p:cNvPr id="15" name="!!source-5-dom-5-1-1-1-1-0-text-0">
            <a:extLst>
              <a:ext uri="{FF2B5EF4-FFF2-40B4-BE49-F238E27FC236}">
                <a16:creationId xmlns:a16="http://schemas.microsoft.com/office/drawing/2014/main" id="{F64319E7-6AA4-480C-8D58-A70F3B34D28B}"/>
              </a:ext>
            </a:extLst>
          </p:cNvPr>
          <p:cNvSpPr>
            <a:spLocks noGrp="1"/>
          </p:cNvSpPr>
          <p:nvPr/>
        </p:nvSpPr>
        <p:spPr>
          <a:xfrm>
            <a:off x="2362200" y="3657600"/>
            <a:ext cx="397966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Ready for unannounced arrivals</a:t>
            </a:r>
          </a:p>
        </p:txBody>
      </p:sp>
      <p:sp>
        <p:nvSpPr>
          <p:cNvPr id="16" name="!!source-5-dom-5-1-3-fill">
            <a:extLst>
              <a:ext uri="{FF2B5EF4-FFF2-40B4-BE49-F238E27FC236}">
                <a16:creationId xmlns:a16="http://schemas.microsoft.com/office/drawing/2014/main" id="{D32072DE-24F5-4537-A41A-2B529823EAD7}"/>
              </a:ext>
            </a:extLst>
          </p:cNvPr>
          <p:cNvSpPr>
            <a:spLocks noGrp="1"/>
          </p:cNvSpPr>
          <p:nvPr/>
        </p:nvSpPr>
        <p:spPr>
          <a:xfrm>
            <a:off x="1047750" y="4329113"/>
            <a:ext cx="7810500" cy="11430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" name="!!source-5-dom-5-1-3-0-0-0-text-0">
            <a:extLst>
              <a:ext uri="{FF2B5EF4-FFF2-40B4-BE49-F238E27FC236}">
                <a16:creationId xmlns:a16="http://schemas.microsoft.com/office/drawing/2014/main" id="{0F190F6A-702D-438F-B1E7-AB656873D973}"/>
              </a:ext>
            </a:extLst>
          </p:cNvPr>
          <p:cNvSpPr>
            <a:spLocks noGrp="1"/>
          </p:cNvSpPr>
          <p:nvPr/>
        </p:nvSpPr>
        <p:spPr>
          <a:xfrm>
            <a:off x="1314450" y="4652963"/>
            <a:ext cx="249436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</a:t>
            </a:r>
          </a:p>
        </p:txBody>
      </p:sp>
      <p:sp>
        <p:nvSpPr>
          <p:cNvPr id="18" name="!!source-5-dom-5-1-3-1-0-0-text-0">
            <a:extLst>
              <a:ext uri="{FF2B5EF4-FFF2-40B4-BE49-F238E27FC236}">
                <a16:creationId xmlns:a16="http://schemas.microsoft.com/office/drawing/2014/main" id="{32094CB6-E366-4ABF-8286-7DF19319F086}"/>
              </a:ext>
            </a:extLst>
          </p:cNvPr>
          <p:cNvSpPr>
            <a:spLocks noGrp="1"/>
          </p:cNvSpPr>
          <p:nvPr/>
        </p:nvSpPr>
        <p:spPr>
          <a:xfrm>
            <a:off x="2362200" y="4562475"/>
            <a:ext cx="1867644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Grid import</a:t>
            </a:r>
          </a:p>
        </p:txBody>
      </p:sp>
      <p:sp>
        <p:nvSpPr>
          <p:cNvPr id="19" name="!!source-5-dom-5-1-3-1-1-0-text-0">
            <a:extLst>
              <a:ext uri="{FF2B5EF4-FFF2-40B4-BE49-F238E27FC236}">
                <a16:creationId xmlns:a16="http://schemas.microsoft.com/office/drawing/2014/main" id="{FC096BDB-5968-468A-A47C-38024CE83A0A}"/>
              </a:ext>
            </a:extLst>
          </p:cNvPr>
          <p:cNvSpPr>
            <a:spLocks noGrp="1"/>
          </p:cNvSpPr>
          <p:nvPr/>
        </p:nvSpPr>
        <p:spPr>
          <a:xfrm>
            <a:off x="2362200" y="4933950"/>
            <a:ext cx="349790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Compression follows the PV</a:t>
            </a:r>
          </a:p>
        </p:txBody>
      </p:sp>
      <p:sp>
        <p:nvSpPr>
          <p:cNvPr id="20" name="!!source-5-dom-5-1-5-fill">
            <a:extLst>
              <a:ext uri="{FF2B5EF4-FFF2-40B4-BE49-F238E27FC236}">
                <a16:creationId xmlns:a16="http://schemas.microsoft.com/office/drawing/2014/main" id="{576B6845-0C7C-485B-880D-46FD3AD77BFF}"/>
              </a:ext>
            </a:extLst>
          </p:cNvPr>
          <p:cNvSpPr>
            <a:spLocks noGrp="1"/>
          </p:cNvSpPr>
          <p:nvPr/>
        </p:nvSpPr>
        <p:spPr>
          <a:xfrm>
            <a:off x="1047750" y="5605462"/>
            <a:ext cx="7810500" cy="1143000"/>
          </a:xfrm>
          <a:prstGeom prst="rect">
            <a:avLst/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" name="!!source-5-dom-5-1-5-0-0-text-0">
            <a:extLst>
              <a:ext uri="{FF2B5EF4-FFF2-40B4-BE49-F238E27FC236}">
                <a16:creationId xmlns:a16="http://schemas.microsoft.com/office/drawing/2014/main" id="{01A576AC-6F06-41B0-91A6-026F6CCDF40A}"/>
              </a:ext>
            </a:extLst>
          </p:cNvPr>
          <p:cNvSpPr>
            <a:spLocks noGrp="1"/>
          </p:cNvSpPr>
          <p:nvPr/>
        </p:nvSpPr>
        <p:spPr>
          <a:xfrm>
            <a:off x="1314450" y="5929313"/>
            <a:ext cx="268337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2B2B2B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2B2B2B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3</a:t>
            </a:r>
          </a:p>
        </p:txBody>
      </p:sp>
      <p:sp>
        <p:nvSpPr>
          <p:cNvPr id="22" name="!!source-5-dom-5-1-5-1-0-0-text-0">
            <a:extLst>
              <a:ext uri="{FF2B5EF4-FFF2-40B4-BE49-F238E27FC236}">
                <a16:creationId xmlns:a16="http://schemas.microsoft.com/office/drawing/2014/main" id="{1A5375D7-923C-4237-909B-354606DFAEE6}"/>
              </a:ext>
            </a:extLst>
          </p:cNvPr>
          <p:cNvSpPr>
            <a:spLocks noGrp="1"/>
          </p:cNvSpPr>
          <p:nvPr/>
        </p:nvSpPr>
        <p:spPr>
          <a:xfrm>
            <a:off x="2362200" y="5838825"/>
            <a:ext cx="320665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Off-site H₂ purchase</a:t>
            </a:r>
          </a:p>
        </p:txBody>
      </p:sp>
      <p:sp>
        <p:nvSpPr>
          <p:cNvPr id="23" name="!!source-5-dom-5-1-5-1-1-0-text-0">
            <a:extLst>
              <a:ext uri="{FF2B5EF4-FFF2-40B4-BE49-F238E27FC236}">
                <a16:creationId xmlns:a16="http://schemas.microsoft.com/office/drawing/2014/main" id="{65C40357-C5A9-4106-BFB0-053A3E9E21A9}"/>
              </a:ext>
            </a:extLst>
          </p:cNvPr>
          <p:cNvSpPr>
            <a:spLocks noGrp="1"/>
          </p:cNvSpPr>
          <p:nvPr/>
        </p:nvSpPr>
        <p:spPr>
          <a:xfrm>
            <a:off x="2362200" y="6210300"/>
            <a:ext cx="203388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Trailer deliveries</a:t>
            </a:r>
          </a:p>
        </p:txBody>
      </p:sp>
      <p:sp>
        <p:nvSpPr>
          <p:cNvPr id="24" name="!!source-5-dom-5-1-7-fill">
            <a:extLst>
              <a:ext uri="{FF2B5EF4-FFF2-40B4-BE49-F238E27FC236}">
                <a16:creationId xmlns:a16="http://schemas.microsoft.com/office/drawing/2014/main" id="{588AFB0F-989B-4263-962C-8C4D1F476F3E}"/>
              </a:ext>
            </a:extLst>
          </p:cNvPr>
          <p:cNvSpPr>
            <a:spLocks noGrp="1"/>
          </p:cNvSpPr>
          <p:nvPr/>
        </p:nvSpPr>
        <p:spPr>
          <a:xfrm>
            <a:off x="1047750" y="6881812"/>
            <a:ext cx="7810500" cy="1143000"/>
          </a:xfrm>
          <a:prstGeom prst="rect">
            <a:avLst/>
          </a:prstGeom>
          <a:solidFill>
            <a:srgbClr val="EEE4D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5-dom-5-1-7-0-0-text-0">
            <a:extLst>
              <a:ext uri="{FF2B5EF4-FFF2-40B4-BE49-F238E27FC236}">
                <a16:creationId xmlns:a16="http://schemas.microsoft.com/office/drawing/2014/main" id="{4613AFB0-E7DE-499A-949D-0CEA5E20A533}"/>
              </a:ext>
            </a:extLst>
          </p:cNvPr>
          <p:cNvSpPr>
            <a:spLocks noGrp="1"/>
          </p:cNvSpPr>
          <p:nvPr/>
        </p:nvSpPr>
        <p:spPr>
          <a:xfrm>
            <a:off x="1314450" y="7205662"/>
            <a:ext cx="265361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2B2B2B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2B2B2B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4</a:t>
            </a:r>
          </a:p>
        </p:txBody>
      </p:sp>
      <p:sp>
        <p:nvSpPr>
          <p:cNvPr id="26" name="!!source-5-dom-5-1-7-1-0-0-text-0">
            <a:extLst>
              <a:ext uri="{FF2B5EF4-FFF2-40B4-BE49-F238E27FC236}">
                <a16:creationId xmlns:a16="http://schemas.microsoft.com/office/drawing/2014/main" id="{A411B16F-BFA9-48CA-AFA9-D47E85F14979}"/>
              </a:ext>
            </a:extLst>
          </p:cNvPr>
          <p:cNvSpPr>
            <a:spLocks noGrp="1"/>
          </p:cNvSpPr>
          <p:nvPr/>
        </p:nvSpPr>
        <p:spPr>
          <a:xfrm>
            <a:off x="2362200" y="7115175"/>
            <a:ext cx="2401044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Surplus H₂ sale</a:t>
            </a:r>
          </a:p>
        </p:txBody>
      </p:sp>
      <p:sp>
        <p:nvSpPr>
          <p:cNvPr id="27" name="!!source-5-dom-5-1-7-1-1-0-text-0">
            <a:extLst>
              <a:ext uri="{FF2B5EF4-FFF2-40B4-BE49-F238E27FC236}">
                <a16:creationId xmlns:a16="http://schemas.microsoft.com/office/drawing/2014/main" id="{307BC732-F92E-4192-B89C-33E03298AB93}"/>
              </a:ext>
            </a:extLst>
          </p:cNvPr>
          <p:cNvSpPr>
            <a:spLocks noGrp="1"/>
          </p:cNvSpPr>
          <p:nvPr/>
        </p:nvSpPr>
        <p:spPr>
          <a:xfrm>
            <a:off x="2362200" y="7486650"/>
            <a:ext cx="169306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Monetise last</a:t>
            </a:r>
          </a:p>
        </p:txBody>
      </p:sp>
      <p:sp>
        <p:nvSpPr>
          <p:cNvPr id="28" name="!!source-5-dom-5-3-1-outline">
            <a:extLst>
              <a:ext uri="{FF2B5EF4-FFF2-40B4-BE49-F238E27FC236}">
                <a16:creationId xmlns:a16="http://schemas.microsoft.com/office/drawing/2014/main" id="{7ABEF69C-4336-4951-A933-4C8DE2F8C586}"/>
              </a:ext>
            </a:extLst>
          </p:cNvPr>
          <p:cNvSpPr>
            <a:spLocks noGrp="1"/>
          </p:cNvSpPr>
          <p:nvPr/>
        </p:nvSpPr>
        <p:spPr>
          <a:xfrm>
            <a:off x="9444038" y="3814762"/>
            <a:ext cx="7781925" cy="762000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5-dom-5-3-1-0-text-0">
            <a:extLst>
              <a:ext uri="{FF2B5EF4-FFF2-40B4-BE49-F238E27FC236}">
                <a16:creationId xmlns:a16="http://schemas.microsoft.com/office/drawing/2014/main" id="{9E15147E-6AE0-4980-A054-CD31DA5A7B41}"/>
              </a:ext>
            </a:extLst>
          </p:cNvPr>
          <p:cNvSpPr>
            <a:spLocks noGrp="1"/>
          </p:cNvSpPr>
          <p:nvPr/>
        </p:nvSpPr>
        <p:spPr>
          <a:xfrm>
            <a:off x="9705975" y="4019550"/>
            <a:ext cx="593154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Lexicographic: strict priority, no weights</a:t>
            </a:r>
          </a:p>
        </p:txBody>
      </p:sp>
      <p:sp>
        <p:nvSpPr>
          <p:cNvPr id="30" name="!!source-5-dom-5-3-3-fill">
            <a:extLst>
              <a:ext uri="{FF2B5EF4-FFF2-40B4-BE49-F238E27FC236}">
                <a16:creationId xmlns:a16="http://schemas.microsoft.com/office/drawing/2014/main" id="{9D4F61C1-8361-4093-9056-4DCA373A7D56}"/>
              </a:ext>
            </a:extLst>
          </p:cNvPr>
          <p:cNvSpPr>
            <a:spLocks noGrp="1"/>
          </p:cNvSpPr>
          <p:nvPr/>
        </p:nvSpPr>
        <p:spPr>
          <a:xfrm>
            <a:off x="9429750" y="4857750"/>
            <a:ext cx="7810500" cy="866775"/>
          </a:xfrm>
          <a:prstGeom prst="rect">
            <a:avLst/>
          </a:prstGeom>
          <a:solidFill>
            <a:srgbClr val="E44646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5-dom-5-3-3-0-text-0">
            <a:extLst>
              <a:ext uri="{FF2B5EF4-FFF2-40B4-BE49-F238E27FC236}">
                <a16:creationId xmlns:a16="http://schemas.microsoft.com/office/drawing/2014/main" id="{6A72D40F-2EB2-473E-BEF2-33A1DFE1D0AE}"/>
              </a:ext>
            </a:extLst>
          </p:cNvPr>
          <p:cNvSpPr>
            <a:spLocks noGrp="1"/>
          </p:cNvSpPr>
          <p:nvPr/>
        </p:nvSpPr>
        <p:spPr>
          <a:xfrm>
            <a:off x="9715500" y="5105400"/>
            <a:ext cx="6550372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FFFFFF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Service to booked clients: hard constraint</a:t>
            </a:r>
          </a:p>
        </p:txBody>
      </p:sp>
      <p:sp>
        <p:nvSpPr>
          <p:cNvPr id="32" name="!!source-5-dom-5-3-5-0-text-0">
            <a:extLst>
              <a:ext uri="{FF2B5EF4-FFF2-40B4-BE49-F238E27FC236}">
                <a16:creationId xmlns:a16="http://schemas.microsoft.com/office/drawing/2014/main" id="{FE711CF9-EB0E-4FFA-B0F7-0CB4F2A7E6DE}"/>
              </a:ext>
            </a:extLst>
          </p:cNvPr>
          <p:cNvSpPr>
            <a:spLocks noGrp="1"/>
          </p:cNvSpPr>
          <p:nvPr/>
        </p:nvSpPr>
        <p:spPr>
          <a:xfrm>
            <a:off x="9429750" y="6029325"/>
            <a:ext cx="762491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Bookings are guaranteed by the model, tank by tank.</a:t>
            </a:r>
          </a:p>
        </p:txBody>
      </p:sp>
      <p:sp>
        <p:nvSpPr>
          <p:cNvPr id="33" name="!!source-5-dom-5-3-5-0-text-1">
            <a:extLst>
              <a:ext uri="{FF2B5EF4-FFF2-40B4-BE49-F238E27FC236}">
                <a16:creationId xmlns:a16="http://schemas.microsoft.com/office/drawing/2014/main" id="{432A88A8-1862-455C-AA7E-55100C8F809D}"/>
              </a:ext>
            </a:extLst>
          </p:cNvPr>
          <p:cNvSpPr>
            <a:spLocks noGrp="1"/>
          </p:cNvSpPr>
          <p:nvPr/>
        </p:nvSpPr>
        <p:spPr>
          <a:xfrm>
            <a:off x="9429750" y="6457950"/>
            <a:ext cx="774352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Grid import leads; availability keeps idle hours open to</a:t>
            </a:r>
          </a:p>
        </p:txBody>
      </p:sp>
      <p:sp>
        <p:nvSpPr>
          <p:cNvPr id="34" name="!!source-5-dom-5-3-5-0-text-2">
            <a:extLst>
              <a:ext uri="{FF2B5EF4-FFF2-40B4-BE49-F238E27FC236}">
                <a16:creationId xmlns:a16="http://schemas.microsoft.com/office/drawing/2014/main" id="{F617CCB8-B6CA-443A-9422-1947DE97A8D7}"/>
              </a:ext>
            </a:extLst>
          </p:cNvPr>
          <p:cNvSpPr>
            <a:spLocks noGrp="1"/>
          </p:cNvSpPr>
          <p:nvPr/>
        </p:nvSpPr>
        <p:spPr>
          <a:xfrm>
            <a:off x="9429750" y="6886575"/>
            <a:ext cx="288027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short-lead requests.</a:t>
            </a:r>
          </a:p>
        </p:txBody>
      </p:sp>
      <p:pic>
        <p:nvPicPr>
          <p:cNvPr id="72" name="!!source-5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73" name="!!source-5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406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!!source-5-dom-fill">
            <a:extLst>
              <a:ext uri="{FF2B5EF4-FFF2-40B4-BE49-F238E27FC236}">
                <a16:creationId xmlns:a16="http://schemas.microsoft.com/office/drawing/2014/main" id="{5553743C-D57D-402E-90DE-A6578D7636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5-dom-1-0-0-0-text-0">
            <a:extLst>
              <a:ext uri="{FF2B5EF4-FFF2-40B4-BE49-F238E27FC236}">
                <a16:creationId xmlns:a16="http://schemas.microsoft.com/office/drawing/2014/main" id="{E632777A-90AD-432E-A53F-162795D26E52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5-dom-1-0-1-border-Bottom">
            <a:extLst>
              <a:ext uri="{FF2B5EF4-FFF2-40B4-BE49-F238E27FC236}">
                <a16:creationId xmlns:a16="http://schemas.microsoft.com/office/drawing/2014/main" id="{37D9AD81-52AE-469A-99AE-2728BBE78FCC}"/>
              </a:ext>
            </a:extLst>
          </p:cNvPr>
          <p:cNvSpPr>
            <a:spLocks noGrp="1"/>
          </p:cNvSpPr>
          <p:nvPr/>
        </p:nvSpPr>
        <p:spPr>
          <a:xfrm>
            <a:off x="2479328" y="690562"/>
            <a:ext cx="1323230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!!source-5-dom-1-0-1-0-text-0">
            <a:extLst>
              <a:ext uri="{FF2B5EF4-FFF2-40B4-BE49-F238E27FC236}">
                <a16:creationId xmlns:a16="http://schemas.microsoft.com/office/drawing/2014/main" id="{6F69B0E9-85D6-40B3-BE3B-6ED3213F7E6C}"/>
              </a:ext>
            </a:extLst>
          </p:cNvPr>
          <p:cNvSpPr>
            <a:spLocks noGrp="1"/>
          </p:cNvSpPr>
          <p:nvPr/>
        </p:nvSpPr>
        <p:spPr>
          <a:xfrm>
            <a:off x="2479328" y="381000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5" name="!!source-5-dom-1-0-2-0-text-0">
            <a:extLst>
              <a:ext uri="{FF2B5EF4-FFF2-40B4-BE49-F238E27FC236}">
                <a16:creationId xmlns:a16="http://schemas.microsoft.com/office/drawing/2014/main" id="{37E46183-E197-423C-B54F-54C0CC621A57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5-dom-1-0-3-0-text-0">
            <a:extLst>
              <a:ext uri="{FF2B5EF4-FFF2-40B4-BE49-F238E27FC236}">
                <a16:creationId xmlns:a16="http://schemas.microsoft.com/office/drawing/2014/main" id="{7F82F428-FD1C-454E-982E-ADC2CB8C4991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5-dom-1-0-4-0-text-0">
            <a:extLst>
              <a:ext uri="{FF2B5EF4-FFF2-40B4-BE49-F238E27FC236}">
                <a16:creationId xmlns:a16="http://schemas.microsoft.com/office/drawing/2014/main" id="{39053A79-0218-494F-891B-B85E9FCC9BEB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5-dom-1-0-5-0-text-0">
            <a:extLst>
              <a:ext uri="{FF2B5EF4-FFF2-40B4-BE49-F238E27FC236}">
                <a16:creationId xmlns:a16="http://schemas.microsoft.com/office/drawing/2014/main" id="{C6FFF438-B704-4C4D-93EB-87D5FC535468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5-dom-1-1-0-text-0">
            <a:extLst>
              <a:ext uri="{FF2B5EF4-FFF2-40B4-BE49-F238E27FC236}">
                <a16:creationId xmlns:a16="http://schemas.microsoft.com/office/drawing/2014/main" id="{6566EE13-A90D-4929-B861-93165FEB50BF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06 / 17</a:t>
            </a:r>
          </a:p>
        </p:txBody>
      </p:sp>
      <p:sp>
        <p:nvSpPr>
          <p:cNvPr id="10" name="!!source-5-dom-3-1-0-0-text-0">
            <a:extLst>
              <a:ext uri="{FF2B5EF4-FFF2-40B4-BE49-F238E27FC236}">
                <a16:creationId xmlns:a16="http://schemas.microsoft.com/office/drawing/2014/main" id="{B97E930D-B649-4A05-9609-148C92FB8758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2725936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Lexicographic</a:t>
            </a: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Control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Objectives</a:t>
            </a:r>
            <a:endParaRPr lang="es-ES" sz="4800" spc="-12" dirty="0">
              <a:solidFill>
                <a:srgbClr val="4E2E1A">
                  <a:alpha val="100000"/>
                </a:srgbClr>
              </a:solidFill>
              <a:latin typeface="Abhaya Libre ExtraBold"/>
              <a:ea typeface="Abhaya Libre ExtraBold"/>
              <a:cs typeface="Abhaya Libre ExtraBold"/>
            </a:endParaRPr>
          </a:p>
        </p:txBody>
      </p:sp>
      <p:sp>
        <p:nvSpPr>
          <p:cNvPr id="11" name="!!source-5-dom-3-1-1-0-0-text-0">
            <a:extLst>
              <a:ext uri="{FF2B5EF4-FFF2-40B4-BE49-F238E27FC236}">
                <a16:creationId xmlns:a16="http://schemas.microsoft.com/office/drawing/2014/main" id="{089638F7-AA15-4A41-A32C-B0A8A6D31786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42767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Bookings enter as constraints</a:t>
            </a:r>
          </a:p>
        </p:txBody>
      </p:sp>
      <p:sp>
        <p:nvSpPr>
          <p:cNvPr id="12" name="!!source-5-dom-5-1-1-fill">
            <a:extLst>
              <a:ext uri="{FF2B5EF4-FFF2-40B4-BE49-F238E27FC236}">
                <a16:creationId xmlns:a16="http://schemas.microsoft.com/office/drawing/2014/main" id="{20B85477-753A-4270-99DE-1A1BE77E4F1D}"/>
              </a:ext>
            </a:extLst>
          </p:cNvPr>
          <p:cNvSpPr>
            <a:spLocks noGrp="1"/>
          </p:cNvSpPr>
          <p:nvPr/>
        </p:nvSpPr>
        <p:spPr>
          <a:xfrm>
            <a:off x="1047750" y="3052762"/>
            <a:ext cx="7810500" cy="1143000"/>
          </a:xfrm>
          <a:prstGeom prst="rect">
            <a:avLst/>
          </a:prstGeom>
          <a:solidFill>
            <a:srgbClr val="7A5A45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5-dom-5-1-1-0-0-0-text-0">
            <a:extLst>
              <a:ext uri="{FF2B5EF4-FFF2-40B4-BE49-F238E27FC236}">
                <a16:creationId xmlns:a16="http://schemas.microsoft.com/office/drawing/2014/main" id="{AFD484E0-A148-414A-B30E-6F4BA168C391}"/>
              </a:ext>
            </a:extLst>
          </p:cNvPr>
          <p:cNvSpPr>
            <a:spLocks noGrp="1"/>
          </p:cNvSpPr>
          <p:nvPr/>
        </p:nvSpPr>
        <p:spPr>
          <a:xfrm>
            <a:off x="1314450" y="3376613"/>
            <a:ext cx="2286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1</a:t>
            </a:r>
          </a:p>
        </p:txBody>
      </p:sp>
      <p:sp>
        <p:nvSpPr>
          <p:cNvPr id="14" name="!!source-5-dom-5-1-1-1-0-0-text-0">
            <a:extLst>
              <a:ext uri="{FF2B5EF4-FFF2-40B4-BE49-F238E27FC236}">
                <a16:creationId xmlns:a16="http://schemas.microsoft.com/office/drawing/2014/main" id="{7D12D5DE-9C48-496A-B2C6-88C4877536C8}"/>
              </a:ext>
            </a:extLst>
          </p:cNvPr>
          <p:cNvSpPr>
            <a:spLocks noGrp="1"/>
          </p:cNvSpPr>
          <p:nvPr/>
        </p:nvSpPr>
        <p:spPr>
          <a:xfrm>
            <a:off x="2362200" y="3286125"/>
            <a:ext cx="335667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 availability</a:t>
            </a:r>
          </a:p>
        </p:txBody>
      </p:sp>
      <p:sp>
        <p:nvSpPr>
          <p:cNvPr id="15" name="!!source-5-dom-5-1-1-1-1-0-text-0">
            <a:extLst>
              <a:ext uri="{FF2B5EF4-FFF2-40B4-BE49-F238E27FC236}">
                <a16:creationId xmlns:a16="http://schemas.microsoft.com/office/drawing/2014/main" id="{965274C0-5B1C-4F75-BF71-56CC158070A9}"/>
              </a:ext>
            </a:extLst>
          </p:cNvPr>
          <p:cNvSpPr>
            <a:spLocks noGrp="1"/>
          </p:cNvSpPr>
          <p:nvPr/>
        </p:nvSpPr>
        <p:spPr>
          <a:xfrm>
            <a:off x="2362200" y="3657600"/>
            <a:ext cx="397966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Ready for unannounced arrivals</a:t>
            </a:r>
          </a:p>
        </p:txBody>
      </p:sp>
      <p:sp>
        <p:nvSpPr>
          <p:cNvPr id="16" name="!!source-5-dom-5-1-3-fill">
            <a:extLst>
              <a:ext uri="{FF2B5EF4-FFF2-40B4-BE49-F238E27FC236}">
                <a16:creationId xmlns:a16="http://schemas.microsoft.com/office/drawing/2014/main" id="{59FD51CA-B935-4358-A19B-988A9CA8226E}"/>
              </a:ext>
            </a:extLst>
          </p:cNvPr>
          <p:cNvSpPr>
            <a:spLocks noGrp="1"/>
          </p:cNvSpPr>
          <p:nvPr/>
        </p:nvSpPr>
        <p:spPr>
          <a:xfrm>
            <a:off x="1047750" y="4329113"/>
            <a:ext cx="7810500" cy="11430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" name="!!source-5-dom-5-1-3-0-0-0-text-0">
            <a:extLst>
              <a:ext uri="{FF2B5EF4-FFF2-40B4-BE49-F238E27FC236}">
                <a16:creationId xmlns:a16="http://schemas.microsoft.com/office/drawing/2014/main" id="{B12A0998-7246-4829-9EB1-75A3519998E9}"/>
              </a:ext>
            </a:extLst>
          </p:cNvPr>
          <p:cNvSpPr>
            <a:spLocks noGrp="1"/>
          </p:cNvSpPr>
          <p:nvPr/>
        </p:nvSpPr>
        <p:spPr>
          <a:xfrm>
            <a:off x="1314450" y="4652963"/>
            <a:ext cx="249436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</a:t>
            </a:r>
          </a:p>
        </p:txBody>
      </p:sp>
      <p:sp>
        <p:nvSpPr>
          <p:cNvPr id="18" name="!!source-5-dom-5-1-3-1-0-0-text-0">
            <a:extLst>
              <a:ext uri="{FF2B5EF4-FFF2-40B4-BE49-F238E27FC236}">
                <a16:creationId xmlns:a16="http://schemas.microsoft.com/office/drawing/2014/main" id="{D0C8E60C-3C6C-4DAE-817A-5E26DD19C368}"/>
              </a:ext>
            </a:extLst>
          </p:cNvPr>
          <p:cNvSpPr>
            <a:spLocks noGrp="1"/>
          </p:cNvSpPr>
          <p:nvPr/>
        </p:nvSpPr>
        <p:spPr>
          <a:xfrm>
            <a:off x="2362200" y="4562475"/>
            <a:ext cx="1867644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Grid import</a:t>
            </a:r>
          </a:p>
        </p:txBody>
      </p:sp>
      <p:sp>
        <p:nvSpPr>
          <p:cNvPr id="19" name="!!source-5-dom-5-1-3-1-1-0-text-0">
            <a:extLst>
              <a:ext uri="{FF2B5EF4-FFF2-40B4-BE49-F238E27FC236}">
                <a16:creationId xmlns:a16="http://schemas.microsoft.com/office/drawing/2014/main" id="{E7DABF11-5CD3-41D8-AF5D-9DD62A9EE19E}"/>
              </a:ext>
            </a:extLst>
          </p:cNvPr>
          <p:cNvSpPr>
            <a:spLocks noGrp="1"/>
          </p:cNvSpPr>
          <p:nvPr/>
        </p:nvSpPr>
        <p:spPr>
          <a:xfrm>
            <a:off x="2362200" y="4933950"/>
            <a:ext cx="349790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Compression follows the PV</a:t>
            </a:r>
          </a:p>
        </p:txBody>
      </p:sp>
      <p:sp>
        <p:nvSpPr>
          <p:cNvPr id="20" name="!!source-5-dom-5-1-5-fill">
            <a:extLst>
              <a:ext uri="{FF2B5EF4-FFF2-40B4-BE49-F238E27FC236}">
                <a16:creationId xmlns:a16="http://schemas.microsoft.com/office/drawing/2014/main" id="{4BA14897-B5B7-4A2E-9F0C-EFD949143BB2}"/>
              </a:ext>
            </a:extLst>
          </p:cNvPr>
          <p:cNvSpPr>
            <a:spLocks noGrp="1"/>
          </p:cNvSpPr>
          <p:nvPr/>
        </p:nvSpPr>
        <p:spPr>
          <a:xfrm>
            <a:off x="1047750" y="5605462"/>
            <a:ext cx="7810500" cy="1143000"/>
          </a:xfrm>
          <a:prstGeom prst="rect">
            <a:avLst/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" name="!!source-5-dom-5-1-5-0-0-text-0">
            <a:extLst>
              <a:ext uri="{FF2B5EF4-FFF2-40B4-BE49-F238E27FC236}">
                <a16:creationId xmlns:a16="http://schemas.microsoft.com/office/drawing/2014/main" id="{72BC705E-02EC-45C6-A479-68768534934C}"/>
              </a:ext>
            </a:extLst>
          </p:cNvPr>
          <p:cNvSpPr>
            <a:spLocks noGrp="1"/>
          </p:cNvSpPr>
          <p:nvPr/>
        </p:nvSpPr>
        <p:spPr>
          <a:xfrm>
            <a:off x="1314450" y="5929313"/>
            <a:ext cx="268337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2B2B2B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2B2B2B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3</a:t>
            </a:r>
          </a:p>
        </p:txBody>
      </p:sp>
      <p:sp>
        <p:nvSpPr>
          <p:cNvPr id="22" name="!!source-5-dom-5-1-5-1-0-0-text-0">
            <a:extLst>
              <a:ext uri="{FF2B5EF4-FFF2-40B4-BE49-F238E27FC236}">
                <a16:creationId xmlns:a16="http://schemas.microsoft.com/office/drawing/2014/main" id="{906F493B-8BD4-41DE-A8D8-C5F50CC56172}"/>
              </a:ext>
            </a:extLst>
          </p:cNvPr>
          <p:cNvSpPr>
            <a:spLocks noGrp="1"/>
          </p:cNvSpPr>
          <p:nvPr/>
        </p:nvSpPr>
        <p:spPr>
          <a:xfrm>
            <a:off x="2362200" y="5838825"/>
            <a:ext cx="320665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Off-site H₂ purchase</a:t>
            </a:r>
          </a:p>
        </p:txBody>
      </p:sp>
      <p:sp>
        <p:nvSpPr>
          <p:cNvPr id="23" name="!!source-5-dom-5-1-5-1-1-0-text-0">
            <a:extLst>
              <a:ext uri="{FF2B5EF4-FFF2-40B4-BE49-F238E27FC236}">
                <a16:creationId xmlns:a16="http://schemas.microsoft.com/office/drawing/2014/main" id="{CF4C63E1-9D65-41CC-BCA3-D42FB724879C}"/>
              </a:ext>
            </a:extLst>
          </p:cNvPr>
          <p:cNvSpPr>
            <a:spLocks noGrp="1"/>
          </p:cNvSpPr>
          <p:nvPr/>
        </p:nvSpPr>
        <p:spPr>
          <a:xfrm>
            <a:off x="2362200" y="6210300"/>
            <a:ext cx="203388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Trailer deliveries</a:t>
            </a:r>
          </a:p>
        </p:txBody>
      </p:sp>
      <p:sp>
        <p:nvSpPr>
          <p:cNvPr id="24" name="!!source-5-dom-5-1-7-fill">
            <a:extLst>
              <a:ext uri="{FF2B5EF4-FFF2-40B4-BE49-F238E27FC236}">
                <a16:creationId xmlns:a16="http://schemas.microsoft.com/office/drawing/2014/main" id="{D2D207CF-678E-4886-824A-6E6532277C04}"/>
              </a:ext>
            </a:extLst>
          </p:cNvPr>
          <p:cNvSpPr>
            <a:spLocks noGrp="1"/>
          </p:cNvSpPr>
          <p:nvPr/>
        </p:nvSpPr>
        <p:spPr>
          <a:xfrm>
            <a:off x="1047750" y="6881812"/>
            <a:ext cx="7810500" cy="1143000"/>
          </a:xfrm>
          <a:prstGeom prst="rect">
            <a:avLst/>
          </a:prstGeom>
          <a:solidFill>
            <a:srgbClr val="EEE4D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5-dom-5-1-7-0-0-text-0">
            <a:extLst>
              <a:ext uri="{FF2B5EF4-FFF2-40B4-BE49-F238E27FC236}">
                <a16:creationId xmlns:a16="http://schemas.microsoft.com/office/drawing/2014/main" id="{5FAFBEE6-D07B-4091-AEAA-70FFA4E9EC8E}"/>
              </a:ext>
            </a:extLst>
          </p:cNvPr>
          <p:cNvSpPr>
            <a:spLocks noGrp="1"/>
          </p:cNvSpPr>
          <p:nvPr/>
        </p:nvSpPr>
        <p:spPr>
          <a:xfrm>
            <a:off x="1314450" y="7205662"/>
            <a:ext cx="265361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2B2B2B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2B2B2B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4</a:t>
            </a:r>
          </a:p>
        </p:txBody>
      </p:sp>
      <p:sp>
        <p:nvSpPr>
          <p:cNvPr id="26" name="!!source-5-dom-5-1-7-1-0-0-text-0">
            <a:extLst>
              <a:ext uri="{FF2B5EF4-FFF2-40B4-BE49-F238E27FC236}">
                <a16:creationId xmlns:a16="http://schemas.microsoft.com/office/drawing/2014/main" id="{A7243FA0-18D1-4815-8E92-F8397D554E24}"/>
              </a:ext>
            </a:extLst>
          </p:cNvPr>
          <p:cNvSpPr>
            <a:spLocks noGrp="1"/>
          </p:cNvSpPr>
          <p:nvPr/>
        </p:nvSpPr>
        <p:spPr>
          <a:xfrm>
            <a:off x="2362200" y="7115175"/>
            <a:ext cx="2401044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Surplus H₂ sale</a:t>
            </a:r>
          </a:p>
        </p:txBody>
      </p:sp>
      <p:sp>
        <p:nvSpPr>
          <p:cNvPr id="27" name="!!source-5-dom-5-1-7-1-1-0-text-0">
            <a:extLst>
              <a:ext uri="{FF2B5EF4-FFF2-40B4-BE49-F238E27FC236}">
                <a16:creationId xmlns:a16="http://schemas.microsoft.com/office/drawing/2014/main" id="{C3964183-FAF7-4657-AA79-7858B99E9D34}"/>
              </a:ext>
            </a:extLst>
          </p:cNvPr>
          <p:cNvSpPr>
            <a:spLocks noGrp="1"/>
          </p:cNvSpPr>
          <p:nvPr/>
        </p:nvSpPr>
        <p:spPr>
          <a:xfrm>
            <a:off x="2362200" y="7486650"/>
            <a:ext cx="169306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Monetise last</a:t>
            </a:r>
          </a:p>
        </p:txBody>
      </p:sp>
      <p:sp>
        <p:nvSpPr>
          <p:cNvPr id="28" name="!!source-5-dom-5-3-1-outline">
            <a:extLst>
              <a:ext uri="{FF2B5EF4-FFF2-40B4-BE49-F238E27FC236}">
                <a16:creationId xmlns:a16="http://schemas.microsoft.com/office/drawing/2014/main" id="{D2612719-343A-4E27-8DAC-AEA868E6BCE7}"/>
              </a:ext>
            </a:extLst>
          </p:cNvPr>
          <p:cNvSpPr>
            <a:spLocks noGrp="1"/>
          </p:cNvSpPr>
          <p:nvPr/>
        </p:nvSpPr>
        <p:spPr>
          <a:xfrm>
            <a:off x="9444038" y="3814762"/>
            <a:ext cx="7781925" cy="762000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5-dom-5-3-1-0-text-0">
            <a:extLst>
              <a:ext uri="{FF2B5EF4-FFF2-40B4-BE49-F238E27FC236}">
                <a16:creationId xmlns:a16="http://schemas.microsoft.com/office/drawing/2014/main" id="{01FB0745-8106-47CD-BD34-4E5DF9690F55}"/>
              </a:ext>
            </a:extLst>
          </p:cNvPr>
          <p:cNvSpPr>
            <a:spLocks noGrp="1"/>
          </p:cNvSpPr>
          <p:nvPr/>
        </p:nvSpPr>
        <p:spPr>
          <a:xfrm>
            <a:off x="9705975" y="4019550"/>
            <a:ext cx="593154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Lexicographic: strict priority, no weights</a:t>
            </a:r>
          </a:p>
        </p:txBody>
      </p:sp>
      <p:sp>
        <p:nvSpPr>
          <p:cNvPr id="30" name="!!source-5-dom-5-3-3-fill">
            <a:extLst>
              <a:ext uri="{FF2B5EF4-FFF2-40B4-BE49-F238E27FC236}">
                <a16:creationId xmlns:a16="http://schemas.microsoft.com/office/drawing/2014/main" id="{478ED332-0979-4AC7-BDC0-97E6A4D41FBA}"/>
              </a:ext>
            </a:extLst>
          </p:cNvPr>
          <p:cNvSpPr>
            <a:spLocks noGrp="1"/>
          </p:cNvSpPr>
          <p:nvPr/>
        </p:nvSpPr>
        <p:spPr>
          <a:xfrm>
            <a:off x="9429750" y="4857750"/>
            <a:ext cx="7810500" cy="866775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5-dom-5-3-3-0-text-0">
            <a:extLst>
              <a:ext uri="{FF2B5EF4-FFF2-40B4-BE49-F238E27FC236}">
                <a16:creationId xmlns:a16="http://schemas.microsoft.com/office/drawing/2014/main" id="{BEC4984C-99BE-4F0D-B66A-BB3A141CAF66}"/>
              </a:ext>
            </a:extLst>
          </p:cNvPr>
          <p:cNvSpPr>
            <a:spLocks noGrp="1"/>
          </p:cNvSpPr>
          <p:nvPr/>
        </p:nvSpPr>
        <p:spPr>
          <a:xfrm>
            <a:off x="9715500" y="5105400"/>
            <a:ext cx="6550372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Service to booked clients: hard constraint</a:t>
            </a:r>
          </a:p>
        </p:txBody>
      </p:sp>
      <p:sp>
        <p:nvSpPr>
          <p:cNvPr id="32" name="!!source-5-dom-5-3-5-0-text-0">
            <a:extLst>
              <a:ext uri="{FF2B5EF4-FFF2-40B4-BE49-F238E27FC236}">
                <a16:creationId xmlns:a16="http://schemas.microsoft.com/office/drawing/2014/main" id="{F33541B7-61BA-474A-B92C-638D3204F865}"/>
              </a:ext>
            </a:extLst>
          </p:cNvPr>
          <p:cNvSpPr>
            <a:spLocks noGrp="1"/>
          </p:cNvSpPr>
          <p:nvPr/>
        </p:nvSpPr>
        <p:spPr>
          <a:xfrm>
            <a:off x="9429750" y="6029325"/>
            <a:ext cx="762491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Bookings are guaranteed by the model, tank by tank.</a:t>
            </a:r>
          </a:p>
        </p:txBody>
      </p:sp>
      <p:sp>
        <p:nvSpPr>
          <p:cNvPr id="33" name="!!source-5-dom-5-3-5-0-text-1">
            <a:extLst>
              <a:ext uri="{FF2B5EF4-FFF2-40B4-BE49-F238E27FC236}">
                <a16:creationId xmlns:a16="http://schemas.microsoft.com/office/drawing/2014/main" id="{1BFDD47D-E4B4-43AC-A2EA-AFA82F8D40C6}"/>
              </a:ext>
            </a:extLst>
          </p:cNvPr>
          <p:cNvSpPr>
            <a:spLocks noGrp="1"/>
          </p:cNvSpPr>
          <p:nvPr/>
        </p:nvSpPr>
        <p:spPr>
          <a:xfrm>
            <a:off x="9429750" y="6457950"/>
            <a:ext cx="774352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Grid import leads; availability keeps idle hours open to</a:t>
            </a:r>
          </a:p>
        </p:txBody>
      </p:sp>
      <p:sp>
        <p:nvSpPr>
          <p:cNvPr id="34" name="!!source-5-dom-5-3-5-0-text-2">
            <a:extLst>
              <a:ext uri="{FF2B5EF4-FFF2-40B4-BE49-F238E27FC236}">
                <a16:creationId xmlns:a16="http://schemas.microsoft.com/office/drawing/2014/main" id="{F93A4A26-8764-4846-AE7D-69285C637BC8}"/>
              </a:ext>
            </a:extLst>
          </p:cNvPr>
          <p:cNvSpPr>
            <a:spLocks noGrp="1"/>
          </p:cNvSpPr>
          <p:nvPr/>
        </p:nvSpPr>
        <p:spPr>
          <a:xfrm>
            <a:off x="9429750" y="6886575"/>
            <a:ext cx="288027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short-lead requests.</a:t>
            </a:r>
          </a:p>
        </p:txBody>
      </p:sp>
      <p:pic>
        <p:nvPicPr>
          <p:cNvPr id="72" name="!!source-5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73" name="!!source-5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74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!!source-5-dom-fill">
            <a:extLst>
              <a:ext uri="{FF2B5EF4-FFF2-40B4-BE49-F238E27FC236}">
                <a16:creationId xmlns:a16="http://schemas.microsoft.com/office/drawing/2014/main" id="{D168AE57-FA50-4289-B809-118386457C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5-dom-1-0-0-0-text-0">
            <a:extLst>
              <a:ext uri="{FF2B5EF4-FFF2-40B4-BE49-F238E27FC236}">
                <a16:creationId xmlns:a16="http://schemas.microsoft.com/office/drawing/2014/main" id="{DA8F2172-F597-45AA-BA7D-46898205FCD3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5-dom-1-0-1-border-Bottom">
            <a:extLst>
              <a:ext uri="{FF2B5EF4-FFF2-40B4-BE49-F238E27FC236}">
                <a16:creationId xmlns:a16="http://schemas.microsoft.com/office/drawing/2014/main" id="{333A38ED-2D03-4277-9E09-18142BEB1AD2}"/>
              </a:ext>
            </a:extLst>
          </p:cNvPr>
          <p:cNvSpPr>
            <a:spLocks noGrp="1"/>
          </p:cNvSpPr>
          <p:nvPr/>
        </p:nvSpPr>
        <p:spPr>
          <a:xfrm>
            <a:off x="2479328" y="690562"/>
            <a:ext cx="1323230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!!source-5-dom-1-0-1-0-text-0">
            <a:extLst>
              <a:ext uri="{FF2B5EF4-FFF2-40B4-BE49-F238E27FC236}">
                <a16:creationId xmlns:a16="http://schemas.microsoft.com/office/drawing/2014/main" id="{75F136EC-91AB-4FB7-A61D-AE8DCC548ECC}"/>
              </a:ext>
            </a:extLst>
          </p:cNvPr>
          <p:cNvSpPr>
            <a:spLocks noGrp="1"/>
          </p:cNvSpPr>
          <p:nvPr/>
        </p:nvSpPr>
        <p:spPr>
          <a:xfrm>
            <a:off x="2479328" y="381000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5" name="!!source-5-dom-1-0-2-0-text-0">
            <a:extLst>
              <a:ext uri="{FF2B5EF4-FFF2-40B4-BE49-F238E27FC236}">
                <a16:creationId xmlns:a16="http://schemas.microsoft.com/office/drawing/2014/main" id="{B7798AF7-A064-4746-9083-A086CD97622C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5-dom-1-0-3-0-text-0">
            <a:extLst>
              <a:ext uri="{FF2B5EF4-FFF2-40B4-BE49-F238E27FC236}">
                <a16:creationId xmlns:a16="http://schemas.microsoft.com/office/drawing/2014/main" id="{827BD17D-03F5-47A3-BAEB-856306E8CDA5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5-dom-1-0-4-0-text-0">
            <a:extLst>
              <a:ext uri="{FF2B5EF4-FFF2-40B4-BE49-F238E27FC236}">
                <a16:creationId xmlns:a16="http://schemas.microsoft.com/office/drawing/2014/main" id="{7D0858BE-0025-4934-90F3-F6F0459BF33E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5-dom-1-0-5-0-text-0">
            <a:extLst>
              <a:ext uri="{FF2B5EF4-FFF2-40B4-BE49-F238E27FC236}">
                <a16:creationId xmlns:a16="http://schemas.microsoft.com/office/drawing/2014/main" id="{D9CA9973-C396-42F2-853E-F85134685BFD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5-dom-1-1-0-text-0">
            <a:extLst>
              <a:ext uri="{FF2B5EF4-FFF2-40B4-BE49-F238E27FC236}">
                <a16:creationId xmlns:a16="http://schemas.microsoft.com/office/drawing/2014/main" id="{A2AC085D-A889-4297-99F6-C9D0500C218E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06 / 17</a:t>
            </a:r>
          </a:p>
        </p:txBody>
      </p:sp>
      <p:sp>
        <p:nvSpPr>
          <p:cNvPr id="10" name="!!source-5-dom-3-1-0-0-text-0">
            <a:extLst>
              <a:ext uri="{FF2B5EF4-FFF2-40B4-BE49-F238E27FC236}">
                <a16:creationId xmlns:a16="http://schemas.microsoft.com/office/drawing/2014/main" id="{886D2F22-AAD2-4748-B872-BC390BBBC053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2725936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Lexicographic</a:t>
            </a: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Control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Objectives</a:t>
            </a:r>
            <a:endParaRPr lang="es-ES" sz="4800" spc="-12" dirty="0">
              <a:solidFill>
                <a:srgbClr val="4E2E1A">
                  <a:alpha val="100000"/>
                </a:srgbClr>
              </a:solidFill>
              <a:latin typeface="Abhaya Libre ExtraBold"/>
              <a:ea typeface="Abhaya Libre ExtraBold"/>
              <a:cs typeface="Abhaya Libre ExtraBold"/>
            </a:endParaRPr>
          </a:p>
        </p:txBody>
      </p:sp>
      <p:sp>
        <p:nvSpPr>
          <p:cNvPr id="11" name="!!source-5-dom-3-1-1-0-0-text-0">
            <a:extLst>
              <a:ext uri="{FF2B5EF4-FFF2-40B4-BE49-F238E27FC236}">
                <a16:creationId xmlns:a16="http://schemas.microsoft.com/office/drawing/2014/main" id="{567AE721-0383-49BB-A399-EC559231EFF5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400764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Grid first, availability second</a:t>
            </a:r>
          </a:p>
        </p:txBody>
      </p:sp>
      <p:sp>
        <p:nvSpPr>
          <p:cNvPr id="12" name="!!source-5-dom-5-1-1-fill">
            <a:extLst>
              <a:ext uri="{FF2B5EF4-FFF2-40B4-BE49-F238E27FC236}">
                <a16:creationId xmlns:a16="http://schemas.microsoft.com/office/drawing/2014/main" id="{1118E5DC-3D76-4DA4-AB7F-A773AE1532D2}"/>
              </a:ext>
            </a:extLst>
          </p:cNvPr>
          <p:cNvSpPr>
            <a:spLocks noGrp="1"/>
          </p:cNvSpPr>
          <p:nvPr/>
        </p:nvSpPr>
        <p:spPr>
          <a:xfrm>
            <a:off x="1047750" y="4329113"/>
            <a:ext cx="7810500" cy="1143000"/>
          </a:xfrm>
          <a:prstGeom prst="rect">
            <a:avLst/>
          </a:prstGeom>
          <a:solidFill>
            <a:srgbClr val="7A5A45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5-dom-5-1-1-0-0-0-text-0">
            <a:extLst>
              <a:ext uri="{FF2B5EF4-FFF2-40B4-BE49-F238E27FC236}">
                <a16:creationId xmlns:a16="http://schemas.microsoft.com/office/drawing/2014/main" id="{093F4E22-A09F-4DF1-8AFD-8D4DD1B0DD83}"/>
              </a:ext>
            </a:extLst>
          </p:cNvPr>
          <p:cNvSpPr>
            <a:spLocks noGrp="1"/>
          </p:cNvSpPr>
          <p:nvPr/>
        </p:nvSpPr>
        <p:spPr>
          <a:xfrm>
            <a:off x="1314450" y="4652963"/>
            <a:ext cx="249436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</a:t>
            </a:r>
          </a:p>
        </p:txBody>
      </p:sp>
      <p:sp>
        <p:nvSpPr>
          <p:cNvPr id="14" name="!!source-5-dom-5-1-1-1-0-0-text-0">
            <a:extLst>
              <a:ext uri="{FF2B5EF4-FFF2-40B4-BE49-F238E27FC236}">
                <a16:creationId xmlns:a16="http://schemas.microsoft.com/office/drawing/2014/main" id="{7C155984-34ED-4B69-A6D9-E44C64302D1C}"/>
              </a:ext>
            </a:extLst>
          </p:cNvPr>
          <p:cNvSpPr>
            <a:spLocks noGrp="1"/>
          </p:cNvSpPr>
          <p:nvPr/>
        </p:nvSpPr>
        <p:spPr>
          <a:xfrm>
            <a:off x="2362200" y="4562475"/>
            <a:ext cx="335667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Hydrogen availability</a:t>
            </a:r>
          </a:p>
        </p:txBody>
      </p:sp>
      <p:sp>
        <p:nvSpPr>
          <p:cNvPr id="15" name="!!source-5-dom-5-1-1-1-1-0-text-0">
            <a:extLst>
              <a:ext uri="{FF2B5EF4-FFF2-40B4-BE49-F238E27FC236}">
                <a16:creationId xmlns:a16="http://schemas.microsoft.com/office/drawing/2014/main" id="{03A4D044-8C29-4AC7-A856-BB941EBEC343}"/>
              </a:ext>
            </a:extLst>
          </p:cNvPr>
          <p:cNvSpPr>
            <a:spLocks noGrp="1"/>
          </p:cNvSpPr>
          <p:nvPr/>
        </p:nvSpPr>
        <p:spPr>
          <a:xfrm>
            <a:off x="2362200" y="4933950"/>
            <a:ext cx="397966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Ready for unannounced arrivals</a:t>
            </a:r>
          </a:p>
        </p:txBody>
      </p:sp>
      <p:sp>
        <p:nvSpPr>
          <p:cNvPr id="16" name="!!source-5-dom-5-1-3-fill">
            <a:extLst>
              <a:ext uri="{FF2B5EF4-FFF2-40B4-BE49-F238E27FC236}">
                <a16:creationId xmlns:a16="http://schemas.microsoft.com/office/drawing/2014/main" id="{FA67416B-D779-4DC1-9B91-BE5D2127B918}"/>
              </a:ext>
            </a:extLst>
          </p:cNvPr>
          <p:cNvSpPr>
            <a:spLocks noGrp="1"/>
          </p:cNvSpPr>
          <p:nvPr/>
        </p:nvSpPr>
        <p:spPr>
          <a:xfrm>
            <a:off x="1047750" y="3052762"/>
            <a:ext cx="7810500" cy="11430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" name="!!source-5-dom-5-1-3-0-0-0-text-0">
            <a:extLst>
              <a:ext uri="{FF2B5EF4-FFF2-40B4-BE49-F238E27FC236}">
                <a16:creationId xmlns:a16="http://schemas.microsoft.com/office/drawing/2014/main" id="{B4AD0CEF-227F-4186-A17E-E75A7594820E}"/>
              </a:ext>
            </a:extLst>
          </p:cNvPr>
          <p:cNvSpPr>
            <a:spLocks noGrp="1"/>
          </p:cNvSpPr>
          <p:nvPr/>
        </p:nvSpPr>
        <p:spPr>
          <a:xfrm>
            <a:off x="1314450" y="3376613"/>
            <a:ext cx="2286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1</a:t>
            </a:r>
          </a:p>
        </p:txBody>
      </p:sp>
      <p:sp>
        <p:nvSpPr>
          <p:cNvPr id="18" name="!!source-5-dom-5-1-3-1-0-0-text-0">
            <a:extLst>
              <a:ext uri="{FF2B5EF4-FFF2-40B4-BE49-F238E27FC236}">
                <a16:creationId xmlns:a16="http://schemas.microsoft.com/office/drawing/2014/main" id="{4E404AD6-78A0-459B-A2F4-94DF5C6B6ED6}"/>
              </a:ext>
            </a:extLst>
          </p:cNvPr>
          <p:cNvSpPr>
            <a:spLocks noGrp="1"/>
          </p:cNvSpPr>
          <p:nvPr/>
        </p:nvSpPr>
        <p:spPr>
          <a:xfrm>
            <a:off x="2362200" y="3286125"/>
            <a:ext cx="1867644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Grid import</a:t>
            </a:r>
          </a:p>
        </p:txBody>
      </p:sp>
      <p:sp>
        <p:nvSpPr>
          <p:cNvPr id="19" name="!!source-5-dom-5-1-3-1-1-0-text-0">
            <a:extLst>
              <a:ext uri="{FF2B5EF4-FFF2-40B4-BE49-F238E27FC236}">
                <a16:creationId xmlns:a16="http://schemas.microsoft.com/office/drawing/2014/main" id="{67DA8046-36F4-4885-B7A2-8E99490372F5}"/>
              </a:ext>
            </a:extLst>
          </p:cNvPr>
          <p:cNvSpPr>
            <a:spLocks noGrp="1"/>
          </p:cNvSpPr>
          <p:nvPr/>
        </p:nvSpPr>
        <p:spPr>
          <a:xfrm>
            <a:off x="2362200" y="3657600"/>
            <a:ext cx="349790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Compression follows the PV</a:t>
            </a:r>
          </a:p>
        </p:txBody>
      </p:sp>
      <p:sp>
        <p:nvSpPr>
          <p:cNvPr id="20" name="!!source-5-dom-5-1-5-fill">
            <a:extLst>
              <a:ext uri="{FF2B5EF4-FFF2-40B4-BE49-F238E27FC236}">
                <a16:creationId xmlns:a16="http://schemas.microsoft.com/office/drawing/2014/main" id="{2B025208-A99F-4268-92D7-80D99D9FCB35}"/>
              </a:ext>
            </a:extLst>
          </p:cNvPr>
          <p:cNvSpPr>
            <a:spLocks noGrp="1"/>
          </p:cNvSpPr>
          <p:nvPr/>
        </p:nvSpPr>
        <p:spPr>
          <a:xfrm>
            <a:off x="1047750" y="5605462"/>
            <a:ext cx="7810500" cy="1143000"/>
          </a:xfrm>
          <a:prstGeom prst="rect">
            <a:avLst/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" name="!!source-5-dom-5-1-5-0-0-text-0">
            <a:extLst>
              <a:ext uri="{FF2B5EF4-FFF2-40B4-BE49-F238E27FC236}">
                <a16:creationId xmlns:a16="http://schemas.microsoft.com/office/drawing/2014/main" id="{EC839C7B-69FD-4EA5-9973-D5A00E622278}"/>
              </a:ext>
            </a:extLst>
          </p:cNvPr>
          <p:cNvSpPr>
            <a:spLocks noGrp="1"/>
          </p:cNvSpPr>
          <p:nvPr/>
        </p:nvSpPr>
        <p:spPr>
          <a:xfrm>
            <a:off x="1314450" y="5929313"/>
            <a:ext cx="268337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2B2B2B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2B2B2B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3</a:t>
            </a:r>
          </a:p>
        </p:txBody>
      </p:sp>
      <p:sp>
        <p:nvSpPr>
          <p:cNvPr id="22" name="!!source-5-dom-5-1-5-1-0-0-text-0">
            <a:extLst>
              <a:ext uri="{FF2B5EF4-FFF2-40B4-BE49-F238E27FC236}">
                <a16:creationId xmlns:a16="http://schemas.microsoft.com/office/drawing/2014/main" id="{C6056D7C-B114-4B87-AF01-B48E6E2F7479}"/>
              </a:ext>
            </a:extLst>
          </p:cNvPr>
          <p:cNvSpPr>
            <a:spLocks noGrp="1"/>
          </p:cNvSpPr>
          <p:nvPr/>
        </p:nvSpPr>
        <p:spPr>
          <a:xfrm>
            <a:off x="2362200" y="5838825"/>
            <a:ext cx="320665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Off-site H₂ purchase</a:t>
            </a:r>
          </a:p>
        </p:txBody>
      </p:sp>
      <p:sp>
        <p:nvSpPr>
          <p:cNvPr id="23" name="!!source-5-dom-5-1-5-1-1-0-text-0">
            <a:extLst>
              <a:ext uri="{FF2B5EF4-FFF2-40B4-BE49-F238E27FC236}">
                <a16:creationId xmlns:a16="http://schemas.microsoft.com/office/drawing/2014/main" id="{0841F77B-321B-408F-9304-A0E4ED1AEBAF}"/>
              </a:ext>
            </a:extLst>
          </p:cNvPr>
          <p:cNvSpPr>
            <a:spLocks noGrp="1"/>
          </p:cNvSpPr>
          <p:nvPr/>
        </p:nvSpPr>
        <p:spPr>
          <a:xfrm>
            <a:off x="2362200" y="6210300"/>
            <a:ext cx="203388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Trailer deliveries</a:t>
            </a:r>
          </a:p>
        </p:txBody>
      </p:sp>
      <p:sp>
        <p:nvSpPr>
          <p:cNvPr id="24" name="!!source-5-dom-5-1-7-fill">
            <a:extLst>
              <a:ext uri="{FF2B5EF4-FFF2-40B4-BE49-F238E27FC236}">
                <a16:creationId xmlns:a16="http://schemas.microsoft.com/office/drawing/2014/main" id="{168343A0-E717-4730-BEA6-70E1E75FCEC9}"/>
              </a:ext>
            </a:extLst>
          </p:cNvPr>
          <p:cNvSpPr>
            <a:spLocks noGrp="1"/>
          </p:cNvSpPr>
          <p:nvPr/>
        </p:nvSpPr>
        <p:spPr>
          <a:xfrm>
            <a:off x="1047750" y="6881812"/>
            <a:ext cx="7810500" cy="1143000"/>
          </a:xfrm>
          <a:prstGeom prst="rect">
            <a:avLst/>
          </a:prstGeom>
          <a:solidFill>
            <a:srgbClr val="EEE4D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5-dom-5-1-7-0-0-text-0">
            <a:extLst>
              <a:ext uri="{FF2B5EF4-FFF2-40B4-BE49-F238E27FC236}">
                <a16:creationId xmlns:a16="http://schemas.microsoft.com/office/drawing/2014/main" id="{9E5E1457-25C8-4C50-B50E-B55938D61C59}"/>
              </a:ext>
            </a:extLst>
          </p:cNvPr>
          <p:cNvSpPr>
            <a:spLocks noGrp="1"/>
          </p:cNvSpPr>
          <p:nvPr/>
        </p:nvSpPr>
        <p:spPr>
          <a:xfrm>
            <a:off x="1314450" y="7205662"/>
            <a:ext cx="265361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2B2B2B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2B2B2B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4</a:t>
            </a:r>
          </a:p>
        </p:txBody>
      </p:sp>
      <p:sp>
        <p:nvSpPr>
          <p:cNvPr id="26" name="!!source-5-dom-5-1-7-1-0-0-text-0">
            <a:extLst>
              <a:ext uri="{FF2B5EF4-FFF2-40B4-BE49-F238E27FC236}">
                <a16:creationId xmlns:a16="http://schemas.microsoft.com/office/drawing/2014/main" id="{189A7D4A-F0E0-4926-956C-99F53F6AF3A7}"/>
              </a:ext>
            </a:extLst>
          </p:cNvPr>
          <p:cNvSpPr>
            <a:spLocks noGrp="1"/>
          </p:cNvSpPr>
          <p:nvPr/>
        </p:nvSpPr>
        <p:spPr>
          <a:xfrm>
            <a:off x="2362200" y="7115175"/>
            <a:ext cx="2401044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Surplus H₂ sale</a:t>
            </a:r>
          </a:p>
        </p:txBody>
      </p:sp>
      <p:sp>
        <p:nvSpPr>
          <p:cNvPr id="27" name="!!source-5-dom-5-1-7-1-1-0-text-0">
            <a:extLst>
              <a:ext uri="{FF2B5EF4-FFF2-40B4-BE49-F238E27FC236}">
                <a16:creationId xmlns:a16="http://schemas.microsoft.com/office/drawing/2014/main" id="{249756A7-B797-448A-B2C4-1DC552B274CE}"/>
              </a:ext>
            </a:extLst>
          </p:cNvPr>
          <p:cNvSpPr>
            <a:spLocks noGrp="1"/>
          </p:cNvSpPr>
          <p:nvPr/>
        </p:nvSpPr>
        <p:spPr>
          <a:xfrm>
            <a:off x="2362200" y="7486650"/>
            <a:ext cx="169306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Monetise last</a:t>
            </a:r>
          </a:p>
        </p:txBody>
      </p:sp>
      <p:sp>
        <p:nvSpPr>
          <p:cNvPr id="28" name="!!source-5-dom-5-3-1-outline">
            <a:extLst>
              <a:ext uri="{FF2B5EF4-FFF2-40B4-BE49-F238E27FC236}">
                <a16:creationId xmlns:a16="http://schemas.microsoft.com/office/drawing/2014/main" id="{F3096838-021F-42BB-A5DE-23F1F42D1A2F}"/>
              </a:ext>
            </a:extLst>
          </p:cNvPr>
          <p:cNvSpPr>
            <a:spLocks noGrp="1"/>
          </p:cNvSpPr>
          <p:nvPr/>
        </p:nvSpPr>
        <p:spPr>
          <a:xfrm>
            <a:off x="9444038" y="3814762"/>
            <a:ext cx="7781925" cy="762000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5-dom-5-3-1-0-text-0">
            <a:extLst>
              <a:ext uri="{FF2B5EF4-FFF2-40B4-BE49-F238E27FC236}">
                <a16:creationId xmlns:a16="http://schemas.microsoft.com/office/drawing/2014/main" id="{611A9B07-10A9-490D-8070-A7065400A0AC}"/>
              </a:ext>
            </a:extLst>
          </p:cNvPr>
          <p:cNvSpPr>
            <a:spLocks noGrp="1"/>
          </p:cNvSpPr>
          <p:nvPr/>
        </p:nvSpPr>
        <p:spPr>
          <a:xfrm>
            <a:off x="9705975" y="4019550"/>
            <a:ext cx="593154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Lexicographic: strict priority, no weights</a:t>
            </a:r>
          </a:p>
        </p:txBody>
      </p:sp>
      <p:sp>
        <p:nvSpPr>
          <p:cNvPr id="30" name="!!source-5-dom-5-3-3-fill">
            <a:extLst>
              <a:ext uri="{FF2B5EF4-FFF2-40B4-BE49-F238E27FC236}">
                <a16:creationId xmlns:a16="http://schemas.microsoft.com/office/drawing/2014/main" id="{899822CE-380B-47CE-AC69-A517A7F1D072}"/>
              </a:ext>
            </a:extLst>
          </p:cNvPr>
          <p:cNvSpPr>
            <a:spLocks noGrp="1"/>
          </p:cNvSpPr>
          <p:nvPr/>
        </p:nvSpPr>
        <p:spPr>
          <a:xfrm>
            <a:off x="9429750" y="4857750"/>
            <a:ext cx="7810500" cy="866775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5-dom-5-3-3-0-text-0">
            <a:extLst>
              <a:ext uri="{FF2B5EF4-FFF2-40B4-BE49-F238E27FC236}">
                <a16:creationId xmlns:a16="http://schemas.microsoft.com/office/drawing/2014/main" id="{9FA3EBD9-0F54-493F-A2DC-9365313457CB}"/>
              </a:ext>
            </a:extLst>
          </p:cNvPr>
          <p:cNvSpPr>
            <a:spLocks noGrp="1"/>
          </p:cNvSpPr>
          <p:nvPr/>
        </p:nvSpPr>
        <p:spPr>
          <a:xfrm>
            <a:off x="9715500" y="5105400"/>
            <a:ext cx="6550372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Service to booked clients: hard constraint</a:t>
            </a:r>
          </a:p>
        </p:txBody>
      </p:sp>
      <p:sp>
        <p:nvSpPr>
          <p:cNvPr id="32" name="!!source-5-dom-5-3-5-0-text-0">
            <a:extLst>
              <a:ext uri="{FF2B5EF4-FFF2-40B4-BE49-F238E27FC236}">
                <a16:creationId xmlns:a16="http://schemas.microsoft.com/office/drawing/2014/main" id="{AAB8630C-977B-4F4B-A000-5D3E9FBF73C0}"/>
              </a:ext>
            </a:extLst>
          </p:cNvPr>
          <p:cNvSpPr>
            <a:spLocks noGrp="1"/>
          </p:cNvSpPr>
          <p:nvPr/>
        </p:nvSpPr>
        <p:spPr>
          <a:xfrm>
            <a:off x="9429750" y="6029325"/>
            <a:ext cx="762491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Bookings are guaranteed by the model, tank by tank.</a:t>
            </a:r>
          </a:p>
        </p:txBody>
      </p:sp>
      <p:sp>
        <p:nvSpPr>
          <p:cNvPr id="33" name="!!source-5-dom-5-3-5-0-text-1">
            <a:extLst>
              <a:ext uri="{FF2B5EF4-FFF2-40B4-BE49-F238E27FC236}">
                <a16:creationId xmlns:a16="http://schemas.microsoft.com/office/drawing/2014/main" id="{25223082-6C49-4C2D-BB82-95D8B60B76FC}"/>
              </a:ext>
            </a:extLst>
          </p:cNvPr>
          <p:cNvSpPr>
            <a:spLocks noGrp="1"/>
          </p:cNvSpPr>
          <p:nvPr/>
        </p:nvSpPr>
        <p:spPr>
          <a:xfrm>
            <a:off x="9429750" y="6457950"/>
            <a:ext cx="774352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Grid import leads; availability keeps idle hours open to</a:t>
            </a:r>
          </a:p>
        </p:txBody>
      </p:sp>
      <p:sp>
        <p:nvSpPr>
          <p:cNvPr id="34" name="!!source-5-dom-5-3-5-0-text-2">
            <a:extLst>
              <a:ext uri="{FF2B5EF4-FFF2-40B4-BE49-F238E27FC236}">
                <a16:creationId xmlns:a16="http://schemas.microsoft.com/office/drawing/2014/main" id="{33BE3E2C-7639-4BEA-BE50-A3BC095D44F8}"/>
              </a:ext>
            </a:extLst>
          </p:cNvPr>
          <p:cNvSpPr>
            <a:spLocks noGrp="1"/>
          </p:cNvSpPr>
          <p:nvPr/>
        </p:nvSpPr>
        <p:spPr>
          <a:xfrm>
            <a:off x="9429750" y="6886575"/>
            <a:ext cx="288027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short-lead requests.</a:t>
            </a:r>
          </a:p>
        </p:txBody>
      </p:sp>
      <p:pic>
        <p:nvPicPr>
          <p:cNvPr id="72" name="!!source-5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73" name="!!source-5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6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!!source-6-dom-fill">
            <a:extLst>
              <a:ext uri="{FF2B5EF4-FFF2-40B4-BE49-F238E27FC236}">
                <a16:creationId xmlns:a16="http://schemas.microsoft.com/office/drawing/2014/main" id="{2E924657-6C97-404F-A74D-4E2C7082DA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6-dom-1-0-0-0-text-0">
            <a:extLst>
              <a:ext uri="{FF2B5EF4-FFF2-40B4-BE49-F238E27FC236}">
                <a16:creationId xmlns:a16="http://schemas.microsoft.com/office/drawing/2014/main" id="{D77F3E0B-19E9-42CC-A40C-B1132582650F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6-dom-1-0-1-0-text-0">
            <a:extLst>
              <a:ext uri="{FF2B5EF4-FFF2-40B4-BE49-F238E27FC236}">
                <a16:creationId xmlns:a16="http://schemas.microsoft.com/office/drawing/2014/main" id="{C94382D3-6276-4ACE-ACBE-8AD35BDFCBC9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6-dom-1-0-2-border-Bottom">
            <a:extLst>
              <a:ext uri="{FF2B5EF4-FFF2-40B4-BE49-F238E27FC236}">
                <a16:creationId xmlns:a16="http://schemas.microsoft.com/office/drawing/2014/main" id="{5CF38B6A-DEB4-4D9E-9E1B-1AD13BD3D916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6-dom-1-0-2-0-text-0">
            <a:extLst>
              <a:ext uri="{FF2B5EF4-FFF2-40B4-BE49-F238E27FC236}">
                <a16:creationId xmlns:a16="http://schemas.microsoft.com/office/drawing/2014/main" id="{53A869CE-F301-48DE-A75E-95F64662B4C6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6-dom-1-0-3-0-text-0">
            <a:extLst>
              <a:ext uri="{FF2B5EF4-FFF2-40B4-BE49-F238E27FC236}">
                <a16:creationId xmlns:a16="http://schemas.microsoft.com/office/drawing/2014/main" id="{F5E7BFE6-0B8A-4415-87B3-EFAA8E860D38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6-dom-1-0-4-0-text-0">
            <a:extLst>
              <a:ext uri="{FF2B5EF4-FFF2-40B4-BE49-F238E27FC236}">
                <a16:creationId xmlns:a16="http://schemas.microsoft.com/office/drawing/2014/main" id="{7F9F22B1-59E5-4F2B-8DCD-7D4ED6053133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6-dom-1-0-5-0-text-0">
            <a:extLst>
              <a:ext uri="{FF2B5EF4-FFF2-40B4-BE49-F238E27FC236}">
                <a16:creationId xmlns:a16="http://schemas.microsoft.com/office/drawing/2014/main" id="{E5FFFBB8-39AB-4055-959C-3020CB0A59DA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6-dom-1-1-0-text-0">
            <a:extLst>
              <a:ext uri="{FF2B5EF4-FFF2-40B4-BE49-F238E27FC236}">
                <a16:creationId xmlns:a16="http://schemas.microsoft.com/office/drawing/2014/main" id="{B2808EA8-F908-4709-800A-80B53D2E94C3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07 / 17</a:t>
            </a:r>
          </a:p>
        </p:txBody>
      </p:sp>
      <p:sp>
        <p:nvSpPr>
          <p:cNvPr id="10" name="!!source-6-dom-3-1-0-0-text-0">
            <a:extLst>
              <a:ext uri="{FF2B5EF4-FFF2-40B4-BE49-F238E27FC236}">
                <a16:creationId xmlns:a16="http://schemas.microsoft.com/office/drawing/2014/main" id="{4CBE0045-3997-4CE7-88E3-449FC77AE0E8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5129808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Cascaded refuelling</a:t>
            </a:r>
          </a:p>
        </p:txBody>
      </p:sp>
      <p:sp>
        <p:nvSpPr>
          <p:cNvPr id="11" name="!!source-6-dom-3-1-1-0-text-0">
            <a:extLst>
              <a:ext uri="{FF2B5EF4-FFF2-40B4-BE49-F238E27FC236}">
                <a16:creationId xmlns:a16="http://schemas.microsoft.com/office/drawing/2014/main" id="{2A1851FF-0F51-4566-A823-75616356BED3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495493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Flow follows the pressure gradient</a:t>
            </a:r>
          </a:p>
        </p:txBody>
      </p:sp>
      <p:sp>
        <p:nvSpPr>
          <p:cNvPr id="12" name="!!source-6-dom-5-1-border-Bottom">
            <a:extLst>
              <a:ext uri="{FF2B5EF4-FFF2-40B4-BE49-F238E27FC236}">
                <a16:creationId xmlns:a16="http://schemas.microsoft.com/office/drawing/2014/main" id="{00CD5339-AAEF-49ED-9236-F1610F58A112}"/>
              </a:ext>
            </a:extLst>
          </p:cNvPr>
          <p:cNvSpPr>
            <a:spLocks noGrp="1"/>
          </p:cNvSpPr>
          <p:nvPr/>
        </p:nvSpPr>
        <p:spPr>
          <a:xfrm>
            <a:off x="1047750" y="8596313"/>
            <a:ext cx="7858126" cy="953"/>
          </a:xfrm>
          <a:prstGeom prst="line">
            <a:avLst/>
          </a:prstGeom>
          <a:noFill/>
          <a:ln w="28575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6-dom-5-1-1-fill">
            <a:extLst>
              <a:ext uri="{FF2B5EF4-FFF2-40B4-BE49-F238E27FC236}">
                <a16:creationId xmlns:a16="http://schemas.microsoft.com/office/drawing/2014/main" id="{F5C079C4-7C7E-4C4A-AC9B-503DFF25C05E}"/>
              </a:ext>
            </a:extLst>
          </p:cNvPr>
          <p:cNvSpPr>
            <a:spLocks noGrp="1"/>
          </p:cNvSpPr>
          <p:nvPr/>
        </p:nvSpPr>
        <p:spPr>
          <a:xfrm>
            <a:off x="2000250" y="3476625"/>
            <a:ext cx="1905000" cy="95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6-dom-5-1-3-fill">
            <a:extLst>
              <a:ext uri="{FF2B5EF4-FFF2-40B4-BE49-F238E27FC236}">
                <a16:creationId xmlns:a16="http://schemas.microsoft.com/office/drawing/2014/main" id="{9BEC7FDB-ADE5-469F-AFD1-1D8CFEB8D52D}"/>
              </a:ext>
            </a:extLst>
          </p:cNvPr>
          <p:cNvSpPr>
            <a:spLocks noGrp="1"/>
          </p:cNvSpPr>
          <p:nvPr/>
        </p:nvSpPr>
        <p:spPr>
          <a:xfrm>
            <a:off x="3905250" y="3476625"/>
            <a:ext cx="3952875" cy="95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6-dom-5-1-5-1-0-0-text-0">
            <a:extLst>
              <a:ext uri="{FF2B5EF4-FFF2-40B4-BE49-F238E27FC236}">
                <a16:creationId xmlns:a16="http://schemas.microsoft.com/office/drawing/2014/main" id="{C51B5E51-5B61-4491-B6D4-4A863C66BEEB}"/>
              </a:ext>
            </a:extLst>
          </p:cNvPr>
          <p:cNvSpPr>
            <a:spLocks noGrp="1"/>
          </p:cNvSpPr>
          <p:nvPr/>
        </p:nvSpPr>
        <p:spPr>
          <a:xfrm>
            <a:off x="1447502" y="2924175"/>
            <a:ext cx="59858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300</a:t>
            </a:r>
          </a:p>
        </p:txBody>
      </p:sp>
      <p:sp>
        <p:nvSpPr>
          <p:cNvPr id="16" name="!!source-6-dom-5-1-5-1-1-text-0">
            <a:extLst>
              <a:ext uri="{FF2B5EF4-FFF2-40B4-BE49-F238E27FC236}">
                <a16:creationId xmlns:a16="http://schemas.microsoft.com/office/drawing/2014/main" id="{1E99F231-286D-4AE3-9C81-B06B573600CA}"/>
              </a:ext>
            </a:extLst>
          </p:cNvPr>
          <p:cNvSpPr>
            <a:spLocks noGrp="1"/>
          </p:cNvSpPr>
          <p:nvPr/>
        </p:nvSpPr>
        <p:spPr>
          <a:xfrm>
            <a:off x="1998464" y="2924175"/>
            <a:ext cx="61406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bar</a:t>
            </a:r>
          </a:p>
        </p:txBody>
      </p:sp>
      <p:sp>
        <p:nvSpPr>
          <p:cNvPr id="17" name="!!source-6-dom-5-1-5-3-fill">
            <a:extLst>
              <a:ext uri="{FF2B5EF4-FFF2-40B4-BE49-F238E27FC236}">
                <a16:creationId xmlns:a16="http://schemas.microsoft.com/office/drawing/2014/main" id="{9166618C-04C9-4E35-9FE4-F7348C0A0F00}"/>
              </a:ext>
            </a:extLst>
          </p:cNvPr>
          <p:cNvSpPr>
            <a:spLocks noGrp="1"/>
          </p:cNvSpPr>
          <p:nvPr/>
        </p:nvSpPr>
        <p:spPr>
          <a:xfrm>
            <a:off x="1958578" y="3409950"/>
            <a:ext cx="95250" cy="476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" name="!!source-6-dom-5-1-5-5-fill">
            <a:extLst>
              <a:ext uri="{FF2B5EF4-FFF2-40B4-BE49-F238E27FC236}">
                <a16:creationId xmlns:a16="http://schemas.microsoft.com/office/drawing/2014/main" id="{74220170-9129-4AAF-AD11-A250F535CE39}"/>
              </a:ext>
            </a:extLst>
          </p:cNvPr>
          <p:cNvSpPr>
            <a:spLocks noGrp="1"/>
          </p:cNvSpPr>
          <p:nvPr/>
        </p:nvSpPr>
        <p:spPr>
          <a:xfrm>
            <a:off x="1206103" y="4019550"/>
            <a:ext cx="1600200" cy="4076700"/>
          </a:xfrm>
          <a:prstGeom prst="roundRect">
            <a:avLst>
              <a:gd name="adj" fmla="val 1309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!!source-6-dom-5-1-5-5-outline">
            <a:extLst>
              <a:ext uri="{FF2B5EF4-FFF2-40B4-BE49-F238E27FC236}">
                <a16:creationId xmlns:a16="http://schemas.microsoft.com/office/drawing/2014/main" id="{5156F364-67C7-499E-902A-DC83F5D229E4}"/>
              </a:ext>
            </a:extLst>
          </p:cNvPr>
          <p:cNvSpPr>
            <a:spLocks noGrp="1"/>
          </p:cNvSpPr>
          <p:nvPr/>
        </p:nvSpPr>
        <p:spPr>
          <a:xfrm>
            <a:off x="1225153" y="4038600"/>
            <a:ext cx="1562100" cy="4038600"/>
          </a:xfrm>
          <a:prstGeom prst="roundRect">
            <a:avLst>
              <a:gd name="adj" fmla="val 13415"/>
            </a:avLst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6-dom-5-1-5-5-0-fill">
            <a:extLst>
              <a:ext uri="{FF2B5EF4-FFF2-40B4-BE49-F238E27FC236}">
                <a16:creationId xmlns:a16="http://schemas.microsoft.com/office/drawing/2014/main" id="{7AB6E0DC-C606-4582-94ED-321C797CF16C}"/>
              </a:ext>
            </a:extLst>
          </p:cNvPr>
          <p:cNvSpPr>
            <a:spLocks noGrp="1"/>
          </p:cNvSpPr>
          <p:nvPr/>
        </p:nvSpPr>
        <p:spPr>
          <a:xfrm>
            <a:off x="1244203" y="5657850"/>
            <a:ext cx="1524000" cy="2400299"/>
          </a:xfrm>
          <a:custGeom>
            <a:avLst/>
            <a:gdLst/>
            <a:ahLst/>
            <a:cxnLst/>
            <a:rect l="0" t="0" r="0" b="0"/>
            <a:pathLst>
              <a:path w="1524000" h="2400299">
                <a:moveTo>
                  <a:pt x="0" y="0"/>
                </a:moveTo>
                <a:lnTo>
                  <a:pt x="1524000" y="0"/>
                </a:lnTo>
                <a:lnTo>
                  <a:pt x="1524000" y="2228849"/>
                </a:lnTo>
                <a:lnTo>
                  <a:pt x="1520706" y="2262298"/>
                </a:lnTo>
                <a:lnTo>
                  <a:pt x="1510949" y="2294461"/>
                </a:lnTo>
                <a:lnTo>
                  <a:pt x="1495106" y="2324102"/>
                </a:lnTo>
                <a:lnTo>
                  <a:pt x="1473784" y="2350083"/>
                </a:lnTo>
                <a:lnTo>
                  <a:pt x="1447803" y="2371405"/>
                </a:lnTo>
                <a:lnTo>
                  <a:pt x="1418161" y="2387249"/>
                </a:lnTo>
                <a:lnTo>
                  <a:pt x="1385998" y="2397005"/>
                </a:lnTo>
                <a:lnTo>
                  <a:pt x="1352550" y="2400299"/>
                </a:lnTo>
                <a:lnTo>
                  <a:pt x="171450" y="2400299"/>
                </a:lnTo>
                <a:lnTo>
                  <a:pt x="138002" y="2397005"/>
                </a:lnTo>
                <a:lnTo>
                  <a:pt x="105839" y="2387249"/>
                </a:lnTo>
                <a:lnTo>
                  <a:pt x="76197" y="2371405"/>
                </a:lnTo>
                <a:lnTo>
                  <a:pt x="50217" y="2350083"/>
                </a:lnTo>
                <a:lnTo>
                  <a:pt x="28895" y="2324102"/>
                </a:lnTo>
                <a:lnTo>
                  <a:pt x="13051" y="2294461"/>
                </a:lnTo>
                <a:lnTo>
                  <a:pt x="3294" y="2262298"/>
                </a:lnTo>
                <a:lnTo>
                  <a:pt x="0" y="2228849"/>
                </a:lnTo>
                <a:close/>
              </a:path>
            </a:pathLst>
          </a:custGeom>
          <a:solidFill>
            <a:srgbClr val="4E2E1A">
              <a:alpha val="5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" name="!!source-6-dom-5-1-5-7-0-text-0">
            <a:extLst>
              <a:ext uri="{FF2B5EF4-FFF2-40B4-BE49-F238E27FC236}">
                <a16:creationId xmlns:a16="http://schemas.microsoft.com/office/drawing/2014/main" id="{F2EA21C1-25AF-42DB-A109-809264E09A03}"/>
              </a:ext>
            </a:extLst>
          </p:cNvPr>
          <p:cNvSpPr>
            <a:spLocks noGrp="1"/>
          </p:cNvSpPr>
          <p:nvPr/>
        </p:nvSpPr>
        <p:spPr>
          <a:xfrm>
            <a:off x="1502420" y="8229600"/>
            <a:ext cx="105519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Tank A</a:t>
            </a:r>
          </a:p>
        </p:txBody>
      </p:sp>
      <p:sp>
        <p:nvSpPr>
          <p:cNvPr id="22" name="!!source-6-dom-5-1-7-1-0-0-text-0">
            <a:extLst>
              <a:ext uri="{FF2B5EF4-FFF2-40B4-BE49-F238E27FC236}">
                <a16:creationId xmlns:a16="http://schemas.microsoft.com/office/drawing/2014/main" id="{ADC5B657-234A-4A97-BFA7-4564652F2209}"/>
              </a:ext>
            </a:extLst>
          </p:cNvPr>
          <p:cNvSpPr>
            <a:spLocks noGrp="1"/>
          </p:cNvSpPr>
          <p:nvPr/>
        </p:nvSpPr>
        <p:spPr>
          <a:xfrm>
            <a:off x="3352056" y="2924175"/>
            <a:ext cx="62314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480</a:t>
            </a:r>
          </a:p>
        </p:txBody>
      </p:sp>
      <p:sp>
        <p:nvSpPr>
          <p:cNvPr id="23" name="!!source-6-dom-5-1-7-1-1-text-0">
            <a:extLst>
              <a:ext uri="{FF2B5EF4-FFF2-40B4-BE49-F238E27FC236}">
                <a16:creationId xmlns:a16="http://schemas.microsoft.com/office/drawing/2014/main" id="{ED610892-9C3D-4A2F-A48A-A89CD26FDFB4}"/>
              </a:ext>
            </a:extLst>
          </p:cNvPr>
          <p:cNvSpPr>
            <a:spLocks noGrp="1"/>
          </p:cNvSpPr>
          <p:nvPr/>
        </p:nvSpPr>
        <p:spPr>
          <a:xfrm>
            <a:off x="3927574" y="2924175"/>
            <a:ext cx="61406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bar</a:t>
            </a:r>
          </a:p>
        </p:txBody>
      </p:sp>
      <p:sp>
        <p:nvSpPr>
          <p:cNvPr id="24" name="!!source-6-dom-5-1-7-3-fill">
            <a:extLst>
              <a:ext uri="{FF2B5EF4-FFF2-40B4-BE49-F238E27FC236}">
                <a16:creationId xmlns:a16="http://schemas.microsoft.com/office/drawing/2014/main" id="{445B8DAD-4938-4B2A-BE70-464E8F9FCE98}"/>
              </a:ext>
            </a:extLst>
          </p:cNvPr>
          <p:cNvSpPr>
            <a:spLocks noGrp="1"/>
          </p:cNvSpPr>
          <p:nvPr/>
        </p:nvSpPr>
        <p:spPr>
          <a:xfrm>
            <a:off x="3875484" y="3409950"/>
            <a:ext cx="95250" cy="476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6-dom-5-1-7-5-fill">
            <a:extLst>
              <a:ext uri="{FF2B5EF4-FFF2-40B4-BE49-F238E27FC236}">
                <a16:creationId xmlns:a16="http://schemas.microsoft.com/office/drawing/2014/main" id="{A1D2F266-714E-4949-8B17-ABB42F2007EE}"/>
              </a:ext>
            </a:extLst>
          </p:cNvPr>
          <p:cNvSpPr>
            <a:spLocks noGrp="1"/>
          </p:cNvSpPr>
          <p:nvPr/>
        </p:nvSpPr>
        <p:spPr>
          <a:xfrm>
            <a:off x="3123009" y="4019550"/>
            <a:ext cx="1600200" cy="4076700"/>
          </a:xfrm>
          <a:prstGeom prst="roundRect">
            <a:avLst>
              <a:gd name="adj" fmla="val 1309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6-dom-5-1-7-5-outline">
            <a:extLst>
              <a:ext uri="{FF2B5EF4-FFF2-40B4-BE49-F238E27FC236}">
                <a16:creationId xmlns:a16="http://schemas.microsoft.com/office/drawing/2014/main" id="{5A19FDEF-69D0-40AA-9033-5E565BA8FAE3}"/>
              </a:ext>
            </a:extLst>
          </p:cNvPr>
          <p:cNvSpPr>
            <a:spLocks noGrp="1"/>
          </p:cNvSpPr>
          <p:nvPr/>
        </p:nvSpPr>
        <p:spPr>
          <a:xfrm>
            <a:off x="3142059" y="4038600"/>
            <a:ext cx="1562100" cy="4038600"/>
          </a:xfrm>
          <a:prstGeom prst="roundRect">
            <a:avLst>
              <a:gd name="adj" fmla="val 13415"/>
            </a:avLst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!!source-6-dom-5-1-7-5-0-fill">
            <a:extLst>
              <a:ext uri="{FF2B5EF4-FFF2-40B4-BE49-F238E27FC236}">
                <a16:creationId xmlns:a16="http://schemas.microsoft.com/office/drawing/2014/main" id="{17A40D6A-3D63-43F5-BDAC-1BEF49F5479A}"/>
              </a:ext>
            </a:extLst>
          </p:cNvPr>
          <p:cNvSpPr>
            <a:spLocks noGrp="1"/>
          </p:cNvSpPr>
          <p:nvPr/>
        </p:nvSpPr>
        <p:spPr>
          <a:xfrm>
            <a:off x="3161109" y="4217789"/>
            <a:ext cx="1524000" cy="3840361"/>
          </a:xfrm>
          <a:custGeom>
            <a:avLst/>
            <a:gdLst/>
            <a:ahLst/>
            <a:cxnLst/>
            <a:rect l="0" t="0" r="0" b="0"/>
            <a:pathLst>
              <a:path w="1524000" h="3840361">
                <a:moveTo>
                  <a:pt x="0" y="0"/>
                </a:moveTo>
                <a:lnTo>
                  <a:pt x="1524000" y="0"/>
                </a:lnTo>
                <a:lnTo>
                  <a:pt x="1524000" y="3668911"/>
                </a:lnTo>
                <a:lnTo>
                  <a:pt x="1520706" y="3702359"/>
                </a:lnTo>
                <a:lnTo>
                  <a:pt x="1510950" y="3734522"/>
                </a:lnTo>
                <a:lnTo>
                  <a:pt x="1495106" y="3764163"/>
                </a:lnTo>
                <a:lnTo>
                  <a:pt x="1473784" y="3790144"/>
                </a:lnTo>
                <a:lnTo>
                  <a:pt x="1447803" y="3811466"/>
                </a:lnTo>
                <a:lnTo>
                  <a:pt x="1418162" y="3827310"/>
                </a:lnTo>
                <a:lnTo>
                  <a:pt x="1385999" y="3837066"/>
                </a:lnTo>
                <a:lnTo>
                  <a:pt x="1352550" y="3840361"/>
                </a:lnTo>
                <a:lnTo>
                  <a:pt x="171450" y="3840361"/>
                </a:lnTo>
                <a:lnTo>
                  <a:pt x="138002" y="3837066"/>
                </a:lnTo>
                <a:lnTo>
                  <a:pt x="105839" y="3827310"/>
                </a:lnTo>
                <a:lnTo>
                  <a:pt x="76197" y="3811466"/>
                </a:lnTo>
                <a:lnTo>
                  <a:pt x="50217" y="3790144"/>
                </a:lnTo>
                <a:lnTo>
                  <a:pt x="28895" y="3764163"/>
                </a:lnTo>
                <a:lnTo>
                  <a:pt x="13051" y="3734522"/>
                </a:lnTo>
                <a:lnTo>
                  <a:pt x="3294" y="3702359"/>
                </a:lnTo>
                <a:lnTo>
                  <a:pt x="0" y="3668911"/>
                </a:lnTo>
                <a:close/>
              </a:path>
            </a:pathLst>
          </a:custGeom>
          <a:solidFill>
            <a:srgbClr val="4E2E1A">
              <a:alpha val="5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6-dom-5-1-7-7-0-text-0">
            <a:extLst>
              <a:ext uri="{FF2B5EF4-FFF2-40B4-BE49-F238E27FC236}">
                <a16:creationId xmlns:a16="http://schemas.microsoft.com/office/drawing/2014/main" id="{C2298E23-55D6-4D70-B437-43310C844BDF}"/>
              </a:ext>
            </a:extLst>
          </p:cNvPr>
          <p:cNvSpPr>
            <a:spLocks noGrp="1"/>
          </p:cNvSpPr>
          <p:nvPr/>
        </p:nvSpPr>
        <p:spPr>
          <a:xfrm>
            <a:off x="3417540" y="8229600"/>
            <a:ext cx="105861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Tank B</a:t>
            </a:r>
          </a:p>
        </p:txBody>
      </p:sp>
      <p:sp>
        <p:nvSpPr>
          <p:cNvPr id="29" name="!!source-6-dom-5-1-9-1-0-text-0">
            <a:extLst>
              <a:ext uri="{FF2B5EF4-FFF2-40B4-BE49-F238E27FC236}">
                <a16:creationId xmlns:a16="http://schemas.microsoft.com/office/drawing/2014/main" id="{BBBFFE07-7EBD-4203-82D2-C18AF7788B81}"/>
              </a:ext>
            </a:extLst>
          </p:cNvPr>
          <p:cNvSpPr>
            <a:spLocks noGrp="1"/>
          </p:cNvSpPr>
          <p:nvPr/>
        </p:nvSpPr>
        <p:spPr>
          <a:xfrm>
            <a:off x="5475684" y="5086350"/>
            <a:ext cx="776288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400" b="1" i="0">
                <a:solidFill>
                  <a:srgbClr val="E44646">
                    <a:alpha val="1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5400" b="1" i="0" spc="-13">
                <a:solidFill>
                  <a:srgbClr val="E44646">
                    <a:alpha val="10000"/>
                  </a:srgbClr>
                </a:solidFill>
                <a:latin typeface="Montserrat"/>
                <a:ea typeface="Montserrat"/>
                <a:cs typeface="Montserrat"/>
              </a:rPr>
              <a:t>⟶</a:t>
            </a:r>
          </a:p>
        </p:txBody>
      </p:sp>
      <p:sp>
        <p:nvSpPr>
          <p:cNvPr id="30" name="!!source-6-dom-5-1-9-3-0-0-text-0">
            <a:extLst>
              <a:ext uri="{FF2B5EF4-FFF2-40B4-BE49-F238E27FC236}">
                <a16:creationId xmlns:a16="http://schemas.microsoft.com/office/drawing/2014/main" id="{1BB57FD6-32BA-40B8-98C8-9B4C746EC7D8}"/>
              </a:ext>
            </a:extLst>
          </p:cNvPr>
          <p:cNvSpPr>
            <a:spLocks noGrp="1"/>
          </p:cNvSpPr>
          <p:nvPr/>
        </p:nvSpPr>
        <p:spPr>
          <a:xfrm>
            <a:off x="5386090" y="5991225"/>
            <a:ext cx="95547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arrival</a:t>
            </a:r>
          </a:p>
        </p:txBody>
      </p:sp>
      <p:sp>
        <p:nvSpPr>
          <p:cNvPr id="31" name="!!source-6-dom-5-1-11-1-0-0-text-0">
            <a:extLst>
              <a:ext uri="{FF2B5EF4-FFF2-40B4-BE49-F238E27FC236}">
                <a16:creationId xmlns:a16="http://schemas.microsoft.com/office/drawing/2014/main" id="{920D2518-EC65-4E76-86A0-DBA24616D673}"/>
              </a:ext>
            </a:extLst>
          </p:cNvPr>
          <p:cNvSpPr>
            <a:spLocks noGrp="1"/>
          </p:cNvSpPr>
          <p:nvPr/>
        </p:nvSpPr>
        <p:spPr>
          <a:xfrm>
            <a:off x="7322195" y="2924175"/>
            <a:ext cx="541139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100</a:t>
            </a:r>
          </a:p>
        </p:txBody>
      </p:sp>
      <p:sp>
        <p:nvSpPr>
          <p:cNvPr id="32" name="!!source-6-dom-5-1-11-1-1-text-0">
            <a:extLst>
              <a:ext uri="{FF2B5EF4-FFF2-40B4-BE49-F238E27FC236}">
                <a16:creationId xmlns:a16="http://schemas.microsoft.com/office/drawing/2014/main" id="{F7429B61-EC6B-4D39-B573-B3CA80D0FFCE}"/>
              </a:ext>
            </a:extLst>
          </p:cNvPr>
          <p:cNvSpPr>
            <a:spLocks noGrp="1"/>
          </p:cNvSpPr>
          <p:nvPr/>
        </p:nvSpPr>
        <p:spPr>
          <a:xfrm>
            <a:off x="7815709" y="2924175"/>
            <a:ext cx="61406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bar</a:t>
            </a:r>
          </a:p>
        </p:txBody>
      </p:sp>
      <p:sp>
        <p:nvSpPr>
          <p:cNvPr id="33" name="!!source-6-dom-5-1-11-3-fill">
            <a:extLst>
              <a:ext uri="{FF2B5EF4-FFF2-40B4-BE49-F238E27FC236}">
                <a16:creationId xmlns:a16="http://schemas.microsoft.com/office/drawing/2014/main" id="{4F4A2342-9C53-48C5-BD31-CF7EF6EBE9E3}"/>
              </a:ext>
            </a:extLst>
          </p:cNvPr>
          <p:cNvSpPr>
            <a:spLocks noGrp="1"/>
          </p:cNvSpPr>
          <p:nvPr/>
        </p:nvSpPr>
        <p:spPr>
          <a:xfrm>
            <a:off x="7804547" y="3409950"/>
            <a:ext cx="95250" cy="476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6-dom-5-1-11-5-fill">
            <a:extLst>
              <a:ext uri="{FF2B5EF4-FFF2-40B4-BE49-F238E27FC236}">
                <a16:creationId xmlns:a16="http://schemas.microsoft.com/office/drawing/2014/main" id="{EB2699AD-3288-40D6-89D5-A8F021C1E71A}"/>
              </a:ext>
            </a:extLst>
          </p:cNvPr>
          <p:cNvSpPr>
            <a:spLocks noGrp="1"/>
          </p:cNvSpPr>
          <p:nvPr/>
        </p:nvSpPr>
        <p:spPr>
          <a:xfrm>
            <a:off x="6909197" y="4019550"/>
            <a:ext cx="1885950" cy="4076700"/>
          </a:xfrm>
          <a:prstGeom prst="roundRect">
            <a:avLst>
              <a:gd name="adj" fmla="val 11111"/>
            </a:avLst>
          </a:prstGeom>
          <a:solidFill>
            <a:srgbClr val="FFF5F5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6-dom-5-1-11-5-outline">
            <a:extLst>
              <a:ext uri="{FF2B5EF4-FFF2-40B4-BE49-F238E27FC236}">
                <a16:creationId xmlns:a16="http://schemas.microsoft.com/office/drawing/2014/main" id="{1C17C623-B4BD-4C5B-BA81-498E6DBE0256}"/>
              </a:ext>
            </a:extLst>
          </p:cNvPr>
          <p:cNvSpPr>
            <a:spLocks noGrp="1"/>
          </p:cNvSpPr>
          <p:nvPr/>
        </p:nvSpPr>
        <p:spPr>
          <a:xfrm>
            <a:off x="6928247" y="4038600"/>
            <a:ext cx="1847850" cy="4038600"/>
          </a:xfrm>
          <a:prstGeom prst="roundRect">
            <a:avLst>
              <a:gd name="adj" fmla="val 11340"/>
            </a:avLst>
          </a:prstGeom>
          <a:noFill/>
          <a:ln w="3810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6-dom-5-1-11-5-0-fill">
            <a:extLst>
              <a:ext uri="{FF2B5EF4-FFF2-40B4-BE49-F238E27FC236}">
                <a16:creationId xmlns:a16="http://schemas.microsoft.com/office/drawing/2014/main" id="{2609D0C8-5E50-4885-A776-A86A7249DA78}"/>
              </a:ext>
            </a:extLst>
          </p:cNvPr>
          <p:cNvSpPr>
            <a:spLocks noGrp="1"/>
          </p:cNvSpPr>
          <p:nvPr/>
        </p:nvSpPr>
        <p:spPr>
          <a:xfrm>
            <a:off x="6947297" y="7258050"/>
            <a:ext cx="1809750" cy="800100"/>
          </a:xfrm>
          <a:custGeom>
            <a:avLst/>
            <a:gdLst/>
            <a:ahLst/>
            <a:cxnLst/>
            <a:rect l="0" t="0" r="0" b="0"/>
            <a:pathLst>
              <a:path w="1809750" h="800100">
                <a:moveTo>
                  <a:pt x="0" y="0"/>
                </a:moveTo>
                <a:lnTo>
                  <a:pt x="1809750" y="0"/>
                </a:lnTo>
                <a:lnTo>
                  <a:pt x="1809750" y="628650"/>
                </a:lnTo>
                <a:lnTo>
                  <a:pt x="1806455" y="662098"/>
                </a:lnTo>
                <a:lnTo>
                  <a:pt x="1796699" y="694261"/>
                </a:lnTo>
                <a:lnTo>
                  <a:pt x="1780855" y="723902"/>
                </a:lnTo>
                <a:lnTo>
                  <a:pt x="1759533" y="749883"/>
                </a:lnTo>
                <a:lnTo>
                  <a:pt x="1733552" y="771205"/>
                </a:lnTo>
                <a:lnTo>
                  <a:pt x="1703911" y="787049"/>
                </a:lnTo>
                <a:lnTo>
                  <a:pt x="1671748" y="796805"/>
                </a:lnTo>
                <a:lnTo>
                  <a:pt x="1638300" y="800100"/>
                </a:lnTo>
                <a:lnTo>
                  <a:pt x="171450" y="800100"/>
                </a:lnTo>
                <a:lnTo>
                  <a:pt x="138002" y="796805"/>
                </a:lnTo>
                <a:lnTo>
                  <a:pt x="105839" y="787049"/>
                </a:lnTo>
                <a:lnTo>
                  <a:pt x="76197" y="771205"/>
                </a:lnTo>
                <a:lnTo>
                  <a:pt x="50217" y="749883"/>
                </a:lnTo>
                <a:lnTo>
                  <a:pt x="28895" y="723902"/>
                </a:lnTo>
                <a:lnTo>
                  <a:pt x="13051" y="694261"/>
                </a:lnTo>
                <a:lnTo>
                  <a:pt x="3294" y="662098"/>
                </a:lnTo>
                <a:lnTo>
                  <a:pt x="0" y="628650"/>
                </a:lnTo>
                <a:close/>
              </a:path>
            </a:pathLst>
          </a:cu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6-dom-5-1-11-7-0-text-0">
            <a:extLst>
              <a:ext uri="{FF2B5EF4-FFF2-40B4-BE49-F238E27FC236}">
                <a16:creationId xmlns:a16="http://schemas.microsoft.com/office/drawing/2014/main" id="{F89EB35E-625E-4D04-A6BB-6FC75EF4D25E}"/>
              </a:ext>
            </a:extLst>
          </p:cNvPr>
          <p:cNvSpPr>
            <a:spLocks noGrp="1"/>
          </p:cNvSpPr>
          <p:nvPr/>
        </p:nvSpPr>
        <p:spPr>
          <a:xfrm>
            <a:off x="7315349" y="8229600"/>
            <a:ext cx="112127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38" name="!!source-6-dom-5-3-1-1-0-0-text-0">
            <a:extLst>
              <a:ext uri="{FF2B5EF4-FFF2-40B4-BE49-F238E27FC236}">
                <a16:creationId xmlns:a16="http://schemas.microsoft.com/office/drawing/2014/main" id="{0D5D8ECE-3A66-4EB8-9810-7D7339A331F8}"/>
              </a:ext>
            </a:extLst>
          </p:cNvPr>
          <p:cNvSpPr>
            <a:spLocks noGrp="1"/>
          </p:cNvSpPr>
          <p:nvPr/>
        </p:nvSpPr>
        <p:spPr>
          <a:xfrm>
            <a:off x="9382124" y="3463528"/>
            <a:ext cx="15225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39" name="!!source-6-dom-5-3-1-1-1-0-text-0">
            <a:extLst>
              <a:ext uri="{FF2B5EF4-FFF2-40B4-BE49-F238E27FC236}">
                <a16:creationId xmlns:a16="http://schemas.microsoft.com/office/drawing/2014/main" id="{FD163324-5FCF-46FE-A536-B8AB82E33D7D}"/>
              </a:ext>
            </a:extLst>
          </p:cNvPr>
          <p:cNvSpPr>
            <a:spLocks noGrp="1"/>
          </p:cNvSpPr>
          <p:nvPr/>
        </p:nvSpPr>
        <p:spPr>
          <a:xfrm>
            <a:off x="9972674" y="3444478"/>
            <a:ext cx="230460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Open A: flow to </a:t>
            </a:r>
          </a:p>
        </p:txBody>
      </p:sp>
      <p:sp>
        <p:nvSpPr>
          <p:cNvPr id="40" name="!!source-6-dom-5-3-1-1-1-1-0-text-0">
            <a:extLst>
              <a:ext uri="{FF2B5EF4-FFF2-40B4-BE49-F238E27FC236}">
                <a16:creationId xmlns:a16="http://schemas.microsoft.com/office/drawing/2014/main" id="{56DCA275-9312-400E-99FC-EBCD8FD8868C}"/>
              </a:ext>
            </a:extLst>
          </p:cNvPr>
          <p:cNvSpPr>
            <a:spLocks noGrp="1"/>
          </p:cNvSpPr>
          <p:nvPr/>
        </p:nvSpPr>
        <p:spPr>
          <a:xfrm>
            <a:off x="12229653" y="3444478"/>
            <a:ext cx="25687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P</a:t>
            </a:r>
          </a:p>
        </p:txBody>
      </p:sp>
      <p:sp>
        <p:nvSpPr>
          <p:cNvPr id="41" name="!!source-6-dom-5-3-1-1-1-1-1-0-text-0">
            <a:extLst>
              <a:ext uri="{FF2B5EF4-FFF2-40B4-BE49-F238E27FC236}">
                <a16:creationId xmlns:a16="http://schemas.microsoft.com/office/drawing/2014/main" id="{ABEB1024-025A-4478-842B-8D6730A88BD9}"/>
              </a:ext>
            </a:extLst>
          </p:cNvPr>
          <p:cNvSpPr>
            <a:spLocks noGrp="1"/>
          </p:cNvSpPr>
          <p:nvPr/>
        </p:nvSpPr>
        <p:spPr>
          <a:xfrm>
            <a:off x="12438906" y="3558778"/>
            <a:ext cx="514201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eq,1</a:t>
            </a:r>
          </a:p>
        </p:txBody>
      </p:sp>
      <p:sp>
        <p:nvSpPr>
          <p:cNvPr id="42" name="!!source-6-dom-5-3-1-1-1-2-text-0">
            <a:extLst>
              <a:ext uri="{FF2B5EF4-FFF2-40B4-BE49-F238E27FC236}">
                <a16:creationId xmlns:a16="http://schemas.microsoft.com/office/drawing/2014/main" id="{A9380203-CA78-42B7-A616-6FE7F3C2C1FB}"/>
              </a:ext>
            </a:extLst>
          </p:cNvPr>
          <p:cNvSpPr>
            <a:spLocks noGrp="1"/>
          </p:cNvSpPr>
          <p:nvPr/>
        </p:nvSpPr>
        <p:spPr>
          <a:xfrm>
            <a:off x="12905483" y="3444478"/>
            <a:ext cx="127292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, A gives </a:t>
            </a:r>
          </a:p>
        </p:txBody>
      </p:sp>
      <p:sp>
        <p:nvSpPr>
          <p:cNvPr id="43" name="!!source-6-dom-5-3-1-1-1-3-0-text-0">
            <a:extLst>
              <a:ext uri="{FF2B5EF4-FFF2-40B4-BE49-F238E27FC236}">
                <a16:creationId xmlns:a16="http://schemas.microsoft.com/office/drawing/2014/main" id="{33EB95A3-1D7F-40F6-8CD7-2A31F83B4B74}"/>
              </a:ext>
            </a:extLst>
          </p:cNvPr>
          <p:cNvSpPr>
            <a:spLocks noGrp="1"/>
          </p:cNvSpPr>
          <p:nvPr/>
        </p:nvSpPr>
        <p:spPr>
          <a:xfrm>
            <a:off x="14130784" y="3444478"/>
            <a:ext cx="56629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Δm</a:t>
            </a:r>
          </a:p>
        </p:txBody>
      </p:sp>
      <p:sp>
        <p:nvSpPr>
          <p:cNvPr id="44" name="!!source-6-dom-5-3-1-1-1-3-1-0-text-0">
            <a:extLst>
              <a:ext uri="{FF2B5EF4-FFF2-40B4-BE49-F238E27FC236}">
                <a16:creationId xmlns:a16="http://schemas.microsoft.com/office/drawing/2014/main" id="{CA9D4A96-C806-4198-A00A-74990508A42A}"/>
              </a:ext>
            </a:extLst>
          </p:cNvPr>
          <p:cNvSpPr>
            <a:spLocks noGrp="1"/>
          </p:cNvSpPr>
          <p:nvPr/>
        </p:nvSpPr>
        <p:spPr>
          <a:xfrm>
            <a:off x="14649450" y="3558778"/>
            <a:ext cx="230088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A</a:t>
            </a:r>
          </a:p>
        </p:txBody>
      </p:sp>
      <p:sp>
        <p:nvSpPr>
          <p:cNvPr id="45" name="!!source-6-dom-5-3-1-3-0-0-text-0">
            <a:extLst>
              <a:ext uri="{FF2B5EF4-FFF2-40B4-BE49-F238E27FC236}">
                <a16:creationId xmlns:a16="http://schemas.microsoft.com/office/drawing/2014/main" id="{51653CF0-AF58-4D5E-B378-2C5CF97684B2}"/>
              </a:ext>
            </a:extLst>
          </p:cNvPr>
          <p:cNvSpPr>
            <a:spLocks noGrp="1"/>
          </p:cNvSpPr>
          <p:nvPr/>
        </p:nvSpPr>
        <p:spPr>
          <a:xfrm>
            <a:off x="9382124" y="4082653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6" name="!!source-6-dom-5-3-1-3-1-0-text-0">
            <a:extLst>
              <a:ext uri="{FF2B5EF4-FFF2-40B4-BE49-F238E27FC236}">
                <a16:creationId xmlns:a16="http://schemas.microsoft.com/office/drawing/2014/main" id="{742CE90F-1EF2-4ED2-A395-EEF28FFB8BEA}"/>
              </a:ext>
            </a:extLst>
          </p:cNvPr>
          <p:cNvSpPr>
            <a:spLocks noGrp="1"/>
          </p:cNvSpPr>
          <p:nvPr/>
        </p:nvSpPr>
        <p:spPr>
          <a:xfrm>
            <a:off x="9972674" y="4063603"/>
            <a:ext cx="71062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No gradient: A cannot push more, whatever it still</a:t>
            </a:r>
          </a:p>
        </p:txBody>
      </p:sp>
      <p:sp>
        <p:nvSpPr>
          <p:cNvPr id="47" name="!!source-6-dom-5-3-1-3-1-0-text-1">
            <a:extLst>
              <a:ext uri="{FF2B5EF4-FFF2-40B4-BE49-F238E27FC236}">
                <a16:creationId xmlns:a16="http://schemas.microsoft.com/office/drawing/2014/main" id="{44766284-73A8-440C-8256-4240FCF386A8}"/>
              </a:ext>
            </a:extLst>
          </p:cNvPr>
          <p:cNvSpPr>
            <a:spLocks noGrp="1"/>
          </p:cNvSpPr>
          <p:nvPr/>
        </p:nvSpPr>
        <p:spPr>
          <a:xfrm>
            <a:off x="9972674" y="4463653"/>
            <a:ext cx="83001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holds</a:t>
            </a:r>
          </a:p>
        </p:txBody>
      </p:sp>
      <p:sp>
        <p:nvSpPr>
          <p:cNvPr id="48" name="!!source-6-dom-5-3-1-5-0-0-text-0">
            <a:extLst>
              <a:ext uri="{FF2B5EF4-FFF2-40B4-BE49-F238E27FC236}">
                <a16:creationId xmlns:a16="http://schemas.microsoft.com/office/drawing/2014/main" id="{3CF260A4-28B3-47A1-8305-90A0AD7D9A16}"/>
              </a:ext>
            </a:extLst>
          </p:cNvPr>
          <p:cNvSpPr>
            <a:spLocks noGrp="1"/>
          </p:cNvSpPr>
          <p:nvPr/>
        </p:nvSpPr>
        <p:spPr>
          <a:xfrm>
            <a:off x="9382124" y="5054203"/>
            <a:ext cx="20553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49" name="!!source-6-dom-5-3-1-5-1-0-text-0">
            <a:extLst>
              <a:ext uri="{FF2B5EF4-FFF2-40B4-BE49-F238E27FC236}">
                <a16:creationId xmlns:a16="http://schemas.microsoft.com/office/drawing/2014/main" id="{7C296CCF-4F7B-4573-A0AE-B1747601EDD4}"/>
              </a:ext>
            </a:extLst>
          </p:cNvPr>
          <p:cNvSpPr>
            <a:spLocks noGrp="1"/>
          </p:cNvSpPr>
          <p:nvPr/>
        </p:nvSpPr>
        <p:spPr>
          <a:xfrm>
            <a:off x="9972674" y="5035153"/>
            <a:ext cx="496684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Open B: flow to 350 bar, B delivers </a:t>
            </a:r>
          </a:p>
        </p:txBody>
      </p:sp>
      <p:sp>
        <p:nvSpPr>
          <p:cNvPr id="50" name="!!source-6-dom-5-3-1-5-1-1-0-text-0">
            <a:extLst>
              <a:ext uri="{FF2B5EF4-FFF2-40B4-BE49-F238E27FC236}">
                <a16:creationId xmlns:a16="http://schemas.microsoft.com/office/drawing/2014/main" id="{A3086A99-2E8B-429B-B3F5-5354F3A4744E}"/>
              </a:ext>
            </a:extLst>
          </p:cNvPr>
          <p:cNvSpPr>
            <a:spLocks noGrp="1"/>
          </p:cNvSpPr>
          <p:nvPr/>
        </p:nvSpPr>
        <p:spPr>
          <a:xfrm>
            <a:off x="14891891" y="5035153"/>
            <a:ext cx="56629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Δm</a:t>
            </a:r>
          </a:p>
        </p:txBody>
      </p:sp>
      <p:sp>
        <p:nvSpPr>
          <p:cNvPr id="51" name="!!source-6-dom-5-3-1-5-1-1-1-0-text-0">
            <a:extLst>
              <a:ext uri="{FF2B5EF4-FFF2-40B4-BE49-F238E27FC236}">
                <a16:creationId xmlns:a16="http://schemas.microsoft.com/office/drawing/2014/main" id="{1C50DEEE-5055-4A2A-98E9-2EFC85E670A7}"/>
              </a:ext>
            </a:extLst>
          </p:cNvPr>
          <p:cNvSpPr>
            <a:spLocks noGrp="1"/>
          </p:cNvSpPr>
          <p:nvPr/>
        </p:nvSpPr>
        <p:spPr>
          <a:xfrm>
            <a:off x="15410558" y="5149454"/>
            <a:ext cx="229790" cy="285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B</a:t>
            </a:r>
          </a:p>
        </p:txBody>
      </p:sp>
      <p:sp>
        <p:nvSpPr>
          <p:cNvPr id="52" name="!!source-6-dom-5-3-1-7-0-0-text-0">
            <a:extLst>
              <a:ext uri="{FF2B5EF4-FFF2-40B4-BE49-F238E27FC236}">
                <a16:creationId xmlns:a16="http://schemas.microsoft.com/office/drawing/2014/main" id="{2AA6D9CE-4DA9-463E-9051-E045EBC3DC16}"/>
              </a:ext>
            </a:extLst>
          </p:cNvPr>
          <p:cNvSpPr>
            <a:spLocks noGrp="1"/>
          </p:cNvSpPr>
          <p:nvPr/>
        </p:nvSpPr>
        <p:spPr>
          <a:xfrm>
            <a:off x="9382124" y="5673328"/>
            <a:ext cx="23142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53" name="!!source-6-dom-5-3-1-7-1-0-text-0">
            <a:extLst>
              <a:ext uri="{FF2B5EF4-FFF2-40B4-BE49-F238E27FC236}">
                <a16:creationId xmlns:a16="http://schemas.microsoft.com/office/drawing/2014/main" id="{A68986D9-A729-4AA9-B524-A62076FB1982}"/>
              </a:ext>
            </a:extLst>
          </p:cNvPr>
          <p:cNvSpPr>
            <a:spLocks noGrp="1"/>
          </p:cNvSpPr>
          <p:nvPr/>
        </p:nvSpPr>
        <p:spPr>
          <a:xfrm>
            <a:off x="9972674" y="5654278"/>
            <a:ext cx="22099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Order matters: </a:t>
            </a:r>
          </a:p>
        </p:txBody>
      </p:sp>
      <p:sp>
        <p:nvSpPr>
          <p:cNvPr id="54" name="!!source-6-dom-5-3-1-7-1-1-0-text-0">
            <a:extLst>
              <a:ext uri="{FF2B5EF4-FFF2-40B4-BE49-F238E27FC236}">
                <a16:creationId xmlns:a16="http://schemas.microsoft.com/office/drawing/2014/main" id="{8AA80557-6652-44F4-AB46-BB595871D068}"/>
              </a:ext>
            </a:extLst>
          </p:cNvPr>
          <p:cNvSpPr>
            <a:spLocks noGrp="1"/>
          </p:cNvSpPr>
          <p:nvPr/>
        </p:nvSpPr>
        <p:spPr>
          <a:xfrm>
            <a:off x="12134999" y="5654278"/>
            <a:ext cx="81840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B → A</a:t>
            </a:r>
          </a:p>
        </p:txBody>
      </p:sp>
      <p:sp>
        <p:nvSpPr>
          <p:cNvPr id="55" name="!!source-6-dom-5-3-1-7-1-2-text-0">
            <a:extLst>
              <a:ext uri="{FF2B5EF4-FFF2-40B4-BE49-F238E27FC236}">
                <a16:creationId xmlns:a16="http://schemas.microsoft.com/office/drawing/2014/main" id="{9B626A8B-5648-48FB-A4E7-B2BEDE7BA14D}"/>
              </a:ext>
            </a:extLst>
          </p:cNvPr>
          <p:cNvSpPr>
            <a:spLocks noGrp="1"/>
          </p:cNvSpPr>
          <p:nvPr/>
        </p:nvSpPr>
        <p:spPr>
          <a:xfrm>
            <a:off x="12905780" y="5654278"/>
            <a:ext cx="34230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 stalls at B's equilibrium</a:t>
            </a:r>
          </a:p>
        </p:txBody>
      </p:sp>
      <p:sp>
        <p:nvSpPr>
          <p:cNvPr id="56" name="!!source-6-dom-5-3-3-fill">
            <a:extLst>
              <a:ext uri="{FF2B5EF4-FFF2-40B4-BE49-F238E27FC236}">
                <a16:creationId xmlns:a16="http://schemas.microsoft.com/office/drawing/2014/main" id="{253ADFA5-C4AD-46C2-B16B-E6FC367F4FE4}"/>
              </a:ext>
            </a:extLst>
          </p:cNvPr>
          <p:cNvSpPr>
            <a:spLocks noGrp="1"/>
          </p:cNvSpPr>
          <p:nvPr/>
        </p:nvSpPr>
        <p:spPr>
          <a:xfrm>
            <a:off x="9382124" y="6282928"/>
            <a:ext cx="7858126" cy="1369218"/>
          </a:xfrm>
          <a:prstGeom prst="rect">
            <a:avLst/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6-dom-5-3-3-outline">
            <a:extLst>
              <a:ext uri="{FF2B5EF4-FFF2-40B4-BE49-F238E27FC236}">
                <a16:creationId xmlns:a16="http://schemas.microsoft.com/office/drawing/2014/main" id="{58CD314E-868A-48AE-A1CC-496DF492F372}"/>
              </a:ext>
            </a:extLst>
          </p:cNvPr>
          <p:cNvSpPr>
            <a:spLocks noGrp="1"/>
          </p:cNvSpPr>
          <p:nvPr/>
        </p:nvSpPr>
        <p:spPr>
          <a:xfrm>
            <a:off x="9391649" y="6292453"/>
            <a:ext cx="7839076" cy="1350168"/>
          </a:xfrm>
          <a:prstGeom prst="rect">
            <a:avLst/>
          </a:prstGeom>
          <a:noFill/>
          <a:ln w="19050">
            <a:solidFill>
              <a:srgbClr val="E6D9D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6-dom-5-3-3-0-text-0">
            <a:extLst>
              <a:ext uri="{FF2B5EF4-FFF2-40B4-BE49-F238E27FC236}">
                <a16:creationId xmlns:a16="http://schemas.microsoft.com/office/drawing/2014/main" id="{708F9249-537A-4CFD-BA62-D639112A3C58}"/>
              </a:ext>
            </a:extLst>
          </p:cNvPr>
          <p:cNvSpPr>
            <a:spLocks noGrp="1"/>
          </p:cNvSpPr>
          <p:nvPr/>
        </p:nvSpPr>
        <p:spPr>
          <a:xfrm>
            <a:off x="9667874" y="6559153"/>
            <a:ext cx="255002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Delivered mass = </a:t>
            </a:r>
          </a:p>
        </p:txBody>
      </p:sp>
      <p:sp>
        <p:nvSpPr>
          <p:cNvPr id="59" name="!!source-6-dom-5-3-3-1-0-text-0">
            <a:extLst>
              <a:ext uri="{FF2B5EF4-FFF2-40B4-BE49-F238E27FC236}">
                <a16:creationId xmlns:a16="http://schemas.microsoft.com/office/drawing/2014/main" id="{03B3FE27-6279-4483-8C95-E157087C6FFF}"/>
              </a:ext>
            </a:extLst>
          </p:cNvPr>
          <p:cNvSpPr>
            <a:spLocks noGrp="1"/>
          </p:cNvSpPr>
          <p:nvPr/>
        </p:nvSpPr>
        <p:spPr>
          <a:xfrm>
            <a:off x="12170271" y="6559153"/>
            <a:ext cx="56629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Δm</a:t>
            </a:r>
          </a:p>
        </p:txBody>
      </p:sp>
      <p:sp>
        <p:nvSpPr>
          <p:cNvPr id="60" name="!!source-6-dom-5-3-3-1-1-0-text-0">
            <a:extLst>
              <a:ext uri="{FF2B5EF4-FFF2-40B4-BE49-F238E27FC236}">
                <a16:creationId xmlns:a16="http://schemas.microsoft.com/office/drawing/2014/main" id="{B5A8D32B-8987-4A45-93D7-74BBBFDB5A60}"/>
              </a:ext>
            </a:extLst>
          </p:cNvPr>
          <p:cNvSpPr>
            <a:spLocks noGrp="1"/>
          </p:cNvSpPr>
          <p:nvPr/>
        </p:nvSpPr>
        <p:spPr>
          <a:xfrm>
            <a:off x="12688938" y="6673453"/>
            <a:ext cx="230088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A</a:t>
            </a:r>
          </a:p>
        </p:txBody>
      </p:sp>
      <p:sp>
        <p:nvSpPr>
          <p:cNvPr id="61" name="!!source-6-dom-5-3-3-1-2-text-0">
            <a:extLst>
              <a:ext uri="{FF2B5EF4-FFF2-40B4-BE49-F238E27FC236}">
                <a16:creationId xmlns:a16="http://schemas.microsoft.com/office/drawing/2014/main" id="{132F199B-EB62-46BB-A820-B505B57D1C57}"/>
              </a:ext>
            </a:extLst>
          </p:cNvPr>
          <p:cNvSpPr>
            <a:spLocks noGrp="1"/>
          </p:cNvSpPr>
          <p:nvPr/>
        </p:nvSpPr>
        <p:spPr>
          <a:xfrm>
            <a:off x="12871401" y="6559153"/>
            <a:ext cx="899219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 + Δm</a:t>
            </a:r>
          </a:p>
        </p:txBody>
      </p:sp>
      <p:sp>
        <p:nvSpPr>
          <p:cNvPr id="62" name="!!source-6-dom-5-3-3-1-3-0-text-0">
            <a:extLst>
              <a:ext uri="{FF2B5EF4-FFF2-40B4-BE49-F238E27FC236}">
                <a16:creationId xmlns:a16="http://schemas.microsoft.com/office/drawing/2014/main" id="{B314B1CC-1E93-465D-908A-86809640D817}"/>
              </a:ext>
            </a:extLst>
          </p:cNvPr>
          <p:cNvSpPr>
            <a:spLocks noGrp="1"/>
          </p:cNvSpPr>
          <p:nvPr/>
        </p:nvSpPr>
        <p:spPr>
          <a:xfrm>
            <a:off x="13722995" y="6673453"/>
            <a:ext cx="22979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B</a:t>
            </a:r>
          </a:p>
        </p:txBody>
      </p:sp>
      <p:sp>
        <p:nvSpPr>
          <p:cNvPr id="63" name="!!source-6-dom-5-3-3-2-text-0">
            <a:extLst>
              <a:ext uri="{FF2B5EF4-FFF2-40B4-BE49-F238E27FC236}">
                <a16:creationId xmlns:a16="http://schemas.microsoft.com/office/drawing/2014/main" id="{767846A7-2EE0-41E4-A8FB-EED00D4594CC}"/>
              </a:ext>
            </a:extLst>
          </p:cNvPr>
          <p:cNvSpPr>
            <a:spLocks noGrp="1"/>
          </p:cNvSpPr>
          <p:nvPr/>
        </p:nvSpPr>
        <p:spPr>
          <a:xfrm>
            <a:off x="13905160" y="6559153"/>
            <a:ext cx="247635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, set by pressures</a:t>
            </a:r>
          </a:p>
        </p:txBody>
      </p:sp>
      <p:sp>
        <p:nvSpPr>
          <p:cNvPr id="64" name="!!source-6-dom-5-3-3-2-text-1">
            <a:extLst>
              <a:ext uri="{FF2B5EF4-FFF2-40B4-BE49-F238E27FC236}">
                <a16:creationId xmlns:a16="http://schemas.microsoft.com/office/drawing/2014/main" id="{30544A0D-40DD-43A9-B727-175D424482FA}"/>
              </a:ext>
            </a:extLst>
          </p:cNvPr>
          <p:cNvSpPr>
            <a:spLocks noGrp="1"/>
          </p:cNvSpPr>
          <p:nvPr/>
        </p:nvSpPr>
        <p:spPr>
          <a:xfrm>
            <a:off x="9667874" y="7018734"/>
            <a:ext cx="480223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and volumes, not by stored mass.</a:t>
            </a:r>
          </a:p>
        </p:txBody>
      </p:sp>
      <p:pic>
        <p:nvPicPr>
          <p:cNvPr id="132" name="!!source-6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133" name="!!source-6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096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!!source-6-dom-fill">
            <a:extLst>
              <a:ext uri="{FF2B5EF4-FFF2-40B4-BE49-F238E27FC236}">
                <a16:creationId xmlns:a16="http://schemas.microsoft.com/office/drawing/2014/main" id="{A03C0F55-DEDA-4B9A-8630-BE2FBB1532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6-dom-1-0-0-0-text-0">
            <a:extLst>
              <a:ext uri="{FF2B5EF4-FFF2-40B4-BE49-F238E27FC236}">
                <a16:creationId xmlns:a16="http://schemas.microsoft.com/office/drawing/2014/main" id="{80E4C7E2-9DF2-4237-A5DD-E4F28FCF1916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6-dom-1-0-1-0-text-0">
            <a:extLst>
              <a:ext uri="{FF2B5EF4-FFF2-40B4-BE49-F238E27FC236}">
                <a16:creationId xmlns:a16="http://schemas.microsoft.com/office/drawing/2014/main" id="{8B4B3CC7-3238-47D9-8D05-A843AD3F776C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6-dom-1-0-2-border-Bottom">
            <a:extLst>
              <a:ext uri="{FF2B5EF4-FFF2-40B4-BE49-F238E27FC236}">
                <a16:creationId xmlns:a16="http://schemas.microsoft.com/office/drawing/2014/main" id="{DDDA76CE-F5B6-428A-A803-0E4C6FCCB023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6-dom-1-0-2-0-text-0">
            <a:extLst>
              <a:ext uri="{FF2B5EF4-FFF2-40B4-BE49-F238E27FC236}">
                <a16:creationId xmlns:a16="http://schemas.microsoft.com/office/drawing/2014/main" id="{CE19BF82-AB26-4E43-975E-7F90B4A93E74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6-dom-1-0-3-0-text-0">
            <a:extLst>
              <a:ext uri="{FF2B5EF4-FFF2-40B4-BE49-F238E27FC236}">
                <a16:creationId xmlns:a16="http://schemas.microsoft.com/office/drawing/2014/main" id="{4208AC82-8BCB-4661-8689-AA3D25598478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6-dom-1-0-4-0-text-0">
            <a:extLst>
              <a:ext uri="{FF2B5EF4-FFF2-40B4-BE49-F238E27FC236}">
                <a16:creationId xmlns:a16="http://schemas.microsoft.com/office/drawing/2014/main" id="{03154BC5-ABC6-4142-B91A-B5533CEC03CF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6-dom-1-0-5-0-text-0">
            <a:extLst>
              <a:ext uri="{FF2B5EF4-FFF2-40B4-BE49-F238E27FC236}">
                <a16:creationId xmlns:a16="http://schemas.microsoft.com/office/drawing/2014/main" id="{9CB6F8E1-9439-4877-AA65-A7C0328E6B01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6-dom-1-1-0-text-0">
            <a:extLst>
              <a:ext uri="{FF2B5EF4-FFF2-40B4-BE49-F238E27FC236}">
                <a16:creationId xmlns:a16="http://schemas.microsoft.com/office/drawing/2014/main" id="{157A64F0-E705-4F4B-A676-571CBCA1C44B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07 / 17</a:t>
            </a:r>
          </a:p>
        </p:txBody>
      </p:sp>
      <p:sp>
        <p:nvSpPr>
          <p:cNvPr id="10" name="!!source-6-dom-3-1-0-0-text-0">
            <a:extLst>
              <a:ext uri="{FF2B5EF4-FFF2-40B4-BE49-F238E27FC236}">
                <a16:creationId xmlns:a16="http://schemas.microsoft.com/office/drawing/2014/main" id="{2BF297EE-0785-4281-ACDA-B6754CC98159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5129808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Cascaded refuelling</a:t>
            </a:r>
          </a:p>
        </p:txBody>
      </p:sp>
      <p:sp>
        <p:nvSpPr>
          <p:cNvPr id="11" name="!!source-6-dom-3-1-1-0-text-0">
            <a:extLst>
              <a:ext uri="{FF2B5EF4-FFF2-40B4-BE49-F238E27FC236}">
                <a16:creationId xmlns:a16="http://schemas.microsoft.com/office/drawing/2014/main" id="{69D8ED5D-8D55-45D4-B9E2-2D832C9E8EC9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495493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Flow follows the pressure gradient</a:t>
            </a:r>
          </a:p>
        </p:txBody>
      </p:sp>
      <p:sp>
        <p:nvSpPr>
          <p:cNvPr id="12" name="!!source-6-dom-5-1-border-Bottom">
            <a:extLst>
              <a:ext uri="{FF2B5EF4-FFF2-40B4-BE49-F238E27FC236}">
                <a16:creationId xmlns:a16="http://schemas.microsoft.com/office/drawing/2014/main" id="{A2B616B1-9775-41A2-8FEE-8DB51BA49705}"/>
              </a:ext>
            </a:extLst>
          </p:cNvPr>
          <p:cNvSpPr>
            <a:spLocks noGrp="1"/>
          </p:cNvSpPr>
          <p:nvPr/>
        </p:nvSpPr>
        <p:spPr>
          <a:xfrm>
            <a:off x="1047750" y="8596313"/>
            <a:ext cx="7858126" cy="953"/>
          </a:xfrm>
          <a:prstGeom prst="line">
            <a:avLst/>
          </a:prstGeom>
          <a:noFill/>
          <a:ln w="28575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6-dom-5-1-1-fill">
            <a:extLst>
              <a:ext uri="{FF2B5EF4-FFF2-40B4-BE49-F238E27FC236}">
                <a16:creationId xmlns:a16="http://schemas.microsoft.com/office/drawing/2014/main" id="{C8196951-0CB4-4DD1-8752-008FA119C963}"/>
              </a:ext>
            </a:extLst>
          </p:cNvPr>
          <p:cNvSpPr>
            <a:spLocks noGrp="1"/>
          </p:cNvSpPr>
          <p:nvPr/>
        </p:nvSpPr>
        <p:spPr>
          <a:xfrm>
            <a:off x="2000250" y="3476625"/>
            <a:ext cx="1905000" cy="9525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6-dom-5-1-3-fill">
            <a:extLst>
              <a:ext uri="{FF2B5EF4-FFF2-40B4-BE49-F238E27FC236}">
                <a16:creationId xmlns:a16="http://schemas.microsoft.com/office/drawing/2014/main" id="{C2B012BE-37C9-4BCC-B992-6069719F2007}"/>
              </a:ext>
            </a:extLst>
          </p:cNvPr>
          <p:cNvSpPr>
            <a:spLocks noGrp="1"/>
          </p:cNvSpPr>
          <p:nvPr/>
        </p:nvSpPr>
        <p:spPr>
          <a:xfrm>
            <a:off x="3905250" y="3476625"/>
            <a:ext cx="3952875" cy="9525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6-dom-5-1-5-1-0-0-text-0">
            <a:extLst>
              <a:ext uri="{FF2B5EF4-FFF2-40B4-BE49-F238E27FC236}">
                <a16:creationId xmlns:a16="http://schemas.microsoft.com/office/drawing/2014/main" id="{F328FF91-1DAF-4F81-B725-BBAB7553CEA8}"/>
              </a:ext>
            </a:extLst>
          </p:cNvPr>
          <p:cNvSpPr>
            <a:spLocks noGrp="1"/>
          </p:cNvSpPr>
          <p:nvPr/>
        </p:nvSpPr>
        <p:spPr>
          <a:xfrm>
            <a:off x="1460451" y="2924175"/>
            <a:ext cx="57269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230</a:t>
            </a:r>
          </a:p>
        </p:txBody>
      </p:sp>
      <p:sp>
        <p:nvSpPr>
          <p:cNvPr id="16" name="!!source-6-dom-5-1-5-1-1-text-0">
            <a:extLst>
              <a:ext uri="{FF2B5EF4-FFF2-40B4-BE49-F238E27FC236}">
                <a16:creationId xmlns:a16="http://schemas.microsoft.com/office/drawing/2014/main" id="{AABCABA7-D7E7-4EBB-96FE-A8A32AD59643}"/>
              </a:ext>
            </a:extLst>
          </p:cNvPr>
          <p:cNvSpPr>
            <a:spLocks noGrp="1"/>
          </p:cNvSpPr>
          <p:nvPr/>
        </p:nvSpPr>
        <p:spPr>
          <a:xfrm>
            <a:off x="1985516" y="2924175"/>
            <a:ext cx="61406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bar</a:t>
            </a:r>
          </a:p>
        </p:txBody>
      </p:sp>
      <p:sp>
        <p:nvSpPr>
          <p:cNvPr id="17" name="!!source-6-dom-5-1-5-3-fill">
            <a:extLst>
              <a:ext uri="{FF2B5EF4-FFF2-40B4-BE49-F238E27FC236}">
                <a16:creationId xmlns:a16="http://schemas.microsoft.com/office/drawing/2014/main" id="{C5088A48-2087-4833-9188-4939CD31B3E8}"/>
              </a:ext>
            </a:extLst>
          </p:cNvPr>
          <p:cNvSpPr>
            <a:spLocks noGrp="1"/>
          </p:cNvSpPr>
          <p:nvPr/>
        </p:nvSpPr>
        <p:spPr>
          <a:xfrm>
            <a:off x="1958578" y="3409950"/>
            <a:ext cx="95250" cy="47625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" name="!!source-6-dom-5-1-5-5-fill">
            <a:extLst>
              <a:ext uri="{FF2B5EF4-FFF2-40B4-BE49-F238E27FC236}">
                <a16:creationId xmlns:a16="http://schemas.microsoft.com/office/drawing/2014/main" id="{93BD4EAE-D008-44D9-8672-962D8885B4FB}"/>
              </a:ext>
            </a:extLst>
          </p:cNvPr>
          <p:cNvSpPr>
            <a:spLocks noGrp="1"/>
          </p:cNvSpPr>
          <p:nvPr/>
        </p:nvSpPr>
        <p:spPr>
          <a:xfrm>
            <a:off x="1206103" y="4019550"/>
            <a:ext cx="1600200" cy="4076700"/>
          </a:xfrm>
          <a:prstGeom prst="roundRect">
            <a:avLst>
              <a:gd name="adj" fmla="val 1309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!!source-6-dom-5-1-5-5-outline">
            <a:extLst>
              <a:ext uri="{FF2B5EF4-FFF2-40B4-BE49-F238E27FC236}">
                <a16:creationId xmlns:a16="http://schemas.microsoft.com/office/drawing/2014/main" id="{1179E08B-A452-44F9-B2D9-4DE0E046EF0F}"/>
              </a:ext>
            </a:extLst>
          </p:cNvPr>
          <p:cNvSpPr>
            <a:spLocks noGrp="1"/>
          </p:cNvSpPr>
          <p:nvPr/>
        </p:nvSpPr>
        <p:spPr>
          <a:xfrm>
            <a:off x="1225153" y="4038600"/>
            <a:ext cx="1562100" cy="4038600"/>
          </a:xfrm>
          <a:prstGeom prst="roundRect">
            <a:avLst>
              <a:gd name="adj" fmla="val 13415"/>
            </a:avLst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6-dom-5-1-5-5-0-fill">
            <a:extLst>
              <a:ext uri="{FF2B5EF4-FFF2-40B4-BE49-F238E27FC236}">
                <a16:creationId xmlns:a16="http://schemas.microsoft.com/office/drawing/2014/main" id="{DB37205F-DA19-4799-9FA2-26035CFEFCB2}"/>
              </a:ext>
            </a:extLst>
          </p:cNvPr>
          <p:cNvSpPr>
            <a:spLocks noGrp="1"/>
          </p:cNvSpPr>
          <p:nvPr/>
        </p:nvSpPr>
        <p:spPr>
          <a:xfrm>
            <a:off x="1244203" y="6218039"/>
            <a:ext cx="1524000" cy="1840110"/>
          </a:xfrm>
          <a:custGeom>
            <a:avLst/>
            <a:gdLst/>
            <a:ahLst/>
            <a:cxnLst/>
            <a:rect l="0" t="0" r="0" b="0"/>
            <a:pathLst>
              <a:path w="1524000" h="1840110">
                <a:moveTo>
                  <a:pt x="0" y="0"/>
                </a:moveTo>
                <a:lnTo>
                  <a:pt x="1524000" y="0"/>
                </a:lnTo>
                <a:lnTo>
                  <a:pt x="1524000" y="1668660"/>
                </a:lnTo>
                <a:lnTo>
                  <a:pt x="1520706" y="1702109"/>
                </a:lnTo>
                <a:lnTo>
                  <a:pt x="1510949" y="1734272"/>
                </a:lnTo>
                <a:lnTo>
                  <a:pt x="1495106" y="1763913"/>
                </a:lnTo>
                <a:lnTo>
                  <a:pt x="1473784" y="1789894"/>
                </a:lnTo>
                <a:lnTo>
                  <a:pt x="1447803" y="1811216"/>
                </a:lnTo>
                <a:lnTo>
                  <a:pt x="1418161" y="1827060"/>
                </a:lnTo>
                <a:lnTo>
                  <a:pt x="1385998" y="1836816"/>
                </a:lnTo>
                <a:lnTo>
                  <a:pt x="1352550" y="1840110"/>
                </a:lnTo>
                <a:lnTo>
                  <a:pt x="171450" y="1840110"/>
                </a:lnTo>
                <a:lnTo>
                  <a:pt x="138002" y="1836816"/>
                </a:lnTo>
                <a:lnTo>
                  <a:pt x="105839" y="1827060"/>
                </a:lnTo>
                <a:lnTo>
                  <a:pt x="76197" y="1811216"/>
                </a:lnTo>
                <a:lnTo>
                  <a:pt x="50217" y="1789894"/>
                </a:lnTo>
                <a:lnTo>
                  <a:pt x="28895" y="1763913"/>
                </a:lnTo>
                <a:lnTo>
                  <a:pt x="13051" y="1734272"/>
                </a:lnTo>
                <a:lnTo>
                  <a:pt x="3294" y="1702109"/>
                </a:lnTo>
                <a:lnTo>
                  <a:pt x="0" y="166866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" name="!!source-6-dom-5-1-5-7-0-text-0">
            <a:extLst>
              <a:ext uri="{FF2B5EF4-FFF2-40B4-BE49-F238E27FC236}">
                <a16:creationId xmlns:a16="http://schemas.microsoft.com/office/drawing/2014/main" id="{5ABF1A50-AD7F-474C-9C5D-7177DA10A4F2}"/>
              </a:ext>
            </a:extLst>
          </p:cNvPr>
          <p:cNvSpPr>
            <a:spLocks noGrp="1"/>
          </p:cNvSpPr>
          <p:nvPr/>
        </p:nvSpPr>
        <p:spPr>
          <a:xfrm>
            <a:off x="1502420" y="8229600"/>
            <a:ext cx="105519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Tank A</a:t>
            </a:r>
          </a:p>
        </p:txBody>
      </p:sp>
      <p:sp>
        <p:nvSpPr>
          <p:cNvPr id="22" name="!!source-6-dom-5-1-7-1-0-0-text-0">
            <a:extLst>
              <a:ext uri="{FF2B5EF4-FFF2-40B4-BE49-F238E27FC236}">
                <a16:creationId xmlns:a16="http://schemas.microsoft.com/office/drawing/2014/main" id="{2B896731-C9B9-4472-8271-04C6D759DF2D}"/>
              </a:ext>
            </a:extLst>
          </p:cNvPr>
          <p:cNvSpPr>
            <a:spLocks noGrp="1"/>
          </p:cNvSpPr>
          <p:nvPr/>
        </p:nvSpPr>
        <p:spPr>
          <a:xfrm>
            <a:off x="3352056" y="2924175"/>
            <a:ext cx="62314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480</a:t>
            </a:r>
          </a:p>
        </p:txBody>
      </p:sp>
      <p:sp>
        <p:nvSpPr>
          <p:cNvPr id="23" name="!!source-6-dom-5-1-7-1-1-text-0">
            <a:extLst>
              <a:ext uri="{FF2B5EF4-FFF2-40B4-BE49-F238E27FC236}">
                <a16:creationId xmlns:a16="http://schemas.microsoft.com/office/drawing/2014/main" id="{0BD5BE84-C573-4719-9E51-F2F65937B741}"/>
              </a:ext>
            </a:extLst>
          </p:cNvPr>
          <p:cNvSpPr>
            <a:spLocks noGrp="1"/>
          </p:cNvSpPr>
          <p:nvPr/>
        </p:nvSpPr>
        <p:spPr>
          <a:xfrm>
            <a:off x="3927574" y="2924175"/>
            <a:ext cx="61406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bar</a:t>
            </a:r>
          </a:p>
        </p:txBody>
      </p:sp>
      <p:sp>
        <p:nvSpPr>
          <p:cNvPr id="24" name="!!source-6-dom-5-1-7-3-fill">
            <a:extLst>
              <a:ext uri="{FF2B5EF4-FFF2-40B4-BE49-F238E27FC236}">
                <a16:creationId xmlns:a16="http://schemas.microsoft.com/office/drawing/2014/main" id="{C0009BAB-216D-4E89-8EB1-B3B8F8F87E54}"/>
              </a:ext>
            </a:extLst>
          </p:cNvPr>
          <p:cNvSpPr>
            <a:spLocks noGrp="1"/>
          </p:cNvSpPr>
          <p:nvPr/>
        </p:nvSpPr>
        <p:spPr>
          <a:xfrm>
            <a:off x="3875484" y="3409950"/>
            <a:ext cx="95250" cy="476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6-dom-5-1-7-5-fill">
            <a:extLst>
              <a:ext uri="{FF2B5EF4-FFF2-40B4-BE49-F238E27FC236}">
                <a16:creationId xmlns:a16="http://schemas.microsoft.com/office/drawing/2014/main" id="{B926CB40-F841-422E-B3F2-B496245E6EEC}"/>
              </a:ext>
            </a:extLst>
          </p:cNvPr>
          <p:cNvSpPr>
            <a:spLocks noGrp="1"/>
          </p:cNvSpPr>
          <p:nvPr/>
        </p:nvSpPr>
        <p:spPr>
          <a:xfrm>
            <a:off x="3123009" y="4019550"/>
            <a:ext cx="1600200" cy="4076700"/>
          </a:xfrm>
          <a:prstGeom prst="roundRect">
            <a:avLst>
              <a:gd name="adj" fmla="val 1309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6-dom-5-1-7-5-outline">
            <a:extLst>
              <a:ext uri="{FF2B5EF4-FFF2-40B4-BE49-F238E27FC236}">
                <a16:creationId xmlns:a16="http://schemas.microsoft.com/office/drawing/2014/main" id="{454C16F5-3C39-4582-AE44-044FC1D54045}"/>
              </a:ext>
            </a:extLst>
          </p:cNvPr>
          <p:cNvSpPr>
            <a:spLocks noGrp="1"/>
          </p:cNvSpPr>
          <p:nvPr/>
        </p:nvSpPr>
        <p:spPr>
          <a:xfrm>
            <a:off x="3142059" y="4038600"/>
            <a:ext cx="1562100" cy="4038600"/>
          </a:xfrm>
          <a:prstGeom prst="roundRect">
            <a:avLst>
              <a:gd name="adj" fmla="val 13415"/>
            </a:avLst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!!source-6-dom-5-1-7-5-0-fill">
            <a:extLst>
              <a:ext uri="{FF2B5EF4-FFF2-40B4-BE49-F238E27FC236}">
                <a16:creationId xmlns:a16="http://schemas.microsoft.com/office/drawing/2014/main" id="{30A968AA-DD74-4AC5-B3BE-46AB2086ECD0}"/>
              </a:ext>
            </a:extLst>
          </p:cNvPr>
          <p:cNvSpPr>
            <a:spLocks noGrp="1"/>
          </p:cNvSpPr>
          <p:nvPr/>
        </p:nvSpPr>
        <p:spPr>
          <a:xfrm>
            <a:off x="3161109" y="4217789"/>
            <a:ext cx="1524000" cy="3840361"/>
          </a:xfrm>
          <a:custGeom>
            <a:avLst/>
            <a:gdLst/>
            <a:ahLst/>
            <a:cxnLst/>
            <a:rect l="0" t="0" r="0" b="0"/>
            <a:pathLst>
              <a:path w="1524000" h="3840361">
                <a:moveTo>
                  <a:pt x="0" y="0"/>
                </a:moveTo>
                <a:lnTo>
                  <a:pt x="1524000" y="0"/>
                </a:lnTo>
                <a:lnTo>
                  <a:pt x="1524000" y="3668911"/>
                </a:lnTo>
                <a:lnTo>
                  <a:pt x="1520706" y="3702359"/>
                </a:lnTo>
                <a:lnTo>
                  <a:pt x="1510950" y="3734522"/>
                </a:lnTo>
                <a:lnTo>
                  <a:pt x="1495106" y="3764163"/>
                </a:lnTo>
                <a:lnTo>
                  <a:pt x="1473784" y="3790144"/>
                </a:lnTo>
                <a:lnTo>
                  <a:pt x="1447803" y="3811466"/>
                </a:lnTo>
                <a:lnTo>
                  <a:pt x="1418162" y="3827310"/>
                </a:lnTo>
                <a:lnTo>
                  <a:pt x="1385999" y="3837066"/>
                </a:lnTo>
                <a:lnTo>
                  <a:pt x="1352550" y="3840361"/>
                </a:lnTo>
                <a:lnTo>
                  <a:pt x="171450" y="3840361"/>
                </a:lnTo>
                <a:lnTo>
                  <a:pt x="138002" y="3837066"/>
                </a:lnTo>
                <a:lnTo>
                  <a:pt x="105839" y="3827310"/>
                </a:lnTo>
                <a:lnTo>
                  <a:pt x="76197" y="3811466"/>
                </a:lnTo>
                <a:lnTo>
                  <a:pt x="50217" y="3790144"/>
                </a:lnTo>
                <a:lnTo>
                  <a:pt x="28895" y="3764163"/>
                </a:lnTo>
                <a:lnTo>
                  <a:pt x="13051" y="3734522"/>
                </a:lnTo>
                <a:lnTo>
                  <a:pt x="3294" y="3702359"/>
                </a:lnTo>
                <a:lnTo>
                  <a:pt x="0" y="3668911"/>
                </a:lnTo>
                <a:close/>
              </a:path>
            </a:pathLst>
          </a:custGeom>
          <a:solidFill>
            <a:srgbClr val="4E2E1A">
              <a:alpha val="5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6-dom-5-1-7-7-0-text-0">
            <a:extLst>
              <a:ext uri="{FF2B5EF4-FFF2-40B4-BE49-F238E27FC236}">
                <a16:creationId xmlns:a16="http://schemas.microsoft.com/office/drawing/2014/main" id="{EBFDA414-0D1F-405F-8920-E25C080264B1}"/>
              </a:ext>
            </a:extLst>
          </p:cNvPr>
          <p:cNvSpPr>
            <a:spLocks noGrp="1"/>
          </p:cNvSpPr>
          <p:nvPr/>
        </p:nvSpPr>
        <p:spPr>
          <a:xfrm>
            <a:off x="3417540" y="8229600"/>
            <a:ext cx="105861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Tank B</a:t>
            </a:r>
          </a:p>
        </p:txBody>
      </p:sp>
      <p:sp>
        <p:nvSpPr>
          <p:cNvPr id="29" name="!!source-6-dom-5-1-9-1-0-text-0">
            <a:extLst>
              <a:ext uri="{FF2B5EF4-FFF2-40B4-BE49-F238E27FC236}">
                <a16:creationId xmlns:a16="http://schemas.microsoft.com/office/drawing/2014/main" id="{4645A47E-7984-4C12-9B77-ADFA9B8B8369}"/>
              </a:ext>
            </a:extLst>
          </p:cNvPr>
          <p:cNvSpPr>
            <a:spLocks noGrp="1"/>
          </p:cNvSpPr>
          <p:nvPr/>
        </p:nvSpPr>
        <p:spPr>
          <a:xfrm>
            <a:off x="5475684" y="5086350"/>
            <a:ext cx="776288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4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5400" b="1" i="0" spc="-13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⟶</a:t>
            </a:r>
          </a:p>
        </p:txBody>
      </p:sp>
      <p:sp>
        <p:nvSpPr>
          <p:cNvPr id="30" name="!!source-6-dom-5-1-9-3-0-0-text-0">
            <a:extLst>
              <a:ext uri="{FF2B5EF4-FFF2-40B4-BE49-F238E27FC236}">
                <a16:creationId xmlns:a16="http://schemas.microsoft.com/office/drawing/2014/main" id="{4C5D3F67-9202-4C36-A622-C77433E0CAD6}"/>
              </a:ext>
            </a:extLst>
          </p:cNvPr>
          <p:cNvSpPr>
            <a:spLocks noGrp="1"/>
          </p:cNvSpPr>
          <p:nvPr/>
        </p:nvSpPr>
        <p:spPr>
          <a:xfrm>
            <a:off x="5047357" y="5991225"/>
            <a:ext cx="163279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 → vehicle</a:t>
            </a:r>
          </a:p>
        </p:txBody>
      </p:sp>
      <p:sp>
        <p:nvSpPr>
          <p:cNvPr id="31" name="!!source-6-dom-5-1-11-1-0-0-text-0">
            <a:extLst>
              <a:ext uri="{FF2B5EF4-FFF2-40B4-BE49-F238E27FC236}">
                <a16:creationId xmlns:a16="http://schemas.microsoft.com/office/drawing/2014/main" id="{E86137D1-C713-4DE2-AA44-37963D67AE60}"/>
              </a:ext>
            </a:extLst>
          </p:cNvPr>
          <p:cNvSpPr>
            <a:spLocks noGrp="1"/>
          </p:cNvSpPr>
          <p:nvPr/>
        </p:nvSpPr>
        <p:spPr>
          <a:xfrm>
            <a:off x="7306419" y="2924175"/>
            <a:ext cx="57269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230</a:t>
            </a:r>
          </a:p>
        </p:txBody>
      </p:sp>
      <p:sp>
        <p:nvSpPr>
          <p:cNvPr id="32" name="!!source-6-dom-5-1-11-1-1-text-0">
            <a:extLst>
              <a:ext uri="{FF2B5EF4-FFF2-40B4-BE49-F238E27FC236}">
                <a16:creationId xmlns:a16="http://schemas.microsoft.com/office/drawing/2014/main" id="{9BB99DFE-795E-452D-967E-C46065B03F85}"/>
              </a:ext>
            </a:extLst>
          </p:cNvPr>
          <p:cNvSpPr>
            <a:spLocks noGrp="1"/>
          </p:cNvSpPr>
          <p:nvPr/>
        </p:nvSpPr>
        <p:spPr>
          <a:xfrm>
            <a:off x="7831485" y="2924175"/>
            <a:ext cx="61406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bar</a:t>
            </a:r>
          </a:p>
        </p:txBody>
      </p:sp>
      <p:sp>
        <p:nvSpPr>
          <p:cNvPr id="33" name="!!source-6-dom-5-1-11-3-fill">
            <a:extLst>
              <a:ext uri="{FF2B5EF4-FFF2-40B4-BE49-F238E27FC236}">
                <a16:creationId xmlns:a16="http://schemas.microsoft.com/office/drawing/2014/main" id="{D6C659EF-CA6D-4B95-8EB6-02968D2D28F0}"/>
              </a:ext>
            </a:extLst>
          </p:cNvPr>
          <p:cNvSpPr>
            <a:spLocks noGrp="1"/>
          </p:cNvSpPr>
          <p:nvPr/>
        </p:nvSpPr>
        <p:spPr>
          <a:xfrm>
            <a:off x="7804547" y="3409950"/>
            <a:ext cx="95250" cy="47625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6-dom-5-1-11-5-fill">
            <a:extLst>
              <a:ext uri="{FF2B5EF4-FFF2-40B4-BE49-F238E27FC236}">
                <a16:creationId xmlns:a16="http://schemas.microsoft.com/office/drawing/2014/main" id="{2905C5D6-C986-4D95-9B61-55D65A6BC530}"/>
              </a:ext>
            </a:extLst>
          </p:cNvPr>
          <p:cNvSpPr>
            <a:spLocks noGrp="1"/>
          </p:cNvSpPr>
          <p:nvPr/>
        </p:nvSpPr>
        <p:spPr>
          <a:xfrm>
            <a:off x="6909197" y="4019550"/>
            <a:ext cx="1885950" cy="4076700"/>
          </a:xfrm>
          <a:prstGeom prst="roundRect">
            <a:avLst>
              <a:gd name="adj" fmla="val 11111"/>
            </a:avLst>
          </a:prstGeom>
          <a:solidFill>
            <a:srgbClr val="FFF5F5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6-dom-5-1-11-5-outline">
            <a:extLst>
              <a:ext uri="{FF2B5EF4-FFF2-40B4-BE49-F238E27FC236}">
                <a16:creationId xmlns:a16="http://schemas.microsoft.com/office/drawing/2014/main" id="{3D4CCA7B-4CA6-4DD4-88A6-213BB58464F4}"/>
              </a:ext>
            </a:extLst>
          </p:cNvPr>
          <p:cNvSpPr>
            <a:spLocks noGrp="1"/>
          </p:cNvSpPr>
          <p:nvPr/>
        </p:nvSpPr>
        <p:spPr>
          <a:xfrm>
            <a:off x="6928247" y="4038600"/>
            <a:ext cx="1847850" cy="4038600"/>
          </a:xfrm>
          <a:prstGeom prst="roundRect">
            <a:avLst>
              <a:gd name="adj" fmla="val 11340"/>
            </a:avLst>
          </a:prstGeom>
          <a:noFill/>
          <a:ln w="3810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6-dom-5-1-11-5-0-fill">
            <a:extLst>
              <a:ext uri="{FF2B5EF4-FFF2-40B4-BE49-F238E27FC236}">
                <a16:creationId xmlns:a16="http://schemas.microsoft.com/office/drawing/2014/main" id="{2A46D2A5-B6BA-4BFE-970C-1BDBF397D407}"/>
              </a:ext>
            </a:extLst>
          </p:cNvPr>
          <p:cNvSpPr>
            <a:spLocks noGrp="1"/>
          </p:cNvSpPr>
          <p:nvPr/>
        </p:nvSpPr>
        <p:spPr>
          <a:xfrm>
            <a:off x="6947297" y="6218039"/>
            <a:ext cx="1809750" cy="1840110"/>
          </a:xfrm>
          <a:custGeom>
            <a:avLst/>
            <a:gdLst/>
            <a:ahLst/>
            <a:cxnLst/>
            <a:rect l="0" t="0" r="0" b="0"/>
            <a:pathLst>
              <a:path w="1809750" h="1840110">
                <a:moveTo>
                  <a:pt x="0" y="0"/>
                </a:moveTo>
                <a:lnTo>
                  <a:pt x="1809750" y="0"/>
                </a:lnTo>
                <a:lnTo>
                  <a:pt x="1809750" y="1668660"/>
                </a:lnTo>
                <a:lnTo>
                  <a:pt x="1806455" y="1702109"/>
                </a:lnTo>
                <a:lnTo>
                  <a:pt x="1796699" y="1734272"/>
                </a:lnTo>
                <a:lnTo>
                  <a:pt x="1780855" y="1763913"/>
                </a:lnTo>
                <a:lnTo>
                  <a:pt x="1759533" y="1789894"/>
                </a:lnTo>
                <a:lnTo>
                  <a:pt x="1733552" y="1811216"/>
                </a:lnTo>
                <a:lnTo>
                  <a:pt x="1703911" y="1827060"/>
                </a:lnTo>
                <a:lnTo>
                  <a:pt x="1671748" y="1836816"/>
                </a:lnTo>
                <a:lnTo>
                  <a:pt x="1638300" y="1840110"/>
                </a:lnTo>
                <a:lnTo>
                  <a:pt x="171450" y="1840110"/>
                </a:lnTo>
                <a:lnTo>
                  <a:pt x="138002" y="1836816"/>
                </a:lnTo>
                <a:lnTo>
                  <a:pt x="105839" y="1827060"/>
                </a:lnTo>
                <a:lnTo>
                  <a:pt x="76197" y="1811216"/>
                </a:lnTo>
                <a:lnTo>
                  <a:pt x="50217" y="1789894"/>
                </a:lnTo>
                <a:lnTo>
                  <a:pt x="28895" y="1763913"/>
                </a:lnTo>
                <a:lnTo>
                  <a:pt x="13051" y="1734272"/>
                </a:lnTo>
                <a:lnTo>
                  <a:pt x="3294" y="1702109"/>
                </a:lnTo>
                <a:lnTo>
                  <a:pt x="0" y="1668660"/>
                </a:lnTo>
                <a:close/>
              </a:path>
            </a:pathLst>
          </a:cu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6-dom-5-1-11-7-0-text-0">
            <a:extLst>
              <a:ext uri="{FF2B5EF4-FFF2-40B4-BE49-F238E27FC236}">
                <a16:creationId xmlns:a16="http://schemas.microsoft.com/office/drawing/2014/main" id="{26C56CEB-CC97-4968-A5E1-DABF53EAE7C8}"/>
              </a:ext>
            </a:extLst>
          </p:cNvPr>
          <p:cNvSpPr>
            <a:spLocks noGrp="1"/>
          </p:cNvSpPr>
          <p:nvPr/>
        </p:nvSpPr>
        <p:spPr>
          <a:xfrm>
            <a:off x="7315349" y="8229600"/>
            <a:ext cx="112127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38" name="!!source-6-dom-5-3-1-1-0-0-text-0">
            <a:extLst>
              <a:ext uri="{FF2B5EF4-FFF2-40B4-BE49-F238E27FC236}">
                <a16:creationId xmlns:a16="http://schemas.microsoft.com/office/drawing/2014/main" id="{73B84D77-085D-4923-A680-B491C157386D}"/>
              </a:ext>
            </a:extLst>
          </p:cNvPr>
          <p:cNvSpPr>
            <a:spLocks noGrp="1"/>
          </p:cNvSpPr>
          <p:nvPr/>
        </p:nvSpPr>
        <p:spPr>
          <a:xfrm>
            <a:off x="9382124" y="3463528"/>
            <a:ext cx="15225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39" name="!!source-6-dom-5-3-1-1-1-0-text-0">
            <a:extLst>
              <a:ext uri="{FF2B5EF4-FFF2-40B4-BE49-F238E27FC236}">
                <a16:creationId xmlns:a16="http://schemas.microsoft.com/office/drawing/2014/main" id="{2862A5D9-B1A9-4F5D-844E-A1168D81067C}"/>
              </a:ext>
            </a:extLst>
          </p:cNvPr>
          <p:cNvSpPr>
            <a:spLocks noGrp="1"/>
          </p:cNvSpPr>
          <p:nvPr/>
        </p:nvSpPr>
        <p:spPr>
          <a:xfrm>
            <a:off x="9972674" y="3444478"/>
            <a:ext cx="230460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Open A: flow to </a:t>
            </a:r>
          </a:p>
        </p:txBody>
      </p:sp>
      <p:sp>
        <p:nvSpPr>
          <p:cNvPr id="40" name="!!source-6-dom-5-3-1-1-1-1-0-text-0">
            <a:extLst>
              <a:ext uri="{FF2B5EF4-FFF2-40B4-BE49-F238E27FC236}">
                <a16:creationId xmlns:a16="http://schemas.microsoft.com/office/drawing/2014/main" id="{B3A863CE-A213-461D-8480-17B1F5B3692C}"/>
              </a:ext>
            </a:extLst>
          </p:cNvPr>
          <p:cNvSpPr>
            <a:spLocks noGrp="1"/>
          </p:cNvSpPr>
          <p:nvPr/>
        </p:nvSpPr>
        <p:spPr>
          <a:xfrm>
            <a:off x="12229653" y="3444478"/>
            <a:ext cx="25687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</a:t>
            </a:r>
          </a:p>
        </p:txBody>
      </p:sp>
      <p:sp>
        <p:nvSpPr>
          <p:cNvPr id="41" name="!!source-6-dom-5-3-1-1-1-1-1-0-text-0">
            <a:extLst>
              <a:ext uri="{FF2B5EF4-FFF2-40B4-BE49-F238E27FC236}">
                <a16:creationId xmlns:a16="http://schemas.microsoft.com/office/drawing/2014/main" id="{9BC670E5-175C-4470-BABE-3FAB8D9B1A7C}"/>
              </a:ext>
            </a:extLst>
          </p:cNvPr>
          <p:cNvSpPr>
            <a:spLocks noGrp="1"/>
          </p:cNvSpPr>
          <p:nvPr/>
        </p:nvSpPr>
        <p:spPr>
          <a:xfrm>
            <a:off x="12438906" y="3558778"/>
            <a:ext cx="514201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eq,1</a:t>
            </a:r>
          </a:p>
        </p:txBody>
      </p:sp>
      <p:sp>
        <p:nvSpPr>
          <p:cNvPr id="42" name="!!source-6-dom-5-3-1-1-1-2-text-0">
            <a:extLst>
              <a:ext uri="{FF2B5EF4-FFF2-40B4-BE49-F238E27FC236}">
                <a16:creationId xmlns:a16="http://schemas.microsoft.com/office/drawing/2014/main" id="{1A991A02-F923-4651-9D92-2280231873A1}"/>
              </a:ext>
            </a:extLst>
          </p:cNvPr>
          <p:cNvSpPr>
            <a:spLocks noGrp="1"/>
          </p:cNvSpPr>
          <p:nvPr/>
        </p:nvSpPr>
        <p:spPr>
          <a:xfrm>
            <a:off x="12905483" y="3444478"/>
            <a:ext cx="127292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, A gives </a:t>
            </a:r>
          </a:p>
        </p:txBody>
      </p:sp>
      <p:sp>
        <p:nvSpPr>
          <p:cNvPr id="43" name="!!source-6-dom-5-3-1-1-1-3-0-text-0">
            <a:extLst>
              <a:ext uri="{FF2B5EF4-FFF2-40B4-BE49-F238E27FC236}">
                <a16:creationId xmlns:a16="http://schemas.microsoft.com/office/drawing/2014/main" id="{105B578F-C184-4AB1-88CF-EDCFE9F2E889}"/>
              </a:ext>
            </a:extLst>
          </p:cNvPr>
          <p:cNvSpPr>
            <a:spLocks noGrp="1"/>
          </p:cNvSpPr>
          <p:nvPr/>
        </p:nvSpPr>
        <p:spPr>
          <a:xfrm>
            <a:off x="14130784" y="3444478"/>
            <a:ext cx="56629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Δm</a:t>
            </a:r>
          </a:p>
        </p:txBody>
      </p:sp>
      <p:sp>
        <p:nvSpPr>
          <p:cNvPr id="44" name="!!source-6-dom-5-3-1-1-1-3-1-0-text-0">
            <a:extLst>
              <a:ext uri="{FF2B5EF4-FFF2-40B4-BE49-F238E27FC236}">
                <a16:creationId xmlns:a16="http://schemas.microsoft.com/office/drawing/2014/main" id="{842647E3-B5BC-400E-A629-C04340AA55E2}"/>
              </a:ext>
            </a:extLst>
          </p:cNvPr>
          <p:cNvSpPr>
            <a:spLocks noGrp="1"/>
          </p:cNvSpPr>
          <p:nvPr/>
        </p:nvSpPr>
        <p:spPr>
          <a:xfrm>
            <a:off x="14649450" y="3558778"/>
            <a:ext cx="230088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</a:t>
            </a:r>
          </a:p>
        </p:txBody>
      </p:sp>
      <p:sp>
        <p:nvSpPr>
          <p:cNvPr id="45" name="!!source-6-dom-5-3-1-3-0-0-text-0">
            <a:extLst>
              <a:ext uri="{FF2B5EF4-FFF2-40B4-BE49-F238E27FC236}">
                <a16:creationId xmlns:a16="http://schemas.microsoft.com/office/drawing/2014/main" id="{B726E7A7-0655-423D-B3EC-C396B5C09D22}"/>
              </a:ext>
            </a:extLst>
          </p:cNvPr>
          <p:cNvSpPr>
            <a:spLocks noGrp="1"/>
          </p:cNvSpPr>
          <p:nvPr/>
        </p:nvSpPr>
        <p:spPr>
          <a:xfrm>
            <a:off x="9382124" y="4082653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6" name="!!source-6-dom-5-3-1-3-1-0-text-0">
            <a:extLst>
              <a:ext uri="{FF2B5EF4-FFF2-40B4-BE49-F238E27FC236}">
                <a16:creationId xmlns:a16="http://schemas.microsoft.com/office/drawing/2014/main" id="{7271327C-9C7B-4906-B6C3-26553887EDE6}"/>
              </a:ext>
            </a:extLst>
          </p:cNvPr>
          <p:cNvSpPr>
            <a:spLocks noGrp="1"/>
          </p:cNvSpPr>
          <p:nvPr/>
        </p:nvSpPr>
        <p:spPr>
          <a:xfrm>
            <a:off x="9972674" y="4063603"/>
            <a:ext cx="71062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No gradient: A cannot push more, whatever it still</a:t>
            </a:r>
          </a:p>
        </p:txBody>
      </p:sp>
      <p:sp>
        <p:nvSpPr>
          <p:cNvPr id="47" name="!!source-6-dom-5-3-1-3-1-0-text-1">
            <a:extLst>
              <a:ext uri="{FF2B5EF4-FFF2-40B4-BE49-F238E27FC236}">
                <a16:creationId xmlns:a16="http://schemas.microsoft.com/office/drawing/2014/main" id="{8227BFF3-477B-482F-952D-0D4CFACDF4BF}"/>
              </a:ext>
            </a:extLst>
          </p:cNvPr>
          <p:cNvSpPr>
            <a:spLocks noGrp="1"/>
          </p:cNvSpPr>
          <p:nvPr/>
        </p:nvSpPr>
        <p:spPr>
          <a:xfrm>
            <a:off x="9972674" y="4463653"/>
            <a:ext cx="83001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holds</a:t>
            </a:r>
          </a:p>
        </p:txBody>
      </p:sp>
      <p:sp>
        <p:nvSpPr>
          <p:cNvPr id="48" name="!!source-6-dom-5-3-1-5-0-0-text-0">
            <a:extLst>
              <a:ext uri="{FF2B5EF4-FFF2-40B4-BE49-F238E27FC236}">
                <a16:creationId xmlns:a16="http://schemas.microsoft.com/office/drawing/2014/main" id="{869B51D2-B3C4-4B1C-8216-92FF415D4CDB}"/>
              </a:ext>
            </a:extLst>
          </p:cNvPr>
          <p:cNvSpPr>
            <a:spLocks noGrp="1"/>
          </p:cNvSpPr>
          <p:nvPr/>
        </p:nvSpPr>
        <p:spPr>
          <a:xfrm>
            <a:off x="9382124" y="5054203"/>
            <a:ext cx="20553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49" name="!!source-6-dom-5-3-1-5-1-0-text-0">
            <a:extLst>
              <a:ext uri="{FF2B5EF4-FFF2-40B4-BE49-F238E27FC236}">
                <a16:creationId xmlns:a16="http://schemas.microsoft.com/office/drawing/2014/main" id="{AF290D20-7D81-4A37-BB74-1B817EE6DB17}"/>
              </a:ext>
            </a:extLst>
          </p:cNvPr>
          <p:cNvSpPr>
            <a:spLocks noGrp="1"/>
          </p:cNvSpPr>
          <p:nvPr/>
        </p:nvSpPr>
        <p:spPr>
          <a:xfrm>
            <a:off x="9972674" y="5035153"/>
            <a:ext cx="496684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Open B: flow to 350 bar, B delivers </a:t>
            </a:r>
          </a:p>
        </p:txBody>
      </p:sp>
      <p:sp>
        <p:nvSpPr>
          <p:cNvPr id="50" name="!!source-6-dom-5-3-1-5-1-1-0-text-0">
            <a:extLst>
              <a:ext uri="{FF2B5EF4-FFF2-40B4-BE49-F238E27FC236}">
                <a16:creationId xmlns:a16="http://schemas.microsoft.com/office/drawing/2014/main" id="{2765E502-3BD9-44FC-8765-F8B7D5D838D9}"/>
              </a:ext>
            </a:extLst>
          </p:cNvPr>
          <p:cNvSpPr>
            <a:spLocks noGrp="1"/>
          </p:cNvSpPr>
          <p:nvPr/>
        </p:nvSpPr>
        <p:spPr>
          <a:xfrm>
            <a:off x="14891891" y="5035153"/>
            <a:ext cx="56629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Δm</a:t>
            </a:r>
          </a:p>
        </p:txBody>
      </p:sp>
      <p:sp>
        <p:nvSpPr>
          <p:cNvPr id="51" name="!!source-6-dom-5-3-1-5-1-1-1-0-text-0">
            <a:extLst>
              <a:ext uri="{FF2B5EF4-FFF2-40B4-BE49-F238E27FC236}">
                <a16:creationId xmlns:a16="http://schemas.microsoft.com/office/drawing/2014/main" id="{E30460F6-AE88-428F-BE16-7CE00619B048}"/>
              </a:ext>
            </a:extLst>
          </p:cNvPr>
          <p:cNvSpPr>
            <a:spLocks noGrp="1"/>
          </p:cNvSpPr>
          <p:nvPr/>
        </p:nvSpPr>
        <p:spPr>
          <a:xfrm>
            <a:off x="15410558" y="5149454"/>
            <a:ext cx="229790" cy="285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B</a:t>
            </a:r>
          </a:p>
        </p:txBody>
      </p:sp>
      <p:sp>
        <p:nvSpPr>
          <p:cNvPr id="52" name="!!source-6-dom-5-3-1-7-0-0-text-0">
            <a:extLst>
              <a:ext uri="{FF2B5EF4-FFF2-40B4-BE49-F238E27FC236}">
                <a16:creationId xmlns:a16="http://schemas.microsoft.com/office/drawing/2014/main" id="{02D04CB0-2C3A-4451-8DF6-9C5A0C210ECB}"/>
              </a:ext>
            </a:extLst>
          </p:cNvPr>
          <p:cNvSpPr>
            <a:spLocks noGrp="1"/>
          </p:cNvSpPr>
          <p:nvPr/>
        </p:nvSpPr>
        <p:spPr>
          <a:xfrm>
            <a:off x="9382124" y="5673328"/>
            <a:ext cx="23142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53" name="!!source-6-dom-5-3-1-7-1-0-text-0">
            <a:extLst>
              <a:ext uri="{FF2B5EF4-FFF2-40B4-BE49-F238E27FC236}">
                <a16:creationId xmlns:a16="http://schemas.microsoft.com/office/drawing/2014/main" id="{3004ADE6-E75F-4114-A295-A0CBF74EE66B}"/>
              </a:ext>
            </a:extLst>
          </p:cNvPr>
          <p:cNvSpPr>
            <a:spLocks noGrp="1"/>
          </p:cNvSpPr>
          <p:nvPr/>
        </p:nvSpPr>
        <p:spPr>
          <a:xfrm>
            <a:off x="9972674" y="5654278"/>
            <a:ext cx="22099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Order matters: </a:t>
            </a:r>
          </a:p>
        </p:txBody>
      </p:sp>
      <p:sp>
        <p:nvSpPr>
          <p:cNvPr id="54" name="!!source-6-dom-5-3-1-7-1-1-0-text-0">
            <a:extLst>
              <a:ext uri="{FF2B5EF4-FFF2-40B4-BE49-F238E27FC236}">
                <a16:creationId xmlns:a16="http://schemas.microsoft.com/office/drawing/2014/main" id="{E6F5055B-859F-4165-AB12-3A7711B867EE}"/>
              </a:ext>
            </a:extLst>
          </p:cNvPr>
          <p:cNvSpPr>
            <a:spLocks noGrp="1"/>
          </p:cNvSpPr>
          <p:nvPr/>
        </p:nvSpPr>
        <p:spPr>
          <a:xfrm>
            <a:off x="12134999" y="5654278"/>
            <a:ext cx="81840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B → A</a:t>
            </a:r>
          </a:p>
        </p:txBody>
      </p:sp>
      <p:sp>
        <p:nvSpPr>
          <p:cNvPr id="55" name="!!source-6-dom-5-3-1-7-1-2-text-0">
            <a:extLst>
              <a:ext uri="{FF2B5EF4-FFF2-40B4-BE49-F238E27FC236}">
                <a16:creationId xmlns:a16="http://schemas.microsoft.com/office/drawing/2014/main" id="{3214994C-05E6-4798-9B16-0AF35B8B355E}"/>
              </a:ext>
            </a:extLst>
          </p:cNvPr>
          <p:cNvSpPr>
            <a:spLocks noGrp="1"/>
          </p:cNvSpPr>
          <p:nvPr/>
        </p:nvSpPr>
        <p:spPr>
          <a:xfrm>
            <a:off x="12905780" y="5654278"/>
            <a:ext cx="34230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 stalls at B's equilibrium</a:t>
            </a:r>
          </a:p>
        </p:txBody>
      </p:sp>
      <p:sp>
        <p:nvSpPr>
          <p:cNvPr id="56" name="!!source-6-dom-5-3-3-fill">
            <a:extLst>
              <a:ext uri="{FF2B5EF4-FFF2-40B4-BE49-F238E27FC236}">
                <a16:creationId xmlns:a16="http://schemas.microsoft.com/office/drawing/2014/main" id="{6046E700-E8B7-41C5-B163-69E9D348A310}"/>
              </a:ext>
            </a:extLst>
          </p:cNvPr>
          <p:cNvSpPr>
            <a:spLocks noGrp="1"/>
          </p:cNvSpPr>
          <p:nvPr/>
        </p:nvSpPr>
        <p:spPr>
          <a:xfrm>
            <a:off x="9382124" y="6282928"/>
            <a:ext cx="7858126" cy="1369218"/>
          </a:xfrm>
          <a:prstGeom prst="rect">
            <a:avLst/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6-dom-5-3-3-outline">
            <a:extLst>
              <a:ext uri="{FF2B5EF4-FFF2-40B4-BE49-F238E27FC236}">
                <a16:creationId xmlns:a16="http://schemas.microsoft.com/office/drawing/2014/main" id="{C0A1729C-68BB-4911-A8BE-BFAF5CCD799B}"/>
              </a:ext>
            </a:extLst>
          </p:cNvPr>
          <p:cNvSpPr>
            <a:spLocks noGrp="1"/>
          </p:cNvSpPr>
          <p:nvPr/>
        </p:nvSpPr>
        <p:spPr>
          <a:xfrm>
            <a:off x="9391649" y="6292453"/>
            <a:ext cx="7839076" cy="1350168"/>
          </a:xfrm>
          <a:prstGeom prst="rect">
            <a:avLst/>
          </a:prstGeom>
          <a:noFill/>
          <a:ln w="19050">
            <a:solidFill>
              <a:srgbClr val="E6D9D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6-dom-5-3-3-0-text-0">
            <a:extLst>
              <a:ext uri="{FF2B5EF4-FFF2-40B4-BE49-F238E27FC236}">
                <a16:creationId xmlns:a16="http://schemas.microsoft.com/office/drawing/2014/main" id="{B3D44428-A4F9-4519-9D9C-748E05B82D92}"/>
              </a:ext>
            </a:extLst>
          </p:cNvPr>
          <p:cNvSpPr>
            <a:spLocks noGrp="1"/>
          </p:cNvSpPr>
          <p:nvPr/>
        </p:nvSpPr>
        <p:spPr>
          <a:xfrm>
            <a:off x="9667874" y="6559153"/>
            <a:ext cx="255002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Delivered mass = </a:t>
            </a:r>
          </a:p>
        </p:txBody>
      </p:sp>
      <p:sp>
        <p:nvSpPr>
          <p:cNvPr id="59" name="!!source-6-dom-5-3-3-1-0-text-0">
            <a:extLst>
              <a:ext uri="{FF2B5EF4-FFF2-40B4-BE49-F238E27FC236}">
                <a16:creationId xmlns:a16="http://schemas.microsoft.com/office/drawing/2014/main" id="{99217B7F-740B-4803-868A-82973793C538}"/>
              </a:ext>
            </a:extLst>
          </p:cNvPr>
          <p:cNvSpPr>
            <a:spLocks noGrp="1"/>
          </p:cNvSpPr>
          <p:nvPr/>
        </p:nvSpPr>
        <p:spPr>
          <a:xfrm>
            <a:off x="12170271" y="6559153"/>
            <a:ext cx="56629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Δm</a:t>
            </a:r>
          </a:p>
        </p:txBody>
      </p:sp>
      <p:sp>
        <p:nvSpPr>
          <p:cNvPr id="60" name="!!source-6-dom-5-3-3-1-1-0-text-0">
            <a:extLst>
              <a:ext uri="{FF2B5EF4-FFF2-40B4-BE49-F238E27FC236}">
                <a16:creationId xmlns:a16="http://schemas.microsoft.com/office/drawing/2014/main" id="{86E713AF-42D0-4341-8EE6-1DEFDF421D21}"/>
              </a:ext>
            </a:extLst>
          </p:cNvPr>
          <p:cNvSpPr>
            <a:spLocks noGrp="1"/>
          </p:cNvSpPr>
          <p:nvPr/>
        </p:nvSpPr>
        <p:spPr>
          <a:xfrm>
            <a:off x="12688938" y="6673453"/>
            <a:ext cx="230088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A</a:t>
            </a:r>
          </a:p>
        </p:txBody>
      </p:sp>
      <p:sp>
        <p:nvSpPr>
          <p:cNvPr id="61" name="!!source-6-dom-5-3-3-1-2-text-0">
            <a:extLst>
              <a:ext uri="{FF2B5EF4-FFF2-40B4-BE49-F238E27FC236}">
                <a16:creationId xmlns:a16="http://schemas.microsoft.com/office/drawing/2014/main" id="{52A1A4C8-3940-451F-905C-5FC7B64C52EC}"/>
              </a:ext>
            </a:extLst>
          </p:cNvPr>
          <p:cNvSpPr>
            <a:spLocks noGrp="1"/>
          </p:cNvSpPr>
          <p:nvPr/>
        </p:nvSpPr>
        <p:spPr>
          <a:xfrm>
            <a:off x="12871401" y="6559153"/>
            <a:ext cx="899219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 + Δm</a:t>
            </a:r>
          </a:p>
        </p:txBody>
      </p:sp>
      <p:sp>
        <p:nvSpPr>
          <p:cNvPr id="62" name="!!source-6-dom-5-3-3-1-3-0-text-0">
            <a:extLst>
              <a:ext uri="{FF2B5EF4-FFF2-40B4-BE49-F238E27FC236}">
                <a16:creationId xmlns:a16="http://schemas.microsoft.com/office/drawing/2014/main" id="{1F2F8AED-E22B-43F1-8942-05AAB986EEC2}"/>
              </a:ext>
            </a:extLst>
          </p:cNvPr>
          <p:cNvSpPr>
            <a:spLocks noGrp="1"/>
          </p:cNvSpPr>
          <p:nvPr/>
        </p:nvSpPr>
        <p:spPr>
          <a:xfrm>
            <a:off x="13722995" y="6673453"/>
            <a:ext cx="22979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B</a:t>
            </a:r>
          </a:p>
        </p:txBody>
      </p:sp>
      <p:sp>
        <p:nvSpPr>
          <p:cNvPr id="63" name="!!source-6-dom-5-3-3-2-text-0">
            <a:extLst>
              <a:ext uri="{FF2B5EF4-FFF2-40B4-BE49-F238E27FC236}">
                <a16:creationId xmlns:a16="http://schemas.microsoft.com/office/drawing/2014/main" id="{3A02B0B1-FA7A-4AA7-B900-2796F4E7043B}"/>
              </a:ext>
            </a:extLst>
          </p:cNvPr>
          <p:cNvSpPr>
            <a:spLocks noGrp="1"/>
          </p:cNvSpPr>
          <p:nvPr/>
        </p:nvSpPr>
        <p:spPr>
          <a:xfrm>
            <a:off x="13905160" y="6559153"/>
            <a:ext cx="247635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, set by pressures</a:t>
            </a:r>
          </a:p>
        </p:txBody>
      </p:sp>
      <p:sp>
        <p:nvSpPr>
          <p:cNvPr id="64" name="!!source-6-dom-5-3-3-2-text-1">
            <a:extLst>
              <a:ext uri="{FF2B5EF4-FFF2-40B4-BE49-F238E27FC236}">
                <a16:creationId xmlns:a16="http://schemas.microsoft.com/office/drawing/2014/main" id="{1FCC84DF-6E9A-489E-A626-982A1FFABA86}"/>
              </a:ext>
            </a:extLst>
          </p:cNvPr>
          <p:cNvSpPr>
            <a:spLocks noGrp="1"/>
          </p:cNvSpPr>
          <p:nvPr/>
        </p:nvSpPr>
        <p:spPr>
          <a:xfrm>
            <a:off x="9667874" y="7018734"/>
            <a:ext cx="480223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and volumes, not by stored mass.</a:t>
            </a:r>
          </a:p>
        </p:txBody>
      </p:sp>
      <p:pic>
        <p:nvPicPr>
          <p:cNvPr id="132" name="!!source-6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133" name="!!source-6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849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!!source-6-dom-fill">
            <a:extLst>
              <a:ext uri="{FF2B5EF4-FFF2-40B4-BE49-F238E27FC236}">
                <a16:creationId xmlns:a16="http://schemas.microsoft.com/office/drawing/2014/main" id="{B282589F-0DB8-494D-8AC0-9D09FEA75C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6-dom-1-0-0-0-text-0">
            <a:extLst>
              <a:ext uri="{FF2B5EF4-FFF2-40B4-BE49-F238E27FC236}">
                <a16:creationId xmlns:a16="http://schemas.microsoft.com/office/drawing/2014/main" id="{A75B1EE0-A8E7-4604-8938-E5FFB110B1B2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6-dom-1-0-1-0-text-0">
            <a:extLst>
              <a:ext uri="{FF2B5EF4-FFF2-40B4-BE49-F238E27FC236}">
                <a16:creationId xmlns:a16="http://schemas.microsoft.com/office/drawing/2014/main" id="{71189605-D9D0-4FBA-ADBD-09546F8723F8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6-dom-1-0-2-border-Bottom">
            <a:extLst>
              <a:ext uri="{FF2B5EF4-FFF2-40B4-BE49-F238E27FC236}">
                <a16:creationId xmlns:a16="http://schemas.microsoft.com/office/drawing/2014/main" id="{2F912C6A-59E5-4AD0-8551-914BD37748D4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6-dom-1-0-2-0-text-0">
            <a:extLst>
              <a:ext uri="{FF2B5EF4-FFF2-40B4-BE49-F238E27FC236}">
                <a16:creationId xmlns:a16="http://schemas.microsoft.com/office/drawing/2014/main" id="{FD0F11C2-CE6A-4928-85EA-99D7EBBAFA0D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6-dom-1-0-3-0-text-0">
            <a:extLst>
              <a:ext uri="{FF2B5EF4-FFF2-40B4-BE49-F238E27FC236}">
                <a16:creationId xmlns:a16="http://schemas.microsoft.com/office/drawing/2014/main" id="{0ECABB07-2998-418E-87CC-D1B90780DF38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6-dom-1-0-4-0-text-0">
            <a:extLst>
              <a:ext uri="{FF2B5EF4-FFF2-40B4-BE49-F238E27FC236}">
                <a16:creationId xmlns:a16="http://schemas.microsoft.com/office/drawing/2014/main" id="{702759D4-953A-4F09-B619-5755D8C72EEB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6-dom-1-0-5-0-text-0">
            <a:extLst>
              <a:ext uri="{FF2B5EF4-FFF2-40B4-BE49-F238E27FC236}">
                <a16:creationId xmlns:a16="http://schemas.microsoft.com/office/drawing/2014/main" id="{93E45BDE-EB87-4D67-8AB9-CC60FDF1976B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6-dom-1-1-0-text-0">
            <a:extLst>
              <a:ext uri="{FF2B5EF4-FFF2-40B4-BE49-F238E27FC236}">
                <a16:creationId xmlns:a16="http://schemas.microsoft.com/office/drawing/2014/main" id="{47D768D2-7B35-4913-B57E-F867BB79B3DA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07 / 17</a:t>
            </a:r>
          </a:p>
        </p:txBody>
      </p:sp>
      <p:sp>
        <p:nvSpPr>
          <p:cNvPr id="10" name="!!source-6-dom-3-1-0-0-text-0">
            <a:extLst>
              <a:ext uri="{FF2B5EF4-FFF2-40B4-BE49-F238E27FC236}">
                <a16:creationId xmlns:a16="http://schemas.microsoft.com/office/drawing/2014/main" id="{121DDBD4-346F-4F2B-A8E6-1DECDE1D601E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5129808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Cascaded refuelling</a:t>
            </a:r>
          </a:p>
        </p:txBody>
      </p:sp>
      <p:sp>
        <p:nvSpPr>
          <p:cNvPr id="11" name="!!source-6-dom-3-1-1-0-text-0">
            <a:extLst>
              <a:ext uri="{FF2B5EF4-FFF2-40B4-BE49-F238E27FC236}">
                <a16:creationId xmlns:a16="http://schemas.microsoft.com/office/drawing/2014/main" id="{22FDCD6B-4703-4E4A-92C4-0D4132B6CF94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495493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Flow follows the pressure gradient</a:t>
            </a:r>
          </a:p>
        </p:txBody>
      </p:sp>
      <p:sp>
        <p:nvSpPr>
          <p:cNvPr id="12" name="!!source-6-dom-5-1-border-Bottom">
            <a:extLst>
              <a:ext uri="{FF2B5EF4-FFF2-40B4-BE49-F238E27FC236}">
                <a16:creationId xmlns:a16="http://schemas.microsoft.com/office/drawing/2014/main" id="{AE030A47-978D-4F70-B253-4637AE19BFBD}"/>
              </a:ext>
            </a:extLst>
          </p:cNvPr>
          <p:cNvSpPr>
            <a:spLocks noGrp="1"/>
          </p:cNvSpPr>
          <p:nvPr/>
        </p:nvSpPr>
        <p:spPr>
          <a:xfrm>
            <a:off x="1047750" y="8596313"/>
            <a:ext cx="7858126" cy="953"/>
          </a:xfrm>
          <a:prstGeom prst="line">
            <a:avLst/>
          </a:prstGeom>
          <a:noFill/>
          <a:ln w="28575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6-dom-5-1-1-fill">
            <a:extLst>
              <a:ext uri="{FF2B5EF4-FFF2-40B4-BE49-F238E27FC236}">
                <a16:creationId xmlns:a16="http://schemas.microsoft.com/office/drawing/2014/main" id="{103D70A8-F20F-4D40-AE71-052B576100A2}"/>
              </a:ext>
            </a:extLst>
          </p:cNvPr>
          <p:cNvSpPr>
            <a:spLocks noGrp="1"/>
          </p:cNvSpPr>
          <p:nvPr/>
        </p:nvSpPr>
        <p:spPr>
          <a:xfrm>
            <a:off x="2000250" y="3476625"/>
            <a:ext cx="1905000" cy="95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6-dom-5-1-3-fill">
            <a:extLst>
              <a:ext uri="{FF2B5EF4-FFF2-40B4-BE49-F238E27FC236}">
                <a16:creationId xmlns:a16="http://schemas.microsoft.com/office/drawing/2014/main" id="{D4E5F41B-35E9-4A7A-92B9-97BAFA4ADE8E}"/>
              </a:ext>
            </a:extLst>
          </p:cNvPr>
          <p:cNvSpPr>
            <a:spLocks noGrp="1"/>
          </p:cNvSpPr>
          <p:nvPr/>
        </p:nvSpPr>
        <p:spPr>
          <a:xfrm>
            <a:off x="3905250" y="3476625"/>
            <a:ext cx="3952875" cy="95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6-dom-5-1-5-1-0-0-text-0">
            <a:extLst>
              <a:ext uri="{FF2B5EF4-FFF2-40B4-BE49-F238E27FC236}">
                <a16:creationId xmlns:a16="http://schemas.microsoft.com/office/drawing/2014/main" id="{8EEC8B92-6067-4D9E-911B-9B81714B02CB}"/>
              </a:ext>
            </a:extLst>
          </p:cNvPr>
          <p:cNvSpPr>
            <a:spLocks noGrp="1"/>
          </p:cNvSpPr>
          <p:nvPr/>
        </p:nvSpPr>
        <p:spPr>
          <a:xfrm>
            <a:off x="1460451" y="2924175"/>
            <a:ext cx="57269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230</a:t>
            </a:r>
          </a:p>
        </p:txBody>
      </p:sp>
      <p:sp>
        <p:nvSpPr>
          <p:cNvPr id="16" name="!!source-6-dom-5-1-5-1-1-text-0">
            <a:extLst>
              <a:ext uri="{FF2B5EF4-FFF2-40B4-BE49-F238E27FC236}">
                <a16:creationId xmlns:a16="http://schemas.microsoft.com/office/drawing/2014/main" id="{91628E6A-83E5-433E-BE0D-50A587A292D8}"/>
              </a:ext>
            </a:extLst>
          </p:cNvPr>
          <p:cNvSpPr>
            <a:spLocks noGrp="1"/>
          </p:cNvSpPr>
          <p:nvPr/>
        </p:nvSpPr>
        <p:spPr>
          <a:xfrm>
            <a:off x="1985516" y="2924175"/>
            <a:ext cx="61406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bar</a:t>
            </a:r>
          </a:p>
        </p:txBody>
      </p:sp>
      <p:sp>
        <p:nvSpPr>
          <p:cNvPr id="17" name="!!source-6-dom-5-1-5-3-fill">
            <a:extLst>
              <a:ext uri="{FF2B5EF4-FFF2-40B4-BE49-F238E27FC236}">
                <a16:creationId xmlns:a16="http://schemas.microsoft.com/office/drawing/2014/main" id="{A5722F46-1D8D-4292-B93C-2816FA64B59C}"/>
              </a:ext>
            </a:extLst>
          </p:cNvPr>
          <p:cNvSpPr>
            <a:spLocks noGrp="1"/>
          </p:cNvSpPr>
          <p:nvPr/>
        </p:nvSpPr>
        <p:spPr>
          <a:xfrm>
            <a:off x="1958578" y="3409950"/>
            <a:ext cx="95250" cy="476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" name="!!source-6-dom-5-1-5-5-fill">
            <a:extLst>
              <a:ext uri="{FF2B5EF4-FFF2-40B4-BE49-F238E27FC236}">
                <a16:creationId xmlns:a16="http://schemas.microsoft.com/office/drawing/2014/main" id="{497AAB68-5347-4ED9-A05F-CDB038FBADFD}"/>
              </a:ext>
            </a:extLst>
          </p:cNvPr>
          <p:cNvSpPr>
            <a:spLocks noGrp="1"/>
          </p:cNvSpPr>
          <p:nvPr/>
        </p:nvSpPr>
        <p:spPr>
          <a:xfrm>
            <a:off x="1206103" y="4019550"/>
            <a:ext cx="1600200" cy="4076700"/>
          </a:xfrm>
          <a:prstGeom prst="roundRect">
            <a:avLst>
              <a:gd name="adj" fmla="val 1309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!!source-6-dom-5-1-5-5-outline">
            <a:extLst>
              <a:ext uri="{FF2B5EF4-FFF2-40B4-BE49-F238E27FC236}">
                <a16:creationId xmlns:a16="http://schemas.microsoft.com/office/drawing/2014/main" id="{89259850-B451-4211-9258-A9308FFE2493}"/>
              </a:ext>
            </a:extLst>
          </p:cNvPr>
          <p:cNvSpPr>
            <a:spLocks noGrp="1"/>
          </p:cNvSpPr>
          <p:nvPr/>
        </p:nvSpPr>
        <p:spPr>
          <a:xfrm>
            <a:off x="1225153" y="4038600"/>
            <a:ext cx="1562100" cy="4038600"/>
          </a:xfrm>
          <a:prstGeom prst="roundRect">
            <a:avLst>
              <a:gd name="adj" fmla="val 13415"/>
            </a:avLst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6-dom-5-1-5-5-0-fill">
            <a:extLst>
              <a:ext uri="{FF2B5EF4-FFF2-40B4-BE49-F238E27FC236}">
                <a16:creationId xmlns:a16="http://schemas.microsoft.com/office/drawing/2014/main" id="{C2D2C61F-4096-428D-9F1A-C6D2559FED28}"/>
              </a:ext>
            </a:extLst>
          </p:cNvPr>
          <p:cNvSpPr>
            <a:spLocks noGrp="1"/>
          </p:cNvSpPr>
          <p:nvPr/>
        </p:nvSpPr>
        <p:spPr>
          <a:xfrm>
            <a:off x="1244203" y="6218039"/>
            <a:ext cx="1524000" cy="1840110"/>
          </a:xfrm>
          <a:custGeom>
            <a:avLst/>
            <a:gdLst/>
            <a:ahLst/>
            <a:cxnLst/>
            <a:rect l="0" t="0" r="0" b="0"/>
            <a:pathLst>
              <a:path w="1524000" h="1840110">
                <a:moveTo>
                  <a:pt x="0" y="0"/>
                </a:moveTo>
                <a:lnTo>
                  <a:pt x="1524000" y="0"/>
                </a:lnTo>
                <a:lnTo>
                  <a:pt x="1524000" y="1668660"/>
                </a:lnTo>
                <a:lnTo>
                  <a:pt x="1520706" y="1702109"/>
                </a:lnTo>
                <a:lnTo>
                  <a:pt x="1510949" y="1734272"/>
                </a:lnTo>
                <a:lnTo>
                  <a:pt x="1495106" y="1763913"/>
                </a:lnTo>
                <a:lnTo>
                  <a:pt x="1473784" y="1789894"/>
                </a:lnTo>
                <a:lnTo>
                  <a:pt x="1447803" y="1811216"/>
                </a:lnTo>
                <a:lnTo>
                  <a:pt x="1418161" y="1827060"/>
                </a:lnTo>
                <a:lnTo>
                  <a:pt x="1385998" y="1836816"/>
                </a:lnTo>
                <a:lnTo>
                  <a:pt x="1352550" y="1840110"/>
                </a:lnTo>
                <a:lnTo>
                  <a:pt x="171450" y="1840110"/>
                </a:lnTo>
                <a:lnTo>
                  <a:pt x="138002" y="1836816"/>
                </a:lnTo>
                <a:lnTo>
                  <a:pt x="105839" y="1827060"/>
                </a:lnTo>
                <a:lnTo>
                  <a:pt x="76197" y="1811216"/>
                </a:lnTo>
                <a:lnTo>
                  <a:pt x="50217" y="1789894"/>
                </a:lnTo>
                <a:lnTo>
                  <a:pt x="28895" y="1763913"/>
                </a:lnTo>
                <a:lnTo>
                  <a:pt x="13051" y="1734272"/>
                </a:lnTo>
                <a:lnTo>
                  <a:pt x="3294" y="1702109"/>
                </a:lnTo>
                <a:lnTo>
                  <a:pt x="0" y="166866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" name="!!source-6-dom-5-1-5-7-0-text-0">
            <a:extLst>
              <a:ext uri="{FF2B5EF4-FFF2-40B4-BE49-F238E27FC236}">
                <a16:creationId xmlns:a16="http://schemas.microsoft.com/office/drawing/2014/main" id="{7DBD0487-3932-4CFB-AE2B-455051A1CF65}"/>
              </a:ext>
            </a:extLst>
          </p:cNvPr>
          <p:cNvSpPr>
            <a:spLocks noGrp="1"/>
          </p:cNvSpPr>
          <p:nvPr/>
        </p:nvSpPr>
        <p:spPr>
          <a:xfrm>
            <a:off x="1502420" y="8229600"/>
            <a:ext cx="105519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Tank A</a:t>
            </a:r>
          </a:p>
        </p:txBody>
      </p:sp>
      <p:sp>
        <p:nvSpPr>
          <p:cNvPr id="22" name="!!source-6-dom-5-1-7-1-0-0-text-0">
            <a:extLst>
              <a:ext uri="{FF2B5EF4-FFF2-40B4-BE49-F238E27FC236}">
                <a16:creationId xmlns:a16="http://schemas.microsoft.com/office/drawing/2014/main" id="{2A3F2D8E-95B8-4FF0-BF26-BF31601D25AC}"/>
              </a:ext>
            </a:extLst>
          </p:cNvPr>
          <p:cNvSpPr>
            <a:spLocks noGrp="1"/>
          </p:cNvSpPr>
          <p:nvPr/>
        </p:nvSpPr>
        <p:spPr>
          <a:xfrm>
            <a:off x="3352056" y="2924175"/>
            <a:ext cx="62314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480</a:t>
            </a:r>
          </a:p>
        </p:txBody>
      </p:sp>
      <p:sp>
        <p:nvSpPr>
          <p:cNvPr id="23" name="!!source-6-dom-5-1-7-1-1-text-0">
            <a:extLst>
              <a:ext uri="{FF2B5EF4-FFF2-40B4-BE49-F238E27FC236}">
                <a16:creationId xmlns:a16="http://schemas.microsoft.com/office/drawing/2014/main" id="{C129756F-7B12-48D5-BBAF-CB7D218409DB}"/>
              </a:ext>
            </a:extLst>
          </p:cNvPr>
          <p:cNvSpPr>
            <a:spLocks noGrp="1"/>
          </p:cNvSpPr>
          <p:nvPr/>
        </p:nvSpPr>
        <p:spPr>
          <a:xfrm>
            <a:off x="3927574" y="2924175"/>
            <a:ext cx="61406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bar</a:t>
            </a:r>
          </a:p>
        </p:txBody>
      </p:sp>
      <p:sp>
        <p:nvSpPr>
          <p:cNvPr id="24" name="!!source-6-dom-5-1-7-3-fill">
            <a:extLst>
              <a:ext uri="{FF2B5EF4-FFF2-40B4-BE49-F238E27FC236}">
                <a16:creationId xmlns:a16="http://schemas.microsoft.com/office/drawing/2014/main" id="{B71AF7E9-6C1F-4CE8-A960-624852215BB7}"/>
              </a:ext>
            </a:extLst>
          </p:cNvPr>
          <p:cNvSpPr>
            <a:spLocks noGrp="1"/>
          </p:cNvSpPr>
          <p:nvPr/>
        </p:nvSpPr>
        <p:spPr>
          <a:xfrm>
            <a:off x="3875484" y="3409950"/>
            <a:ext cx="95250" cy="476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6-dom-5-1-7-5-fill">
            <a:extLst>
              <a:ext uri="{FF2B5EF4-FFF2-40B4-BE49-F238E27FC236}">
                <a16:creationId xmlns:a16="http://schemas.microsoft.com/office/drawing/2014/main" id="{65041A19-0D8C-4CDD-BCF2-E8463E96B2E8}"/>
              </a:ext>
            </a:extLst>
          </p:cNvPr>
          <p:cNvSpPr>
            <a:spLocks noGrp="1"/>
          </p:cNvSpPr>
          <p:nvPr/>
        </p:nvSpPr>
        <p:spPr>
          <a:xfrm>
            <a:off x="3123009" y="4019550"/>
            <a:ext cx="1600200" cy="4076700"/>
          </a:xfrm>
          <a:prstGeom prst="roundRect">
            <a:avLst>
              <a:gd name="adj" fmla="val 1309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6-dom-5-1-7-5-outline">
            <a:extLst>
              <a:ext uri="{FF2B5EF4-FFF2-40B4-BE49-F238E27FC236}">
                <a16:creationId xmlns:a16="http://schemas.microsoft.com/office/drawing/2014/main" id="{2B9F9FCA-F41C-4164-8ACC-411F42ED1489}"/>
              </a:ext>
            </a:extLst>
          </p:cNvPr>
          <p:cNvSpPr>
            <a:spLocks noGrp="1"/>
          </p:cNvSpPr>
          <p:nvPr/>
        </p:nvSpPr>
        <p:spPr>
          <a:xfrm>
            <a:off x="3142059" y="4038600"/>
            <a:ext cx="1562100" cy="4038600"/>
          </a:xfrm>
          <a:prstGeom prst="roundRect">
            <a:avLst>
              <a:gd name="adj" fmla="val 13415"/>
            </a:avLst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!!source-6-dom-5-1-7-5-0-fill">
            <a:extLst>
              <a:ext uri="{FF2B5EF4-FFF2-40B4-BE49-F238E27FC236}">
                <a16:creationId xmlns:a16="http://schemas.microsoft.com/office/drawing/2014/main" id="{4035E75B-4F9D-49C6-91C9-B66E6E5C3DD4}"/>
              </a:ext>
            </a:extLst>
          </p:cNvPr>
          <p:cNvSpPr>
            <a:spLocks noGrp="1"/>
          </p:cNvSpPr>
          <p:nvPr/>
        </p:nvSpPr>
        <p:spPr>
          <a:xfrm>
            <a:off x="3161109" y="4217789"/>
            <a:ext cx="1524000" cy="3840361"/>
          </a:xfrm>
          <a:custGeom>
            <a:avLst/>
            <a:gdLst/>
            <a:ahLst/>
            <a:cxnLst/>
            <a:rect l="0" t="0" r="0" b="0"/>
            <a:pathLst>
              <a:path w="1524000" h="3840361">
                <a:moveTo>
                  <a:pt x="0" y="0"/>
                </a:moveTo>
                <a:lnTo>
                  <a:pt x="1524000" y="0"/>
                </a:lnTo>
                <a:lnTo>
                  <a:pt x="1524000" y="3668911"/>
                </a:lnTo>
                <a:lnTo>
                  <a:pt x="1520706" y="3702359"/>
                </a:lnTo>
                <a:lnTo>
                  <a:pt x="1510950" y="3734522"/>
                </a:lnTo>
                <a:lnTo>
                  <a:pt x="1495106" y="3764163"/>
                </a:lnTo>
                <a:lnTo>
                  <a:pt x="1473784" y="3790144"/>
                </a:lnTo>
                <a:lnTo>
                  <a:pt x="1447803" y="3811466"/>
                </a:lnTo>
                <a:lnTo>
                  <a:pt x="1418162" y="3827310"/>
                </a:lnTo>
                <a:lnTo>
                  <a:pt x="1385999" y="3837066"/>
                </a:lnTo>
                <a:lnTo>
                  <a:pt x="1352550" y="3840361"/>
                </a:lnTo>
                <a:lnTo>
                  <a:pt x="171450" y="3840361"/>
                </a:lnTo>
                <a:lnTo>
                  <a:pt x="138002" y="3837066"/>
                </a:lnTo>
                <a:lnTo>
                  <a:pt x="105839" y="3827310"/>
                </a:lnTo>
                <a:lnTo>
                  <a:pt x="76197" y="3811466"/>
                </a:lnTo>
                <a:lnTo>
                  <a:pt x="50217" y="3790144"/>
                </a:lnTo>
                <a:lnTo>
                  <a:pt x="28895" y="3764163"/>
                </a:lnTo>
                <a:lnTo>
                  <a:pt x="13051" y="3734522"/>
                </a:lnTo>
                <a:lnTo>
                  <a:pt x="3294" y="3702359"/>
                </a:lnTo>
                <a:lnTo>
                  <a:pt x="0" y="3668911"/>
                </a:lnTo>
                <a:close/>
              </a:path>
            </a:pathLst>
          </a:custGeom>
          <a:solidFill>
            <a:srgbClr val="4E2E1A">
              <a:alpha val="5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6-dom-5-1-7-7-0-text-0">
            <a:extLst>
              <a:ext uri="{FF2B5EF4-FFF2-40B4-BE49-F238E27FC236}">
                <a16:creationId xmlns:a16="http://schemas.microsoft.com/office/drawing/2014/main" id="{164C5E80-84D3-434F-879F-9A6D3F32F7C5}"/>
              </a:ext>
            </a:extLst>
          </p:cNvPr>
          <p:cNvSpPr>
            <a:spLocks noGrp="1"/>
          </p:cNvSpPr>
          <p:nvPr/>
        </p:nvSpPr>
        <p:spPr>
          <a:xfrm>
            <a:off x="3417540" y="8229600"/>
            <a:ext cx="105861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Tank B</a:t>
            </a:r>
          </a:p>
        </p:txBody>
      </p:sp>
      <p:sp>
        <p:nvSpPr>
          <p:cNvPr id="29" name="!!source-6-dom-5-1-9-1-0-text-0">
            <a:extLst>
              <a:ext uri="{FF2B5EF4-FFF2-40B4-BE49-F238E27FC236}">
                <a16:creationId xmlns:a16="http://schemas.microsoft.com/office/drawing/2014/main" id="{57067761-70E9-4691-94B0-D1BE961F5FAE}"/>
              </a:ext>
            </a:extLst>
          </p:cNvPr>
          <p:cNvSpPr>
            <a:spLocks noGrp="1"/>
          </p:cNvSpPr>
          <p:nvPr/>
        </p:nvSpPr>
        <p:spPr>
          <a:xfrm>
            <a:off x="5475684" y="5086350"/>
            <a:ext cx="776288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400" b="1" i="0">
                <a:solidFill>
                  <a:srgbClr val="E44646">
                    <a:alpha val="1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5400" b="1" i="0" spc="-13">
                <a:solidFill>
                  <a:srgbClr val="E44646">
                    <a:alpha val="10000"/>
                  </a:srgbClr>
                </a:solidFill>
                <a:latin typeface="Montserrat"/>
                <a:ea typeface="Montserrat"/>
                <a:cs typeface="Montserrat"/>
              </a:rPr>
              <a:t>⟶</a:t>
            </a:r>
          </a:p>
        </p:txBody>
      </p:sp>
      <p:sp>
        <p:nvSpPr>
          <p:cNvPr id="30" name="!!source-6-dom-5-1-9-3-0-0-text-0">
            <a:extLst>
              <a:ext uri="{FF2B5EF4-FFF2-40B4-BE49-F238E27FC236}">
                <a16:creationId xmlns:a16="http://schemas.microsoft.com/office/drawing/2014/main" id="{AE1C8ACB-4C6C-4946-ABAD-E50F3F24DAE5}"/>
              </a:ext>
            </a:extLst>
          </p:cNvPr>
          <p:cNvSpPr>
            <a:spLocks noGrp="1"/>
          </p:cNvSpPr>
          <p:nvPr/>
        </p:nvSpPr>
        <p:spPr>
          <a:xfrm>
            <a:off x="4983659" y="5991225"/>
            <a:ext cx="176019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no gradient</a:t>
            </a:r>
          </a:p>
        </p:txBody>
      </p:sp>
      <p:sp>
        <p:nvSpPr>
          <p:cNvPr id="31" name="!!source-6-dom-5-1-11-1-0-0-text-0">
            <a:extLst>
              <a:ext uri="{FF2B5EF4-FFF2-40B4-BE49-F238E27FC236}">
                <a16:creationId xmlns:a16="http://schemas.microsoft.com/office/drawing/2014/main" id="{45702EA5-B7EE-4740-A561-962BB059404C}"/>
              </a:ext>
            </a:extLst>
          </p:cNvPr>
          <p:cNvSpPr>
            <a:spLocks noGrp="1"/>
          </p:cNvSpPr>
          <p:nvPr/>
        </p:nvSpPr>
        <p:spPr>
          <a:xfrm>
            <a:off x="7306419" y="2924175"/>
            <a:ext cx="57269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230</a:t>
            </a:r>
          </a:p>
        </p:txBody>
      </p:sp>
      <p:sp>
        <p:nvSpPr>
          <p:cNvPr id="32" name="!!source-6-dom-5-1-11-1-1-text-0">
            <a:extLst>
              <a:ext uri="{FF2B5EF4-FFF2-40B4-BE49-F238E27FC236}">
                <a16:creationId xmlns:a16="http://schemas.microsoft.com/office/drawing/2014/main" id="{7B5F1634-93F2-4AC6-9589-5E1F84401718}"/>
              </a:ext>
            </a:extLst>
          </p:cNvPr>
          <p:cNvSpPr>
            <a:spLocks noGrp="1"/>
          </p:cNvSpPr>
          <p:nvPr/>
        </p:nvSpPr>
        <p:spPr>
          <a:xfrm>
            <a:off x="7831485" y="2924175"/>
            <a:ext cx="61406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bar</a:t>
            </a:r>
          </a:p>
        </p:txBody>
      </p:sp>
      <p:sp>
        <p:nvSpPr>
          <p:cNvPr id="33" name="!!source-6-dom-5-1-11-3-fill">
            <a:extLst>
              <a:ext uri="{FF2B5EF4-FFF2-40B4-BE49-F238E27FC236}">
                <a16:creationId xmlns:a16="http://schemas.microsoft.com/office/drawing/2014/main" id="{1D7D4C71-5BFD-42B6-BC95-63A3B35BF5EC}"/>
              </a:ext>
            </a:extLst>
          </p:cNvPr>
          <p:cNvSpPr>
            <a:spLocks noGrp="1"/>
          </p:cNvSpPr>
          <p:nvPr/>
        </p:nvSpPr>
        <p:spPr>
          <a:xfrm>
            <a:off x="7804547" y="3409950"/>
            <a:ext cx="95250" cy="476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6-dom-5-1-11-5-fill">
            <a:extLst>
              <a:ext uri="{FF2B5EF4-FFF2-40B4-BE49-F238E27FC236}">
                <a16:creationId xmlns:a16="http://schemas.microsoft.com/office/drawing/2014/main" id="{739EE2D2-7C94-462A-BB15-6270212C216D}"/>
              </a:ext>
            </a:extLst>
          </p:cNvPr>
          <p:cNvSpPr>
            <a:spLocks noGrp="1"/>
          </p:cNvSpPr>
          <p:nvPr/>
        </p:nvSpPr>
        <p:spPr>
          <a:xfrm>
            <a:off x="6909197" y="4019550"/>
            <a:ext cx="1885950" cy="4076700"/>
          </a:xfrm>
          <a:prstGeom prst="roundRect">
            <a:avLst>
              <a:gd name="adj" fmla="val 11111"/>
            </a:avLst>
          </a:prstGeom>
          <a:solidFill>
            <a:srgbClr val="FFF5F5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6-dom-5-1-11-5-outline">
            <a:extLst>
              <a:ext uri="{FF2B5EF4-FFF2-40B4-BE49-F238E27FC236}">
                <a16:creationId xmlns:a16="http://schemas.microsoft.com/office/drawing/2014/main" id="{7B938753-1A6C-4E51-8036-B403DF6F17A3}"/>
              </a:ext>
            </a:extLst>
          </p:cNvPr>
          <p:cNvSpPr>
            <a:spLocks noGrp="1"/>
          </p:cNvSpPr>
          <p:nvPr/>
        </p:nvSpPr>
        <p:spPr>
          <a:xfrm>
            <a:off x="6928247" y="4038600"/>
            <a:ext cx="1847850" cy="4038600"/>
          </a:xfrm>
          <a:prstGeom prst="roundRect">
            <a:avLst>
              <a:gd name="adj" fmla="val 11340"/>
            </a:avLst>
          </a:prstGeom>
          <a:noFill/>
          <a:ln w="3810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6-dom-5-1-11-5-0-fill">
            <a:extLst>
              <a:ext uri="{FF2B5EF4-FFF2-40B4-BE49-F238E27FC236}">
                <a16:creationId xmlns:a16="http://schemas.microsoft.com/office/drawing/2014/main" id="{9C5C37B4-F192-49C6-B0E0-A63D80043832}"/>
              </a:ext>
            </a:extLst>
          </p:cNvPr>
          <p:cNvSpPr>
            <a:spLocks noGrp="1"/>
          </p:cNvSpPr>
          <p:nvPr/>
        </p:nvSpPr>
        <p:spPr>
          <a:xfrm>
            <a:off x="6947297" y="6218039"/>
            <a:ext cx="1809750" cy="1840110"/>
          </a:xfrm>
          <a:custGeom>
            <a:avLst/>
            <a:gdLst/>
            <a:ahLst/>
            <a:cxnLst/>
            <a:rect l="0" t="0" r="0" b="0"/>
            <a:pathLst>
              <a:path w="1809750" h="1840110">
                <a:moveTo>
                  <a:pt x="0" y="0"/>
                </a:moveTo>
                <a:lnTo>
                  <a:pt x="1809750" y="0"/>
                </a:lnTo>
                <a:lnTo>
                  <a:pt x="1809750" y="1668660"/>
                </a:lnTo>
                <a:lnTo>
                  <a:pt x="1806455" y="1702109"/>
                </a:lnTo>
                <a:lnTo>
                  <a:pt x="1796699" y="1734272"/>
                </a:lnTo>
                <a:lnTo>
                  <a:pt x="1780855" y="1763913"/>
                </a:lnTo>
                <a:lnTo>
                  <a:pt x="1759533" y="1789894"/>
                </a:lnTo>
                <a:lnTo>
                  <a:pt x="1733552" y="1811216"/>
                </a:lnTo>
                <a:lnTo>
                  <a:pt x="1703911" y="1827060"/>
                </a:lnTo>
                <a:lnTo>
                  <a:pt x="1671748" y="1836816"/>
                </a:lnTo>
                <a:lnTo>
                  <a:pt x="1638300" y="1840110"/>
                </a:lnTo>
                <a:lnTo>
                  <a:pt x="171450" y="1840110"/>
                </a:lnTo>
                <a:lnTo>
                  <a:pt x="138002" y="1836816"/>
                </a:lnTo>
                <a:lnTo>
                  <a:pt x="105839" y="1827060"/>
                </a:lnTo>
                <a:lnTo>
                  <a:pt x="76197" y="1811216"/>
                </a:lnTo>
                <a:lnTo>
                  <a:pt x="50217" y="1789894"/>
                </a:lnTo>
                <a:lnTo>
                  <a:pt x="28895" y="1763913"/>
                </a:lnTo>
                <a:lnTo>
                  <a:pt x="13051" y="1734272"/>
                </a:lnTo>
                <a:lnTo>
                  <a:pt x="3294" y="1702109"/>
                </a:lnTo>
                <a:lnTo>
                  <a:pt x="0" y="1668660"/>
                </a:lnTo>
                <a:close/>
              </a:path>
            </a:pathLst>
          </a:cu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6-dom-5-1-11-7-0-text-0">
            <a:extLst>
              <a:ext uri="{FF2B5EF4-FFF2-40B4-BE49-F238E27FC236}">
                <a16:creationId xmlns:a16="http://schemas.microsoft.com/office/drawing/2014/main" id="{09640CEB-B405-4D8A-80A6-6E5CD125F8A6}"/>
              </a:ext>
            </a:extLst>
          </p:cNvPr>
          <p:cNvSpPr>
            <a:spLocks noGrp="1"/>
          </p:cNvSpPr>
          <p:nvPr/>
        </p:nvSpPr>
        <p:spPr>
          <a:xfrm>
            <a:off x="7315349" y="8229600"/>
            <a:ext cx="112127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38" name="!!source-6-dom-5-3-1-1-0-0-text-0">
            <a:extLst>
              <a:ext uri="{FF2B5EF4-FFF2-40B4-BE49-F238E27FC236}">
                <a16:creationId xmlns:a16="http://schemas.microsoft.com/office/drawing/2014/main" id="{68E68487-EA5E-494F-9839-BBBB9796103A}"/>
              </a:ext>
            </a:extLst>
          </p:cNvPr>
          <p:cNvSpPr>
            <a:spLocks noGrp="1"/>
          </p:cNvSpPr>
          <p:nvPr/>
        </p:nvSpPr>
        <p:spPr>
          <a:xfrm>
            <a:off x="9382124" y="3463528"/>
            <a:ext cx="15225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39" name="!!source-6-dom-5-3-1-1-1-0-text-0">
            <a:extLst>
              <a:ext uri="{FF2B5EF4-FFF2-40B4-BE49-F238E27FC236}">
                <a16:creationId xmlns:a16="http://schemas.microsoft.com/office/drawing/2014/main" id="{83569E19-42FB-4C84-8785-619C2B3D77A2}"/>
              </a:ext>
            </a:extLst>
          </p:cNvPr>
          <p:cNvSpPr>
            <a:spLocks noGrp="1"/>
          </p:cNvSpPr>
          <p:nvPr/>
        </p:nvSpPr>
        <p:spPr>
          <a:xfrm>
            <a:off x="9972674" y="3444478"/>
            <a:ext cx="230460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Open A: flow to </a:t>
            </a:r>
          </a:p>
        </p:txBody>
      </p:sp>
      <p:sp>
        <p:nvSpPr>
          <p:cNvPr id="40" name="!!source-6-dom-5-3-1-1-1-1-0-text-0">
            <a:extLst>
              <a:ext uri="{FF2B5EF4-FFF2-40B4-BE49-F238E27FC236}">
                <a16:creationId xmlns:a16="http://schemas.microsoft.com/office/drawing/2014/main" id="{BCDCFBC8-7264-4995-BFAB-BF40BFAE81B7}"/>
              </a:ext>
            </a:extLst>
          </p:cNvPr>
          <p:cNvSpPr>
            <a:spLocks noGrp="1"/>
          </p:cNvSpPr>
          <p:nvPr/>
        </p:nvSpPr>
        <p:spPr>
          <a:xfrm>
            <a:off x="12229653" y="3444478"/>
            <a:ext cx="25687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</a:t>
            </a:r>
          </a:p>
        </p:txBody>
      </p:sp>
      <p:sp>
        <p:nvSpPr>
          <p:cNvPr id="41" name="!!source-6-dom-5-3-1-1-1-1-1-0-text-0">
            <a:extLst>
              <a:ext uri="{FF2B5EF4-FFF2-40B4-BE49-F238E27FC236}">
                <a16:creationId xmlns:a16="http://schemas.microsoft.com/office/drawing/2014/main" id="{CFAA1CB0-CC9D-459A-AFF0-C4441D9953CB}"/>
              </a:ext>
            </a:extLst>
          </p:cNvPr>
          <p:cNvSpPr>
            <a:spLocks noGrp="1"/>
          </p:cNvSpPr>
          <p:nvPr/>
        </p:nvSpPr>
        <p:spPr>
          <a:xfrm>
            <a:off x="12438906" y="3558778"/>
            <a:ext cx="514201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eq,1</a:t>
            </a:r>
          </a:p>
        </p:txBody>
      </p:sp>
      <p:sp>
        <p:nvSpPr>
          <p:cNvPr id="42" name="!!source-6-dom-5-3-1-1-1-2-text-0">
            <a:extLst>
              <a:ext uri="{FF2B5EF4-FFF2-40B4-BE49-F238E27FC236}">
                <a16:creationId xmlns:a16="http://schemas.microsoft.com/office/drawing/2014/main" id="{DB26E1DA-5D35-46D8-86F5-652560829300}"/>
              </a:ext>
            </a:extLst>
          </p:cNvPr>
          <p:cNvSpPr>
            <a:spLocks noGrp="1"/>
          </p:cNvSpPr>
          <p:nvPr/>
        </p:nvSpPr>
        <p:spPr>
          <a:xfrm>
            <a:off x="12905483" y="3444478"/>
            <a:ext cx="127292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, A gives </a:t>
            </a:r>
          </a:p>
        </p:txBody>
      </p:sp>
      <p:sp>
        <p:nvSpPr>
          <p:cNvPr id="43" name="!!source-6-dom-5-3-1-1-1-3-0-text-0">
            <a:extLst>
              <a:ext uri="{FF2B5EF4-FFF2-40B4-BE49-F238E27FC236}">
                <a16:creationId xmlns:a16="http://schemas.microsoft.com/office/drawing/2014/main" id="{22A08C1C-263A-46C3-BC60-E53AD8ECE7AA}"/>
              </a:ext>
            </a:extLst>
          </p:cNvPr>
          <p:cNvSpPr>
            <a:spLocks noGrp="1"/>
          </p:cNvSpPr>
          <p:nvPr/>
        </p:nvSpPr>
        <p:spPr>
          <a:xfrm>
            <a:off x="14130784" y="3444478"/>
            <a:ext cx="56629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Δm</a:t>
            </a:r>
          </a:p>
        </p:txBody>
      </p:sp>
      <p:sp>
        <p:nvSpPr>
          <p:cNvPr id="44" name="!!source-6-dom-5-3-1-1-1-3-1-0-text-0">
            <a:extLst>
              <a:ext uri="{FF2B5EF4-FFF2-40B4-BE49-F238E27FC236}">
                <a16:creationId xmlns:a16="http://schemas.microsoft.com/office/drawing/2014/main" id="{C3DBD862-003E-48D4-8573-B0EDE04CDC13}"/>
              </a:ext>
            </a:extLst>
          </p:cNvPr>
          <p:cNvSpPr>
            <a:spLocks noGrp="1"/>
          </p:cNvSpPr>
          <p:nvPr/>
        </p:nvSpPr>
        <p:spPr>
          <a:xfrm>
            <a:off x="14649450" y="3558778"/>
            <a:ext cx="230088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</a:t>
            </a:r>
          </a:p>
        </p:txBody>
      </p:sp>
      <p:sp>
        <p:nvSpPr>
          <p:cNvPr id="45" name="!!source-6-dom-5-3-1-3-0-0-text-0">
            <a:extLst>
              <a:ext uri="{FF2B5EF4-FFF2-40B4-BE49-F238E27FC236}">
                <a16:creationId xmlns:a16="http://schemas.microsoft.com/office/drawing/2014/main" id="{D678F500-D30A-4D99-9E02-22174822B444}"/>
              </a:ext>
            </a:extLst>
          </p:cNvPr>
          <p:cNvSpPr>
            <a:spLocks noGrp="1"/>
          </p:cNvSpPr>
          <p:nvPr/>
        </p:nvSpPr>
        <p:spPr>
          <a:xfrm>
            <a:off x="9382124" y="4082653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6" name="!!source-6-dom-5-3-1-3-1-0-text-0">
            <a:extLst>
              <a:ext uri="{FF2B5EF4-FFF2-40B4-BE49-F238E27FC236}">
                <a16:creationId xmlns:a16="http://schemas.microsoft.com/office/drawing/2014/main" id="{A3D87FEB-BB4F-4E36-80D2-4DA52D18443F}"/>
              </a:ext>
            </a:extLst>
          </p:cNvPr>
          <p:cNvSpPr>
            <a:spLocks noGrp="1"/>
          </p:cNvSpPr>
          <p:nvPr/>
        </p:nvSpPr>
        <p:spPr>
          <a:xfrm>
            <a:off x="9972674" y="4063603"/>
            <a:ext cx="71062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No gradient: A cannot push more, whatever it still</a:t>
            </a:r>
          </a:p>
        </p:txBody>
      </p:sp>
      <p:sp>
        <p:nvSpPr>
          <p:cNvPr id="47" name="!!source-6-dom-5-3-1-3-1-0-text-1">
            <a:extLst>
              <a:ext uri="{FF2B5EF4-FFF2-40B4-BE49-F238E27FC236}">
                <a16:creationId xmlns:a16="http://schemas.microsoft.com/office/drawing/2014/main" id="{6803DC3F-DCA4-4AA4-9278-585266A951AC}"/>
              </a:ext>
            </a:extLst>
          </p:cNvPr>
          <p:cNvSpPr>
            <a:spLocks noGrp="1"/>
          </p:cNvSpPr>
          <p:nvPr/>
        </p:nvSpPr>
        <p:spPr>
          <a:xfrm>
            <a:off x="9972674" y="4463653"/>
            <a:ext cx="83001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holds</a:t>
            </a:r>
          </a:p>
        </p:txBody>
      </p:sp>
      <p:sp>
        <p:nvSpPr>
          <p:cNvPr id="48" name="!!source-6-dom-5-3-1-5-0-0-text-0">
            <a:extLst>
              <a:ext uri="{FF2B5EF4-FFF2-40B4-BE49-F238E27FC236}">
                <a16:creationId xmlns:a16="http://schemas.microsoft.com/office/drawing/2014/main" id="{EECD4231-158A-4945-944A-4451E56C650E}"/>
              </a:ext>
            </a:extLst>
          </p:cNvPr>
          <p:cNvSpPr>
            <a:spLocks noGrp="1"/>
          </p:cNvSpPr>
          <p:nvPr/>
        </p:nvSpPr>
        <p:spPr>
          <a:xfrm>
            <a:off x="9382124" y="5054203"/>
            <a:ext cx="20553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49" name="!!source-6-dom-5-3-1-5-1-0-text-0">
            <a:extLst>
              <a:ext uri="{FF2B5EF4-FFF2-40B4-BE49-F238E27FC236}">
                <a16:creationId xmlns:a16="http://schemas.microsoft.com/office/drawing/2014/main" id="{E86D4283-AB52-4D91-90DA-D92F78AE5C2D}"/>
              </a:ext>
            </a:extLst>
          </p:cNvPr>
          <p:cNvSpPr>
            <a:spLocks noGrp="1"/>
          </p:cNvSpPr>
          <p:nvPr/>
        </p:nvSpPr>
        <p:spPr>
          <a:xfrm>
            <a:off x="9972674" y="5035153"/>
            <a:ext cx="496684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Open B: flow to 350 bar, B delivers </a:t>
            </a:r>
          </a:p>
        </p:txBody>
      </p:sp>
      <p:sp>
        <p:nvSpPr>
          <p:cNvPr id="50" name="!!source-6-dom-5-3-1-5-1-1-0-text-0">
            <a:extLst>
              <a:ext uri="{FF2B5EF4-FFF2-40B4-BE49-F238E27FC236}">
                <a16:creationId xmlns:a16="http://schemas.microsoft.com/office/drawing/2014/main" id="{6BE5BB70-6583-46D2-A20F-EB909F5511C3}"/>
              </a:ext>
            </a:extLst>
          </p:cNvPr>
          <p:cNvSpPr>
            <a:spLocks noGrp="1"/>
          </p:cNvSpPr>
          <p:nvPr/>
        </p:nvSpPr>
        <p:spPr>
          <a:xfrm>
            <a:off x="14891891" y="5035153"/>
            <a:ext cx="56629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Δm</a:t>
            </a:r>
          </a:p>
        </p:txBody>
      </p:sp>
      <p:sp>
        <p:nvSpPr>
          <p:cNvPr id="51" name="!!source-6-dom-5-3-1-5-1-1-1-0-text-0">
            <a:extLst>
              <a:ext uri="{FF2B5EF4-FFF2-40B4-BE49-F238E27FC236}">
                <a16:creationId xmlns:a16="http://schemas.microsoft.com/office/drawing/2014/main" id="{B9EC705B-1F03-49DE-B2C5-129B173079DE}"/>
              </a:ext>
            </a:extLst>
          </p:cNvPr>
          <p:cNvSpPr>
            <a:spLocks noGrp="1"/>
          </p:cNvSpPr>
          <p:nvPr/>
        </p:nvSpPr>
        <p:spPr>
          <a:xfrm>
            <a:off x="15410558" y="5149454"/>
            <a:ext cx="229790" cy="285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B</a:t>
            </a:r>
          </a:p>
        </p:txBody>
      </p:sp>
      <p:sp>
        <p:nvSpPr>
          <p:cNvPr id="52" name="!!source-6-dom-5-3-1-7-0-0-text-0">
            <a:extLst>
              <a:ext uri="{FF2B5EF4-FFF2-40B4-BE49-F238E27FC236}">
                <a16:creationId xmlns:a16="http://schemas.microsoft.com/office/drawing/2014/main" id="{4315C70C-23C5-424F-9154-C28221D78BF8}"/>
              </a:ext>
            </a:extLst>
          </p:cNvPr>
          <p:cNvSpPr>
            <a:spLocks noGrp="1"/>
          </p:cNvSpPr>
          <p:nvPr/>
        </p:nvSpPr>
        <p:spPr>
          <a:xfrm>
            <a:off x="9382124" y="5673328"/>
            <a:ext cx="23142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53" name="!!source-6-dom-5-3-1-7-1-0-text-0">
            <a:extLst>
              <a:ext uri="{FF2B5EF4-FFF2-40B4-BE49-F238E27FC236}">
                <a16:creationId xmlns:a16="http://schemas.microsoft.com/office/drawing/2014/main" id="{A3A373A3-D7A9-4578-9D24-06E60D9A7952}"/>
              </a:ext>
            </a:extLst>
          </p:cNvPr>
          <p:cNvSpPr>
            <a:spLocks noGrp="1"/>
          </p:cNvSpPr>
          <p:nvPr/>
        </p:nvSpPr>
        <p:spPr>
          <a:xfrm>
            <a:off x="9972674" y="5654278"/>
            <a:ext cx="22099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Order matters: </a:t>
            </a:r>
          </a:p>
        </p:txBody>
      </p:sp>
      <p:sp>
        <p:nvSpPr>
          <p:cNvPr id="54" name="!!source-6-dom-5-3-1-7-1-1-0-text-0">
            <a:extLst>
              <a:ext uri="{FF2B5EF4-FFF2-40B4-BE49-F238E27FC236}">
                <a16:creationId xmlns:a16="http://schemas.microsoft.com/office/drawing/2014/main" id="{029EC0E0-7950-48AA-B099-6E363EA25BB3}"/>
              </a:ext>
            </a:extLst>
          </p:cNvPr>
          <p:cNvSpPr>
            <a:spLocks noGrp="1"/>
          </p:cNvSpPr>
          <p:nvPr/>
        </p:nvSpPr>
        <p:spPr>
          <a:xfrm>
            <a:off x="12134999" y="5654278"/>
            <a:ext cx="81840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B → A</a:t>
            </a:r>
          </a:p>
        </p:txBody>
      </p:sp>
      <p:sp>
        <p:nvSpPr>
          <p:cNvPr id="55" name="!!source-6-dom-5-3-1-7-1-2-text-0">
            <a:extLst>
              <a:ext uri="{FF2B5EF4-FFF2-40B4-BE49-F238E27FC236}">
                <a16:creationId xmlns:a16="http://schemas.microsoft.com/office/drawing/2014/main" id="{3E2061EB-7238-4CD9-8A7C-67168D68AFA6}"/>
              </a:ext>
            </a:extLst>
          </p:cNvPr>
          <p:cNvSpPr>
            <a:spLocks noGrp="1"/>
          </p:cNvSpPr>
          <p:nvPr/>
        </p:nvSpPr>
        <p:spPr>
          <a:xfrm>
            <a:off x="12905780" y="5654278"/>
            <a:ext cx="34230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 stalls at B's equilibrium</a:t>
            </a:r>
          </a:p>
        </p:txBody>
      </p:sp>
      <p:sp>
        <p:nvSpPr>
          <p:cNvPr id="56" name="!!source-6-dom-5-3-3-fill">
            <a:extLst>
              <a:ext uri="{FF2B5EF4-FFF2-40B4-BE49-F238E27FC236}">
                <a16:creationId xmlns:a16="http://schemas.microsoft.com/office/drawing/2014/main" id="{5654B0DD-F633-43F7-9129-AD2DBB468CED}"/>
              </a:ext>
            </a:extLst>
          </p:cNvPr>
          <p:cNvSpPr>
            <a:spLocks noGrp="1"/>
          </p:cNvSpPr>
          <p:nvPr/>
        </p:nvSpPr>
        <p:spPr>
          <a:xfrm>
            <a:off x="9382124" y="6282928"/>
            <a:ext cx="7858126" cy="1369218"/>
          </a:xfrm>
          <a:prstGeom prst="rect">
            <a:avLst/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6-dom-5-3-3-outline">
            <a:extLst>
              <a:ext uri="{FF2B5EF4-FFF2-40B4-BE49-F238E27FC236}">
                <a16:creationId xmlns:a16="http://schemas.microsoft.com/office/drawing/2014/main" id="{6D18227E-A2C4-4DF5-BBA6-4E4B3DE60646}"/>
              </a:ext>
            </a:extLst>
          </p:cNvPr>
          <p:cNvSpPr>
            <a:spLocks noGrp="1"/>
          </p:cNvSpPr>
          <p:nvPr/>
        </p:nvSpPr>
        <p:spPr>
          <a:xfrm>
            <a:off x="9391649" y="6292453"/>
            <a:ext cx="7839076" cy="1350168"/>
          </a:xfrm>
          <a:prstGeom prst="rect">
            <a:avLst/>
          </a:prstGeom>
          <a:noFill/>
          <a:ln w="19050">
            <a:solidFill>
              <a:srgbClr val="E6D9D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6-dom-5-3-3-0-text-0">
            <a:extLst>
              <a:ext uri="{FF2B5EF4-FFF2-40B4-BE49-F238E27FC236}">
                <a16:creationId xmlns:a16="http://schemas.microsoft.com/office/drawing/2014/main" id="{F6E15DE5-435B-488E-9067-0907EDF65952}"/>
              </a:ext>
            </a:extLst>
          </p:cNvPr>
          <p:cNvSpPr>
            <a:spLocks noGrp="1"/>
          </p:cNvSpPr>
          <p:nvPr/>
        </p:nvSpPr>
        <p:spPr>
          <a:xfrm>
            <a:off x="9667874" y="6559153"/>
            <a:ext cx="255002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Delivered mass = </a:t>
            </a:r>
          </a:p>
        </p:txBody>
      </p:sp>
      <p:sp>
        <p:nvSpPr>
          <p:cNvPr id="59" name="!!source-6-dom-5-3-3-1-0-text-0">
            <a:extLst>
              <a:ext uri="{FF2B5EF4-FFF2-40B4-BE49-F238E27FC236}">
                <a16:creationId xmlns:a16="http://schemas.microsoft.com/office/drawing/2014/main" id="{B900CD36-EF7D-4208-A32E-8056EE5EFDC3}"/>
              </a:ext>
            </a:extLst>
          </p:cNvPr>
          <p:cNvSpPr>
            <a:spLocks noGrp="1"/>
          </p:cNvSpPr>
          <p:nvPr/>
        </p:nvSpPr>
        <p:spPr>
          <a:xfrm>
            <a:off x="12170271" y="6559153"/>
            <a:ext cx="56629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Δm</a:t>
            </a:r>
          </a:p>
        </p:txBody>
      </p:sp>
      <p:sp>
        <p:nvSpPr>
          <p:cNvPr id="60" name="!!source-6-dom-5-3-3-1-1-0-text-0">
            <a:extLst>
              <a:ext uri="{FF2B5EF4-FFF2-40B4-BE49-F238E27FC236}">
                <a16:creationId xmlns:a16="http://schemas.microsoft.com/office/drawing/2014/main" id="{F52EA480-A58F-4E38-8179-F531C69BD646}"/>
              </a:ext>
            </a:extLst>
          </p:cNvPr>
          <p:cNvSpPr>
            <a:spLocks noGrp="1"/>
          </p:cNvSpPr>
          <p:nvPr/>
        </p:nvSpPr>
        <p:spPr>
          <a:xfrm>
            <a:off x="12688938" y="6673453"/>
            <a:ext cx="230088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A</a:t>
            </a:r>
          </a:p>
        </p:txBody>
      </p:sp>
      <p:sp>
        <p:nvSpPr>
          <p:cNvPr id="61" name="!!source-6-dom-5-3-3-1-2-text-0">
            <a:extLst>
              <a:ext uri="{FF2B5EF4-FFF2-40B4-BE49-F238E27FC236}">
                <a16:creationId xmlns:a16="http://schemas.microsoft.com/office/drawing/2014/main" id="{8C18F087-74D8-4438-A125-A7DF73FBF0CA}"/>
              </a:ext>
            </a:extLst>
          </p:cNvPr>
          <p:cNvSpPr>
            <a:spLocks noGrp="1"/>
          </p:cNvSpPr>
          <p:nvPr/>
        </p:nvSpPr>
        <p:spPr>
          <a:xfrm>
            <a:off x="12871401" y="6559153"/>
            <a:ext cx="899219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 + Δm</a:t>
            </a:r>
          </a:p>
        </p:txBody>
      </p:sp>
      <p:sp>
        <p:nvSpPr>
          <p:cNvPr id="62" name="!!source-6-dom-5-3-3-1-3-0-text-0">
            <a:extLst>
              <a:ext uri="{FF2B5EF4-FFF2-40B4-BE49-F238E27FC236}">
                <a16:creationId xmlns:a16="http://schemas.microsoft.com/office/drawing/2014/main" id="{69A2D0B3-9F41-4AA2-9BBD-F2BE42394C47}"/>
              </a:ext>
            </a:extLst>
          </p:cNvPr>
          <p:cNvSpPr>
            <a:spLocks noGrp="1"/>
          </p:cNvSpPr>
          <p:nvPr/>
        </p:nvSpPr>
        <p:spPr>
          <a:xfrm>
            <a:off x="13722995" y="6673453"/>
            <a:ext cx="22979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B</a:t>
            </a:r>
          </a:p>
        </p:txBody>
      </p:sp>
      <p:sp>
        <p:nvSpPr>
          <p:cNvPr id="63" name="!!source-6-dom-5-3-3-2-text-0">
            <a:extLst>
              <a:ext uri="{FF2B5EF4-FFF2-40B4-BE49-F238E27FC236}">
                <a16:creationId xmlns:a16="http://schemas.microsoft.com/office/drawing/2014/main" id="{28A94C49-0C85-440F-B0B2-B63C9A010D60}"/>
              </a:ext>
            </a:extLst>
          </p:cNvPr>
          <p:cNvSpPr>
            <a:spLocks noGrp="1"/>
          </p:cNvSpPr>
          <p:nvPr/>
        </p:nvSpPr>
        <p:spPr>
          <a:xfrm>
            <a:off x="13905160" y="6559153"/>
            <a:ext cx="247635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, set by pressures</a:t>
            </a:r>
          </a:p>
        </p:txBody>
      </p:sp>
      <p:sp>
        <p:nvSpPr>
          <p:cNvPr id="64" name="!!source-6-dom-5-3-3-2-text-1">
            <a:extLst>
              <a:ext uri="{FF2B5EF4-FFF2-40B4-BE49-F238E27FC236}">
                <a16:creationId xmlns:a16="http://schemas.microsoft.com/office/drawing/2014/main" id="{B7A70E0F-EE18-46CC-B611-A1E6981D5A13}"/>
              </a:ext>
            </a:extLst>
          </p:cNvPr>
          <p:cNvSpPr>
            <a:spLocks noGrp="1"/>
          </p:cNvSpPr>
          <p:nvPr/>
        </p:nvSpPr>
        <p:spPr>
          <a:xfrm>
            <a:off x="9667874" y="7018734"/>
            <a:ext cx="480223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and volumes, not by stored mass.</a:t>
            </a:r>
          </a:p>
        </p:txBody>
      </p:sp>
      <p:pic>
        <p:nvPicPr>
          <p:cNvPr id="132" name="!!source-6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133" name="!!source-6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685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!!source-6-dom-fill">
            <a:extLst>
              <a:ext uri="{FF2B5EF4-FFF2-40B4-BE49-F238E27FC236}">
                <a16:creationId xmlns:a16="http://schemas.microsoft.com/office/drawing/2014/main" id="{35CDF4CC-1126-496B-B95C-61CFC0EB00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6-dom-1-0-0-0-text-0">
            <a:extLst>
              <a:ext uri="{FF2B5EF4-FFF2-40B4-BE49-F238E27FC236}">
                <a16:creationId xmlns:a16="http://schemas.microsoft.com/office/drawing/2014/main" id="{CA6ACDEE-E0A3-4E77-82EE-F607F79683A3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6-dom-1-0-1-0-text-0">
            <a:extLst>
              <a:ext uri="{FF2B5EF4-FFF2-40B4-BE49-F238E27FC236}">
                <a16:creationId xmlns:a16="http://schemas.microsoft.com/office/drawing/2014/main" id="{EA2BF423-E25B-4963-A904-BB71155FFDE4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6-dom-1-0-2-border-Bottom">
            <a:extLst>
              <a:ext uri="{FF2B5EF4-FFF2-40B4-BE49-F238E27FC236}">
                <a16:creationId xmlns:a16="http://schemas.microsoft.com/office/drawing/2014/main" id="{47FEAA61-AF36-4D16-B4F1-20676812BCD2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6-dom-1-0-2-0-text-0">
            <a:extLst>
              <a:ext uri="{FF2B5EF4-FFF2-40B4-BE49-F238E27FC236}">
                <a16:creationId xmlns:a16="http://schemas.microsoft.com/office/drawing/2014/main" id="{3E98C688-ADD4-45CA-9B57-0F0D486DEA8D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6-dom-1-0-3-0-text-0">
            <a:extLst>
              <a:ext uri="{FF2B5EF4-FFF2-40B4-BE49-F238E27FC236}">
                <a16:creationId xmlns:a16="http://schemas.microsoft.com/office/drawing/2014/main" id="{B842DE6C-C0BD-411E-920A-7D31C38746B2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6-dom-1-0-4-0-text-0">
            <a:extLst>
              <a:ext uri="{FF2B5EF4-FFF2-40B4-BE49-F238E27FC236}">
                <a16:creationId xmlns:a16="http://schemas.microsoft.com/office/drawing/2014/main" id="{9584E8B7-8702-4557-B5F8-C191CE2E1A9E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6-dom-1-0-5-0-text-0">
            <a:extLst>
              <a:ext uri="{FF2B5EF4-FFF2-40B4-BE49-F238E27FC236}">
                <a16:creationId xmlns:a16="http://schemas.microsoft.com/office/drawing/2014/main" id="{3B7F8444-F20B-4598-B179-A513F3E0F9C1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6-dom-1-1-0-text-0">
            <a:extLst>
              <a:ext uri="{FF2B5EF4-FFF2-40B4-BE49-F238E27FC236}">
                <a16:creationId xmlns:a16="http://schemas.microsoft.com/office/drawing/2014/main" id="{AA64C0BF-A866-4206-9790-D2F08F5D894F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07 / 17</a:t>
            </a:r>
          </a:p>
        </p:txBody>
      </p:sp>
      <p:sp>
        <p:nvSpPr>
          <p:cNvPr id="10" name="!!source-6-dom-3-1-0-0-text-0">
            <a:extLst>
              <a:ext uri="{FF2B5EF4-FFF2-40B4-BE49-F238E27FC236}">
                <a16:creationId xmlns:a16="http://schemas.microsoft.com/office/drawing/2014/main" id="{297A3905-7742-42B4-8F20-764888707D50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5129808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Cascaded refuelling</a:t>
            </a:r>
          </a:p>
        </p:txBody>
      </p:sp>
      <p:sp>
        <p:nvSpPr>
          <p:cNvPr id="11" name="!!source-6-dom-3-1-1-0-text-0">
            <a:extLst>
              <a:ext uri="{FF2B5EF4-FFF2-40B4-BE49-F238E27FC236}">
                <a16:creationId xmlns:a16="http://schemas.microsoft.com/office/drawing/2014/main" id="{891D51F2-3D34-45A2-B01C-5E3CEABD8632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495493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Flow follows the pressure gradient</a:t>
            </a:r>
          </a:p>
        </p:txBody>
      </p:sp>
      <p:sp>
        <p:nvSpPr>
          <p:cNvPr id="12" name="!!source-6-dom-5-1-border-Bottom">
            <a:extLst>
              <a:ext uri="{FF2B5EF4-FFF2-40B4-BE49-F238E27FC236}">
                <a16:creationId xmlns:a16="http://schemas.microsoft.com/office/drawing/2014/main" id="{6B4A5905-95A7-4740-B1CC-268F98513E96}"/>
              </a:ext>
            </a:extLst>
          </p:cNvPr>
          <p:cNvSpPr>
            <a:spLocks noGrp="1"/>
          </p:cNvSpPr>
          <p:nvPr/>
        </p:nvSpPr>
        <p:spPr>
          <a:xfrm>
            <a:off x="1047750" y="8596313"/>
            <a:ext cx="7858126" cy="953"/>
          </a:xfrm>
          <a:prstGeom prst="line">
            <a:avLst/>
          </a:prstGeom>
          <a:noFill/>
          <a:ln w="28575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6-dom-5-1-1-fill">
            <a:extLst>
              <a:ext uri="{FF2B5EF4-FFF2-40B4-BE49-F238E27FC236}">
                <a16:creationId xmlns:a16="http://schemas.microsoft.com/office/drawing/2014/main" id="{B89C8A23-694A-4F6E-ACF2-A66A7951ECFA}"/>
              </a:ext>
            </a:extLst>
          </p:cNvPr>
          <p:cNvSpPr>
            <a:spLocks noGrp="1"/>
          </p:cNvSpPr>
          <p:nvPr/>
        </p:nvSpPr>
        <p:spPr>
          <a:xfrm>
            <a:off x="2000250" y="3476625"/>
            <a:ext cx="1905000" cy="95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6-dom-5-1-3-fill">
            <a:extLst>
              <a:ext uri="{FF2B5EF4-FFF2-40B4-BE49-F238E27FC236}">
                <a16:creationId xmlns:a16="http://schemas.microsoft.com/office/drawing/2014/main" id="{D77DCBBD-BAAA-4F92-A2F9-0E7074A12F06}"/>
              </a:ext>
            </a:extLst>
          </p:cNvPr>
          <p:cNvSpPr>
            <a:spLocks noGrp="1"/>
          </p:cNvSpPr>
          <p:nvPr/>
        </p:nvSpPr>
        <p:spPr>
          <a:xfrm>
            <a:off x="3905250" y="3476625"/>
            <a:ext cx="3952875" cy="9525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6-dom-5-1-5-1-0-0-text-0">
            <a:extLst>
              <a:ext uri="{FF2B5EF4-FFF2-40B4-BE49-F238E27FC236}">
                <a16:creationId xmlns:a16="http://schemas.microsoft.com/office/drawing/2014/main" id="{9A4B2293-FB4C-4A2D-8C54-225E4DFBD0A8}"/>
              </a:ext>
            </a:extLst>
          </p:cNvPr>
          <p:cNvSpPr>
            <a:spLocks noGrp="1"/>
          </p:cNvSpPr>
          <p:nvPr/>
        </p:nvSpPr>
        <p:spPr>
          <a:xfrm>
            <a:off x="1460451" y="2924175"/>
            <a:ext cx="57269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230</a:t>
            </a:r>
          </a:p>
        </p:txBody>
      </p:sp>
      <p:sp>
        <p:nvSpPr>
          <p:cNvPr id="16" name="!!source-6-dom-5-1-5-1-1-text-0">
            <a:extLst>
              <a:ext uri="{FF2B5EF4-FFF2-40B4-BE49-F238E27FC236}">
                <a16:creationId xmlns:a16="http://schemas.microsoft.com/office/drawing/2014/main" id="{BB9D9981-0B57-45C8-84E7-A93D5F2E4FE7}"/>
              </a:ext>
            </a:extLst>
          </p:cNvPr>
          <p:cNvSpPr>
            <a:spLocks noGrp="1"/>
          </p:cNvSpPr>
          <p:nvPr/>
        </p:nvSpPr>
        <p:spPr>
          <a:xfrm>
            <a:off x="1985516" y="2924175"/>
            <a:ext cx="61406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bar</a:t>
            </a:r>
          </a:p>
        </p:txBody>
      </p:sp>
      <p:sp>
        <p:nvSpPr>
          <p:cNvPr id="17" name="!!source-6-dom-5-1-5-3-fill">
            <a:extLst>
              <a:ext uri="{FF2B5EF4-FFF2-40B4-BE49-F238E27FC236}">
                <a16:creationId xmlns:a16="http://schemas.microsoft.com/office/drawing/2014/main" id="{74695317-01F0-43DC-B3EB-78C2CC1F299C}"/>
              </a:ext>
            </a:extLst>
          </p:cNvPr>
          <p:cNvSpPr>
            <a:spLocks noGrp="1"/>
          </p:cNvSpPr>
          <p:nvPr/>
        </p:nvSpPr>
        <p:spPr>
          <a:xfrm>
            <a:off x="1958578" y="3409950"/>
            <a:ext cx="95250" cy="476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" name="!!source-6-dom-5-1-5-5-fill">
            <a:extLst>
              <a:ext uri="{FF2B5EF4-FFF2-40B4-BE49-F238E27FC236}">
                <a16:creationId xmlns:a16="http://schemas.microsoft.com/office/drawing/2014/main" id="{97457188-FDCE-444D-A1B4-4B1E1CFA2A84}"/>
              </a:ext>
            </a:extLst>
          </p:cNvPr>
          <p:cNvSpPr>
            <a:spLocks noGrp="1"/>
          </p:cNvSpPr>
          <p:nvPr/>
        </p:nvSpPr>
        <p:spPr>
          <a:xfrm>
            <a:off x="1206103" y="4019550"/>
            <a:ext cx="1600200" cy="4076700"/>
          </a:xfrm>
          <a:prstGeom prst="roundRect">
            <a:avLst>
              <a:gd name="adj" fmla="val 1309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!!source-6-dom-5-1-5-5-outline">
            <a:extLst>
              <a:ext uri="{FF2B5EF4-FFF2-40B4-BE49-F238E27FC236}">
                <a16:creationId xmlns:a16="http://schemas.microsoft.com/office/drawing/2014/main" id="{E4BD3ED0-D719-4938-A1D6-96117B710A62}"/>
              </a:ext>
            </a:extLst>
          </p:cNvPr>
          <p:cNvSpPr>
            <a:spLocks noGrp="1"/>
          </p:cNvSpPr>
          <p:nvPr/>
        </p:nvSpPr>
        <p:spPr>
          <a:xfrm>
            <a:off x="1225153" y="4038600"/>
            <a:ext cx="1562100" cy="4038600"/>
          </a:xfrm>
          <a:prstGeom prst="roundRect">
            <a:avLst>
              <a:gd name="adj" fmla="val 13415"/>
            </a:avLst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6-dom-5-1-5-5-0-fill">
            <a:extLst>
              <a:ext uri="{FF2B5EF4-FFF2-40B4-BE49-F238E27FC236}">
                <a16:creationId xmlns:a16="http://schemas.microsoft.com/office/drawing/2014/main" id="{9399D6CA-186D-4663-AD9C-CF34240DC536}"/>
              </a:ext>
            </a:extLst>
          </p:cNvPr>
          <p:cNvSpPr>
            <a:spLocks noGrp="1"/>
          </p:cNvSpPr>
          <p:nvPr/>
        </p:nvSpPr>
        <p:spPr>
          <a:xfrm>
            <a:off x="1244203" y="6218039"/>
            <a:ext cx="1524000" cy="1840110"/>
          </a:xfrm>
          <a:custGeom>
            <a:avLst/>
            <a:gdLst/>
            <a:ahLst/>
            <a:cxnLst/>
            <a:rect l="0" t="0" r="0" b="0"/>
            <a:pathLst>
              <a:path w="1524000" h="1840110">
                <a:moveTo>
                  <a:pt x="0" y="0"/>
                </a:moveTo>
                <a:lnTo>
                  <a:pt x="1524000" y="0"/>
                </a:lnTo>
                <a:lnTo>
                  <a:pt x="1524000" y="1668660"/>
                </a:lnTo>
                <a:lnTo>
                  <a:pt x="1520706" y="1702109"/>
                </a:lnTo>
                <a:lnTo>
                  <a:pt x="1510949" y="1734272"/>
                </a:lnTo>
                <a:lnTo>
                  <a:pt x="1495106" y="1763913"/>
                </a:lnTo>
                <a:lnTo>
                  <a:pt x="1473784" y="1789894"/>
                </a:lnTo>
                <a:lnTo>
                  <a:pt x="1447803" y="1811216"/>
                </a:lnTo>
                <a:lnTo>
                  <a:pt x="1418161" y="1827060"/>
                </a:lnTo>
                <a:lnTo>
                  <a:pt x="1385998" y="1836816"/>
                </a:lnTo>
                <a:lnTo>
                  <a:pt x="1352550" y="1840110"/>
                </a:lnTo>
                <a:lnTo>
                  <a:pt x="171450" y="1840110"/>
                </a:lnTo>
                <a:lnTo>
                  <a:pt x="138002" y="1836816"/>
                </a:lnTo>
                <a:lnTo>
                  <a:pt x="105839" y="1827060"/>
                </a:lnTo>
                <a:lnTo>
                  <a:pt x="76197" y="1811216"/>
                </a:lnTo>
                <a:lnTo>
                  <a:pt x="50217" y="1789894"/>
                </a:lnTo>
                <a:lnTo>
                  <a:pt x="28895" y="1763913"/>
                </a:lnTo>
                <a:lnTo>
                  <a:pt x="13051" y="1734272"/>
                </a:lnTo>
                <a:lnTo>
                  <a:pt x="3294" y="1702109"/>
                </a:lnTo>
                <a:lnTo>
                  <a:pt x="0" y="166866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" name="!!source-6-dom-5-1-5-7-0-text-0">
            <a:extLst>
              <a:ext uri="{FF2B5EF4-FFF2-40B4-BE49-F238E27FC236}">
                <a16:creationId xmlns:a16="http://schemas.microsoft.com/office/drawing/2014/main" id="{7C66AA42-A052-464A-AA28-B7CE531E58A0}"/>
              </a:ext>
            </a:extLst>
          </p:cNvPr>
          <p:cNvSpPr>
            <a:spLocks noGrp="1"/>
          </p:cNvSpPr>
          <p:nvPr/>
        </p:nvSpPr>
        <p:spPr>
          <a:xfrm>
            <a:off x="1502420" y="8229600"/>
            <a:ext cx="105519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Tank A</a:t>
            </a:r>
          </a:p>
        </p:txBody>
      </p:sp>
      <p:sp>
        <p:nvSpPr>
          <p:cNvPr id="22" name="!!source-6-dom-5-1-7-1-0-0-text-0">
            <a:extLst>
              <a:ext uri="{FF2B5EF4-FFF2-40B4-BE49-F238E27FC236}">
                <a16:creationId xmlns:a16="http://schemas.microsoft.com/office/drawing/2014/main" id="{7AC8CE6D-01C2-4307-8D37-3880C2F190AB}"/>
              </a:ext>
            </a:extLst>
          </p:cNvPr>
          <p:cNvSpPr>
            <a:spLocks noGrp="1"/>
          </p:cNvSpPr>
          <p:nvPr/>
        </p:nvSpPr>
        <p:spPr>
          <a:xfrm>
            <a:off x="3378547" y="2924175"/>
            <a:ext cx="57031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350</a:t>
            </a:r>
          </a:p>
        </p:txBody>
      </p:sp>
      <p:sp>
        <p:nvSpPr>
          <p:cNvPr id="23" name="!!source-6-dom-5-1-7-1-1-text-0">
            <a:extLst>
              <a:ext uri="{FF2B5EF4-FFF2-40B4-BE49-F238E27FC236}">
                <a16:creationId xmlns:a16="http://schemas.microsoft.com/office/drawing/2014/main" id="{A5477CA2-3F3E-45EF-818D-651A6FB5DDFE}"/>
              </a:ext>
            </a:extLst>
          </p:cNvPr>
          <p:cNvSpPr>
            <a:spLocks noGrp="1"/>
          </p:cNvSpPr>
          <p:nvPr/>
        </p:nvSpPr>
        <p:spPr>
          <a:xfrm>
            <a:off x="3901232" y="2924175"/>
            <a:ext cx="61406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bar</a:t>
            </a:r>
          </a:p>
        </p:txBody>
      </p:sp>
      <p:sp>
        <p:nvSpPr>
          <p:cNvPr id="24" name="!!source-6-dom-5-1-7-3-fill">
            <a:extLst>
              <a:ext uri="{FF2B5EF4-FFF2-40B4-BE49-F238E27FC236}">
                <a16:creationId xmlns:a16="http://schemas.microsoft.com/office/drawing/2014/main" id="{C39F2891-0A0D-424D-9EFD-144C502265F9}"/>
              </a:ext>
            </a:extLst>
          </p:cNvPr>
          <p:cNvSpPr>
            <a:spLocks noGrp="1"/>
          </p:cNvSpPr>
          <p:nvPr/>
        </p:nvSpPr>
        <p:spPr>
          <a:xfrm>
            <a:off x="3875484" y="3409950"/>
            <a:ext cx="95250" cy="47625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6-dom-5-1-7-5-fill">
            <a:extLst>
              <a:ext uri="{FF2B5EF4-FFF2-40B4-BE49-F238E27FC236}">
                <a16:creationId xmlns:a16="http://schemas.microsoft.com/office/drawing/2014/main" id="{CEE608A3-FA2F-41E6-92D7-24BF10181121}"/>
              </a:ext>
            </a:extLst>
          </p:cNvPr>
          <p:cNvSpPr>
            <a:spLocks noGrp="1"/>
          </p:cNvSpPr>
          <p:nvPr/>
        </p:nvSpPr>
        <p:spPr>
          <a:xfrm>
            <a:off x="3123009" y="4019550"/>
            <a:ext cx="1600200" cy="4076700"/>
          </a:xfrm>
          <a:prstGeom prst="roundRect">
            <a:avLst>
              <a:gd name="adj" fmla="val 1309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6-dom-5-1-7-5-outline">
            <a:extLst>
              <a:ext uri="{FF2B5EF4-FFF2-40B4-BE49-F238E27FC236}">
                <a16:creationId xmlns:a16="http://schemas.microsoft.com/office/drawing/2014/main" id="{578AD77E-7684-4E10-A5B3-825AF67B5143}"/>
              </a:ext>
            </a:extLst>
          </p:cNvPr>
          <p:cNvSpPr>
            <a:spLocks noGrp="1"/>
          </p:cNvSpPr>
          <p:nvPr/>
        </p:nvSpPr>
        <p:spPr>
          <a:xfrm>
            <a:off x="3142059" y="4038600"/>
            <a:ext cx="1562100" cy="4038600"/>
          </a:xfrm>
          <a:prstGeom prst="roundRect">
            <a:avLst>
              <a:gd name="adj" fmla="val 13415"/>
            </a:avLst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!!source-6-dom-5-1-7-5-0-fill">
            <a:extLst>
              <a:ext uri="{FF2B5EF4-FFF2-40B4-BE49-F238E27FC236}">
                <a16:creationId xmlns:a16="http://schemas.microsoft.com/office/drawing/2014/main" id="{AD68C51D-E3B6-41F3-ACC3-B6A3A4633F0F}"/>
              </a:ext>
            </a:extLst>
          </p:cNvPr>
          <p:cNvSpPr>
            <a:spLocks noGrp="1"/>
          </p:cNvSpPr>
          <p:nvPr/>
        </p:nvSpPr>
        <p:spPr>
          <a:xfrm>
            <a:off x="3161109" y="5257800"/>
            <a:ext cx="1524000" cy="2800350"/>
          </a:xfrm>
          <a:custGeom>
            <a:avLst/>
            <a:gdLst/>
            <a:ahLst/>
            <a:cxnLst/>
            <a:rect l="0" t="0" r="0" b="0"/>
            <a:pathLst>
              <a:path w="1524000" h="2800350">
                <a:moveTo>
                  <a:pt x="0" y="0"/>
                </a:moveTo>
                <a:lnTo>
                  <a:pt x="1524000" y="0"/>
                </a:lnTo>
                <a:lnTo>
                  <a:pt x="1524000" y="2628900"/>
                </a:lnTo>
                <a:lnTo>
                  <a:pt x="1520706" y="2662348"/>
                </a:lnTo>
                <a:lnTo>
                  <a:pt x="1510950" y="2694511"/>
                </a:lnTo>
                <a:lnTo>
                  <a:pt x="1495106" y="2724152"/>
                </a:lnTo>
                <a:lnTo>
                  <a:pt x="1473784" y="2750133"/>
                </a:lnTo>
                <a:lnTo>
                  <a:pt x="1447803" y="2771455"/>
                </a:lnTo>
                <a:lnTo>
                  <a:pt x="1418162" y="2787299"/>
                </a:lnTo>
                <a:lnTo>
                  <a:pt x="1385999" y="2797055"/>
                </a:lnTo>
                <a:lnTo>
                  <a:pt x="1352550" y="2800350"/>
                </a:lnTo>
                <a:lnTo>
                  <a:pt x="171450" y="2800350"/>
                </a:lnTo>
                <a:lnTo>
                  <a:pt x="138002" y="2797055"/>
                </a:lnTo>
                <a:lnTo>
                  <a:pt x="105839" y="2787299"/>
                </a:lnTo>
                <a:lnTo>
                  <a:pt x="76197" y="2771455"/>
                </a:lnTo>
                <a:lnTo>
                  <a:pt x="50217" y="2750133"/>
                </a:lnTo>
                <a:lnTo>
                  <a:pt x="28895" y="2724152"/>
                </a:lnTo>
                <a:lnTo>
                  <a:pt x="13051" y="2694511"/>
                </a:lnTo>
                <a:lnTo>
                  <a:pt x="3294" y="2662348"/>
                </a:lnTo>
                <a:lnTo>
                  <a:pt x="0" y="26289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6-dom-5-1-7-7-0-text-0">
            <a:extLst>
              <a:ext uri="{FF2B5EF4-FFF2-40B4-BE49-F238E27FC236}">
                <a16:creationId xmlns:a16="http://schemas.microsoft.com/office/drawing/2014/main" id="{7FF67B41-70D2-4294-921B-41F5CDCCA77E}"/>
              </a:ext>
            </a:extLst>
          </p:cNvPr>
          <p:cNvSpPr>
            <a:spLocks noGrp="1"/>
          </p:cNvSpPr>
          <p:nvPr/>
        </p:nvSpPr>
        <p:spPr>
          <a:xfrm>
            <a:off x="3417540" y="8229600"/>
            <a:ext cx="105861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Tank B</a:t>
            </a:r>
          </a:p>
        </p:txBody>
      </p:sp>
      <p:sp>
        <p:nvSpPr>
          <p:cNvPr id="29" name="!!source-6-dom-5-1-9-1-0-text-0">
            <a:extLst>
              <a:ext uri="{FF2B5EF4-FFF2-40B4-BE49-F238E27FC236}">
                <a16:creationId xmlns:a16="http://schemas.microsoft.com/office/drawing/2014/main" id="{9D90968E-9BBC-4215-94AF-552D85E28CEE}"/>
              </a:ext>
            </a:extLst>
          </p:cNvPr>
          <p:cNvSpPr>
            <a:spLocks noGrp="1"/>
          </p:cNvSpPr>
          <p:nvPr/>
        </p:nvSpPr>
        <p:spPr>
          <a:xfrm>
            <a:off x="5475684" y="5086350"/>
            <a:ext cx="776288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4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5400" b="1" i="0" spc="-13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⟶</a:t>
            </a:r>
          </a:p>
        </p:txBody>
      </p:sp>
      <p:sp>
        <p:nvSpPr>
          <p:cNvPr id="30" name="!!source-6-dom-5-1-9-3-0-0-text-0">
            <a:extLst>
              <a:ext uri="{FF2B5EF4-FFF2-40B4-BE49-F238E27FC236}">
                <a16:creationId xmlns:a16="http://schemas.microsoft.com/office/drawing/2014/main" id="{27A7B674-93C8-4F7E-9D81-3EDFD9957B1A}"/>
              </a:ext>
            </a:extLst>
          </p:cNvPr>
          <p:cNvSpPr>
            <a:spLocks noGrp="1"/>
          </p:cNvSpPr>
          <p:nvPr/>
        </p:nvSpPr>
        <p:spPr>
          <a:xfrm>
            <a:off x="5045720" y="5991225"/>
            <a:ext cx="163621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 → vehicle</a:t>
            </a:r>
          </a:p>
        </p:txBody>
      </p:sp>
      <p:sp>
        <p:nvSpPr>
          <p:cNvPr id="31" name="!!source-6-dom-5-1-11-1-0-0-text-0">
            <a:extLst>
              <a:ext uri="{FF2B5EF4-FFF2-40B4-BE49-F238E27FC236}">
                <a16:creationId xmlns:a16="http://schemas.microsoft.com/office/drawing/2014/main" id="{A9EC22C4-F56C-4810-97FE-6BCE862C9610}"/>
              </a:ext>
            </a:extLst>
          </p:cNvPr>
          <p:cNvSpPr>
            <a:spLocks noGrp="1"/>
          </p:cNvSpPr>
          <p:nvPr/>
        </p:nvSpPr>
        <p:spPr>
          <a:xfrm>
            <a:off x="7307610" y="2924175"/>
            <a:ext cx="570309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350</a:t>
            </a:r>
          </a:p>
        </p:txBody>
      </p:sp>
      <p:sp>
        <p:nvSpPr>
          <p:cNvPr id="32" name="!!source-6-dom-5-1-11-1-1-text-0">
            <a:extLst>
              <a:ext uri="{FF2B5EF4-FFF2-40B4-BE49-F238E27FC236}">
                <a16:creationId xmlns:a16="http://schemas.microsoft.com/office/drawing/2014/main" id="{04A15296-5B69-44A9-B22A-403F2F04150B}"/>
              </a:ext>
            </a:extLst>
          </p:cNvPr>
          <p:cNvSpPr>
            <a:spLocks noGrp="1"/>
          </p:cNvSpPr>
          <p:nvPr/>
        </p:nvSpPr>
        <p:spPr>
          <a:xfrm>
            <a:off x="7830294" y="2924175"/>
            <a:ext cx="61406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bar</a:t>
            </a:r>
          </a:p>
        </p:txBody>
      </p:sp>
      <p:sp>
        <p:nvSpPr>
          <p:cNvPr id="33" name="!!source-6-dom-5-1-11-3-fill">
            <a:extLst>
              <a:ext uri="{FF2B5EF4-FFF2-40B4-BE49-F238E27FC236}">
                <a16:creationId xmlns:a16="http://schemas.microsoft.com/office/drawing/2014/main" id="{6E208844-1D12-4A0E-B88D-F8EE06D33D57}"/>
              </a:ext>
            </a:extLst>
          </p:cNvPr>
          <p:cNvSpPr>
            <a:spLocks noGrp="1"/>
          </p:cNvSpPr>
          <p:nvPr/>
        </p:nvSpPr>
        <p:spPr>
          <a:xfrm>
            <a:off x="7804547" y="3409950"/>
            <a:ext cx="95250" cy="47625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6-dom-5-1-11-5-fill">
            <a:extLst>
              <a:ext uri="{FF2B5EF4-FFF2-40B4-BE49-F238E27FC236}">
                <a16:creationId xmlns:a16="http://schemas.microsoft.com/office/drawing/2014/main" id="{A2BF45C7-6095-466F-9CDA-8CEF986429DA}"/>
              </a:ext>
            </a:extLst>
          </p:cNvPr>
          <p:cNvSpPr>
            <a:spLocks noGrp="1"/>
          </p:cNvSpPr>
          <p:nvPr/>
        </p:nvSpPr>
        <p:spPr>
          <a:xfrm>
            <a:off x="6909197" y="4019550"/>
            <a:ext cx="1885950" cy="4076700"/>
          </a:xfrm>
          <a:prstGeom prst="roundRect">
            <a:avLst>
              <a:gd name="adj" fmla="val 11111"/>
            </a:avLst>
          </a:prstGeom>
          <a:solidFill>
            <a:srgbClr val="FFF5F5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6-dom-5-1-11-5-outline">
            <a:extLst>
              <a:ext uri="{FF2B5EF4-FFF2-40B4-BE49-F238E27FC236}">
                <a16:creationId xmlns:a16="http://schemas.microsoft.com/office/drawing/2014/main" id="{E4B19694-6011-4AE3-BCEC-AFC97FEE4E8A}"/>
              </a:ext>
            </a:extLst>
          </p:cNvPr>
          <p:cNvSpPr>
            <a:spLocks noGrp="1"/>
          </p:cNvSpPr>
          <p:nvPr/>
        </p:nvSpPr>
        <p:spPr>
          <a:xfrm>
            <a:off x="6928247" y="4038600"/>
            <a:ext cx="1847850" cy="4038600"/>
          </a:xfrm>
          <a:prstGeom prst="roundRect">
            <a:avLst>
              <a:gd name="adj" fmla="val 11340"/>
            </a:avLst>
          </a:prstGeom>
          <a:noFill/>
          <a:ln w="3810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6-dom-5-1-11-5-0-fill">
            <a:extLst>
              <a:ext uri="{FF2B5EF4-FFF2-40B4-BE49-F238E27FC236}">
                <a16:creationId xmlns:a16="http://schemas.microsoft.com/office/drawing/2014/main" id="{FE427A96-1904-4970-A1D3-B846FCB8D0E1}"/>
              </a:ext>
            </a:extLst>
          </p:cNvPr>
          <p:cNvSpPr>
            <a:spLocks noGrp="1"/>
          </p:cNvSpPr>
          <p:nvPr/>
        </p:nvSpPr>
        <p:spPr>
          <a:xfrm>
            <a:off x="6947297" y="5257800"/>
            <a:ext cx="1809750" cy="2800350"/>
          </a:xfrm>
          <a:custGeom>
            <a:avLst/>
            <a:gdLst/>
            <a:ahLst/>
            <a:cxnLst/>
            <a:rect l="0" t="0" r="0" b="0"/>
            <a:pathLst>
              <a:path w="1809750" h="2800350">
                <a:moveTo>
                  <a:pt x="0" y="0"/>
                </a:moveTo>
                <a:lnTo>
                  <a:pt x="1809750" y="0"/>
                </a:lnTo>
                <a:lnTo>
                  <a:pt x="1809750" y="2628900"/>
                </a:lnTo>
                <a:lnTo>
                  <a:pt x="1806455" y="2662348"/>
                </a:lnTo>
                <a:lnTo>
                  <a:pt x="1796699" y="2694511"/>
                </a:lnTo>
                <a:lnTo>
                  <a:pt x="1780855" y="2724152"/>
                </a:lnTo>
                <a:lnTo>
                  <a:pt x="1759533" y="2750133"/>
                </a:lnTo>
                <a:lnTo>
                  <a:pt x="1733552" y="2771455"/>
                </a:lnTo>
                <a:lnTo>
                  <a:pt x="1703911" y="2787299"/>
                </a:lnTo>
                <a:lnTo>
                  <a:pt x="1671748" y="2797055"/>
                </a:lnTo>
                <a:lnTo>
                  <a:pt x="1638300" y="2800350"/>
                </a:lnTo>
                <a:lnTo>
                  <a:pt x="171450" y="2800350"/>
                </a:lnTo>
                <a:lnTo>
                  <a:pt x="138002" y="2797055"/>
                </a:lnTo>
                <a:lnTo>
                  <a:pt x="105839" y="2787299"/>
                </a:lnTo>
                <a:lnTo>
                  <a:pt x="76197" y="2771455"/>
                </a:lnTo>
                <a:lnTo>
                  <a:pt x="50217" y="2750133"/>
                </a:lnTo>
                <a:lnTo>
                  <a:pt x="28895" y="2724152"/>
                </a:lnTo>
                <a:lnTo>
                  <a:pt x="13051" y="2694511"/>
                </a:lnTo>
                <a:lnTo>
                  <a:pt x="3294" y="2662348"/>
                </a:lnTo>
                <a:lnTo>
                  <a:pt x="0" y="2628900"/>
                </a:lnTo>
                <a:close/>
              </a:path>
            </a:pathLst>
          </a:cu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6-dom-5-1-11-7-0-text-0">
            <a:extLst>
              <a:ext uri="{FF2B5EF4-FFF2-40B4-BE49-F238E27FC236}">
                <a16:creationId xmlns:a16="http://schemas.microsoft.com/office/drawing/2014/main" id="{3D8C8B23-3C03-406A-96EC-D8A4B2330E78}"/>
              </a:ext>
            </a:extLst>
          </p:cNvPr>
          <p:cNvSpPr>
            <a:spLocks noGrp="1"/>
          </p:cNvSpPr>
          <p:nvPr/>
        </p:nvSpPr>
        <p:spPr>
          <a:xfrm>
            <a:off x="7315349" y="8229600"/>
            <a:ext cx="112127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38" name="!!source-6-dom-5-3-1-1-0-0-text-0">
            <a:extLst>
              <a:ext uri="{FF2B5EF4-FFF2-40B4-BE49-F238E27FC236}">
                <a16:creationId xmlns:a16="http://schemas.microsoft.com/office/drawing/2014/main" id="{92D532DC-88C5-41C6-A459-3F550AF26DF1}"/>
              </a:ext>
            </a:extLst>
          </p:cNvPr>
          <p:cNvSpPr>
            <a:spLocks noGrp="1"/>
          </p:cNvSpPr>
          <p:nvPr/>
        </p:nvSpPr>
        <p:spPr>
          <a:xfrm>
            <a:off x="9382124" y="3463528"/>
            <a:ext cx="15225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39" name="!!source-6-dom-5-3-1-1-1-0-text-0">
            <a:extLst>
              <a:ext uri="{FF2B5EF4-FFF2-40B4-BE49-F238E27FC236}">
                <a16:creationId xmlns:a16="http://schemas.microsoft.com/office/drawing/2014/main" id="{BAE2A623-AA59-464D-A26A-CCD6FAC16EED}"/>
              </a:ext>
            </a:extLst>
          </p:cNvPr>
          <p:cNvSpPr>
            <a:spLocks noGrp="1"/>
          </p:cNvSpPr>
          <p:nvPr/>
        </p:nvSpPr>
        <p:spPr>
          <a:xfrm>
            <a:off x="9972674" y="3444478"/>
            <a:ext cx="230460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Open A: flow to </a:t>
            </a:r>
          </a:p>
        </p:txBody>
      </p:sp>
      <p:sp>
        <p:nvSpPr>
          <p:cNvPr id="40" name="!!source-6-dom-5-3-1-1-1-1-0-text-0">
            <a:extLst>
              <a:ext uri="{FF2B5EF4-FFF2-40B4-BE49-F238E27FC236}">
                <a16:creationId xmlns:a16="http://schemas.microsoft.com/office/drawing/2014/main" id="{5EDF6BF2-3B59-4CE6-B73E-D7D111A87AA5}"/>
              </a:ext>
            </a:extLst>
          </p:cNvPr>
          <p:cNvSpPr>
            <a:spLocks noGrp="1"/>
          </p:cNvSpPr>
          <p:nvPr/>
        </p:nvSpPr>
        <p:spPr>
          <a:xfrm>
            <a:off x="12229653" y="3444478"/>
            <a:ext cx="25687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</a:t>
            </a:r>
          </a:p>
        </p:txBody>
      </p:sp>
      <p:sp>
        <p:nvSpPr>
          <p:cNvPr id="41" name="!!source-6-dom-5-3-1-1-1-1-1-0-text-0">
            <a:extLst>
              <a:ext uri="{FF2B5EF4-FFF2-40B4-BE49-F238E27FC236}">
                <a16:creationId xmlns:a16="http://schemas.microsoft.com/office/drawing/2014/main" id="{B41596D6-AA51-4E3D-B8E9-B2CE8CD9E019}"/>
              </a:ext>
            </a:extLst>
          </p:cNvPr>
          <p:cNvSpPr>
            <a:spLocks noGrp="1"/>
          </p:cNvSpPr>
          <p:nvPr/>
        </p:nvSpPr>
        <p:spPr>
          <a:xfrm>
            <a:off x="12438906" y="3558778"/>
            <a:ext cx="514201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eq,1</a:t>
            </a:r>
          </a:p>
        </p:txBody>
      </p:sp>
      <p:sp>
        <p:nvSpPr>
          <p:cNvPr id="42" name="!!source-6-dom-5-3-1-1-1-2-text-0">
            <a:extLst>
              <a:ext uri="{FF2B5EF4-FFF2-40B4-BE49-F238E27FC236}">
                <a16:creationId xmlns:a16="http://schemas.microsoft.com/office/drawing/2014/main" id="{C55B6205-82AA-4270-ADC1-FFDABCF0DB31}"/>
              </a:ext>
            </a:extLst>
          </p:cNvPr>
          <p:cNvSpPr>
            <a:spLocks noGrp="1"/>
          </p:cNvSpPr>
          <p:nvPr/>
        </p:nvSpPr>
        <p:spPr>
          <a:xfrm>
            <a:off x="12905483" y="3444478"/>
            <a:ext cx="127292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, A gives </a:t>
            </a:r>
          </a:p>
        </p:txBody>
      </p:sp>
      <p:sp>
        <p:nvSpPr>
          <p:cNvPr id="43" name="!!source-6-dom-5-3-1-1-1-3-0-text-0">
            <a:extLst>
              <a:ext uri="{FF2B5EF4-FFF2-40B4-BE49-F238E27FC236}">
                <a16:creationId xmlns:a16="http://schemas.microsoft.com/office/drawing/2014/main" id="{59ADE05E-203A-492D-BD87-8BC7A2454F51}"/>
              </a:ext>
            </a:extLst>
          </p:cNvPr>
          <p:cNvSpPr>
            <a:spLocks noGrp="1"/>
          </p:cNvSpPr>
          <p:nvPr/>
        </p:nvSpPr>
        <p:spPr>
          <a:xfrm>
            <a:off x="14130784" y="3444478"/>
            <a:ext cx="56629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Δm</a:t>
            </a:r>
          </a:p>
        </p:txBody>
      </p:sp>
      <p:sp>
        <p:nvSpPr>
          <p:cNvPr id="44" name="!!source-6-dom-5-3-1-1-1-3-1-0-text-0">
            <a:extLst>
              <a:ext uri="{FF2B5EF4-FFF2-40B4-BE49-F238E27FC236}">
                <a16:creationId xmlns:a16="http://schemas.microsoft.com/office/drawing/2014/main" id="{2DA6307A-7176-4BA8-9FE3-3DFE4444871C}"/>
              </a:ext>
            </a:extLst>
          </p:cNvPr>
          <p:cNvSpPr>
            <a:spLocks noGrp="1"/>
          </p:cNvSpPr>
          <p:nvPr/>
        </p:nvSpPr>
        <p:spPr>
          <a:xfrm>
            <a:off x="14649450" y="3558778"/>
            <a:ext cx="230088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</a:t>
            </a:r>
          </a:p>
        </p:txBody>
      </p:sp>
      <p:sp>
        <p:nvSpPr>
          <p:cNvPr id="45" name="!!source-6-dom-5-3-1-3-0-0-text-0">
            <a:extLst>
              <a:ext uri="{FF2B5EF4-FFF2-40B4-BE49-F238E27FC236}">
                <a16:creationId xmlns:a16="http://schemas.microsoft.com/office/drawing/2014/main" id="{E5E9E76D-DFF5-4E56-902D-9B67CC6D9C13}"/>
              </a:ext>
            </a:extLst>
          </p:cNvPr>
          <p:cNvSpPr>
            <a:spLocks noGrp="1"/>
          </p:cNvSpPr>
          <p:nvPr/>
        </p:nvSpPr>
        <p:spPr>
          <a:xfrm>
            <a:off x="9382124" y="4082653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6" name="!!source-6-dom-5-3-1-3-1-0-text-0">
            <a:extLst>
              <a:ext uri="{FF2B5EF4-FFF2-40B4-BE49-F238E27FC236}">
                <a16:creationId xmlns:a16="http://schemas.microsoft.com/office/drawing/2014/main" id="{5A9B42A0-8EEC-495F-B568-D4E17CAF1E59}"/>
              </a:ext>
            </a:extLst>
          </p:cNvPr>
          <p:cNvSpPr>
            <a:spLocks noGrp="1"/>
          </p:cNvSpPr>
          <p:nvPr/>
        </p:nvSpPr>
        <p:spPr>
          <a:xfrm>
            <a:off x="9972674" y="4063603"/>
            <a:ext cx="71062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No gradient: A cannot push more, whatever it still</a:t>
            </a:r>
          </a:p>
        </p:txBody>
      </p:sp>
      <p:sp>
        <p:nvSpPr>
          <p:cNvPr id="47" name="!!source-6-dom-5-3-1-3-1-0-text-1">
            <a:extLst>
              <a:ext uri="{FF2B5EF4-FFF2-40B4-BE49-F238E27FC236}">
                <a16:creationId xmlns:a16="http://schemas.microsoft.com/office/drawing/2014/main" id="{1C4E6DCF-0350-4604-B3DC-5AB6778B7591}"/>
              </a:ext>
            </a:extLst>
          </p:cNvPr>
          <p:cNvSpPr>
            <a:spLocks noGrp="1"/>
          </p:cNvSpPr>
          <p:nvPr/>
        </p:nvSpPr>
        <p:spPr>
          <a:xfrm>
            <a:off x="9972674" y="4463653"/>
            <a:ext cx="83001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holds</a:t>
            </a:r>
          </a:p>
        </p:txBody>
      </p:sp>
      <p:sp>
        <p:nvSpPr>
          <p:cNvPr id="48" name="!!source-6-dom-5-3-1-5-0-0-text-0">
            <a:extLst>
              <a:ext uri="{FF2B5EF4-FFF2-40B4-BE49-F238E27FC236}">
                <a16:creationId xmlns:a16="http://schemas.microsoft.com/office/drawing/2014/main" id="{6F61A469-3EB2-4A1E-BEA4-0AE84F055AE3}"/>
              </a:ext>
            </a:extLst>
          </p:cNvPr>
          <p:cNvSpPr>
            <a:spLocks noGrp="1"/>
          </p:cNvSpPr>
          <p:nvPr/>
        </p:nvSpPr>
        <p:spPr>
          <a:xfrm>
            <a:off x="9382124" y="5054203"/>
            <a:ext cx="20553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49" name="!!source-6-dom-5-3-1-5-1-0-text-0">
            <a:extLst>
              <a:ext uri="{FF2B5EF4-FFF2-40B4-BE49-F238E27FC236}">
                <a16:creationId xmlns:a16="http://schemas.microsoft.com/office/drawing/2014/main" id="{46968F1C-A8DA-4EC6-AF80-238C84EEED9D}"/>
              </a:ext>
            </a:extLst>
          </p:cNvPr>
          <p:cNvSpPr>
            <a:spLocks noGrp="1"/>
          </p:cNvSpPr>
          <p:nvPr/>
        </p:nvSpPr>
        <p:spPr>
          <a:xfrm>
            <a:off x="9972674" y="5035153"/>
            <a:ext cx="496684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Open B: flow to 350 bar, B delivers </a:t>
            </a:r>
          </a:p>
        </p:txBody>
      </p:sp>
      <p:sp>
        <p:nvSpPr>
          <p:cNvPr id="50" name="!!source-6-dom-5-3-1-5-1-1-0-text-0">
            <a:extLst>
              <a:ext uri="{FF2B5EF4-FFF2-40B4-BE49-F238E27FC236}">
                <a16:creationId xmlns:a16="http://schemas.microsoft.com/office/drawing/2014/main" id="{53BE7427-CEE4-42CF-9C49-5E7538FC0A3F}"/>
              </a:ext>
            </a:extLst>
          </p:cNvPr>
          <p:cNvSpPr>
            <a:spLocks noGrp="1"/>
          </p:cNvSpPr>
          <p:nvPr/>
        </p:nvSpPr>
        <p:spPr>
          <a:xfrm>
            <a:off x="14891891" y="5035153"/>
            <a:ext cx="56629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Δm</a:t>
            </a:r>
          </a:p>
        </p:txBody>
      </p:sp>
      <p:sp>
        <p:nvSpPr>
          <p:cNvPr id="51" name="!!source-6-dom-5-3-1-5-1-1-1-0-text-0">
            <a:extLst>
              <a:ext uri="{FF2B5EF4-FFF2-40B4-BE49-F238E27FC236}">
                <a16:creationId xmlns:a16="http://schemas.microsoft.com/office/drawing/2014/main" id="{A1781AF7-A8F3-49A1-849E-49956A63AF0D}"/>
              </a:ext>
            </a:extLst>
          </p:cNvPr>
          <p:cNvSpPr>
            <a:spLocks noGrp="1"/>
          </p:cNvSpPr>
          <p:nvPr/>
        </p:nvSpPr>
        <p:spPr>
          <a:xfrm>
            <a:off x="15410558" y="5149454"/>
            <a:ext cx="229790" cy="285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</a:t>
            </a:r>
          </a:p>
        </p:txBody>
      </p:sp>
      <p:sp>
        <p:nvSpPr>
          <p:cNvPr id="52" name="!!source-6-dom-5-3-1-7-0-0-text-0">
            <a:extLst>
              <a:ext uri="{FF2B5EF4-FFF2-40B4-BE49-F238E27FC236}">
                <a16:creationId xmlns:a16="http://schemas.microsoft.com/office/drawing/2014/main" id="{A96A6363-40AE-445C-B5A4-7666500FFC8D}"/>
              </a:ext>
            </a:extLst>
          </p:cNvPr>
          <p:cNvSpPr>
            <a:spLocks noGrp="1"/>
          </p:cNvSpPr>
          <p:nvPr/>
        </p:nvSpPr>
        <p:spPr>
          <a:xfrm>
            <a:off x="9382124" y="5673328"/>
            <a:ext cx="23142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53" name="!!source-6-dom-5-3-1-7-1-0-text-0">
            <a:extLst>
              <a:ext uri="{FF2B5EF4-FFF2-40B4-BE49-F238E27FC236}">
                <a16:creationId xmlns:a16="http://schemas.microsoft.com/office/drawing/2014/main" id="{859D83D9-6D60-4B73-B2A9-9FB8D0604BE2}"/>
              </a:ext>
            </a:extLst>
          </p:cNvPr>
          <p:cNvSpPr>
            <a:spLocks noGrp="1"/>
          </p:cNvSpPr>
          <p:nvPr/>
        </p:nvSpPr>
        <p:spPr>
          <a:xfrm>
            <a:off x="9972674" y="5654278"/>
            <a:ext cx="22099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Order matters: </a:t>
            </a:r>
          </a:p>
        </p:txBody>
      </p:sp>
      <p:sp>
        <p:nvSpPr>
          <p:cNvPr id="54" name="!!source-6-dom-5-3-1-7-1-1-0-text-0">
            <a:extLst>
              <a:ext uri="{FF2B5EF4-FFF2-40B4-BE49-F238E27FC236}">
                <a16:creationId xmlns:a16="http://schemas.microsoft.com/office/drawing/2014/main" id="{B8E6424F-1DED-4704-BC68-72073BE402E8}"/>
              </a:ext>
            </a:extLst>
          </p:cNvPr>
          <p:cNvSpPr>
            <a:spLocks noGrp="1"/>
          </p:cNvSpPr>
          <p:nvPr/>
        </p:nvSpPr>
        <p:spPr>
          <a:xfrm>
            <a:off x="12134999" y="5654278"/>
            <a:ext cx="81840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B → A</a:t>
            </a:r>
          </a:p>
        </p:txBody>
      </p:sp>
      <p:sp>
        <p:nvSpPr>
          <p:cNvPr id="55" name="!!source-6-dom-5-3-1-7-1-2-text-0">
            <a:extLst>
              <a:ext uri="{FF2B5EF4-FFF2-40B4-BE49-F238E27FC236}">
                <a16:creationId xmlns:a16="http://schemas.microsoft.com/office/drawing/2014/main" id="{89AE2BBA-DBA5-4CDA-AB06-B4CE48CA4FCB}"/>
              </a:ext>
            </a:extLst>
          </p:cNvPr>
          <p:cNvSpPr>
            <a:spLocks noGrp="1"/>
          </p:cNvSpPr>
          <p:nvPr/>
        </p:nvSpPr>
        <p:spPr>
          <a:xfrm>
            <a:off x="12905780" y="5654278"/>
            <a:ext cx="34230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 stalls at B's equilibrium</a:t>
            </a:r>
          </a:p>
        </p:txBody>
      </p:sp>
      <p:sp>
        <p:nvSpPr>
          <p:cNvPr id="56" name="!!source-6-dom-5-3-3-fill">
            <a:extLst>
              <a:ext uri="{FF2B5EF4-FFF2-40B4-BE49-F238E27FC236}">
                <a16:creationId xmlns:a16="http://schemas.microsoft.com/office/drawing/2014/main" id="{DD3A32C7-28BE-4044-ACC2-9CF8FC06E207}"/>
              </a:ext>
            </a:extLst>
          </p:cNvPr>
          <p:cNvSpPr>
            <a:spLocks noGrp="1"/>
          </p:cNvSpPr>
          <p:nvPr/>
        </p:nvSpPr>
        <p:spPr>
          <a:xfrm>
            <a:off x="9382124" y="6282928"/>
            <a:ext cx="7858126" cy="1369218"/>
          </a:xfrm>
          <a:prstGeom prst="rect">
            <a:avLst/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6-dom-5-3-3-outline">
            <a:extLst>
              <a:ext uri="{FF2B5EF4-FFF2-40B4-BE49-F238E27FC236}">
                <a16:creationId xmlns:a16="http://schemas.microsoft.com/office/drawing/2014/main" id="{D6266F95-3FF9-4EBA-B267-7FC054C8D475}"/>
              </a:ext>
            </a:extLst>
          </p:cNvPr>
          <p:cNvSpPr>
            <a:spLocks noGrp="1"/>
          </p:cNvSpPr>
          <p:nvPr/>
        </p:nvSpPr>
        <p:spPr>
          <a:xfrm>
            <a:off x="9391649" y="6292453"/>
            <a:ext cx="7839076" cy="1350168"/>
          </a:xfrm>
          <a:prstGeom prst="rect">
            <a:avLst/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6-dom-5-3-3-0-text-0">
            <a:extLst>
              <a:ext uri="{FF2B5EF4-FFF2-40B4-BE49-F238E27FC236}">
                <a16:creationId xmlns:a16="http://schemas.microsoft.com/office/drawing/2014/main" id="{F5EDA271-349C-4B30-A12B-D4AECF5607C7}"/>
              </a:ext>
            </a:extLst>
          </p:cNvPr>
          <p:cNvSpPr>
            <a:spLocks noGrp="1"/>
          </p:cNvSpPr>
          <p:nvPr/>
        </p:nvSpPr>
        <p:spPr>
          <a:xfrm>
            <a:off x="9667874" y="6559153"/>
            <a:ext cx="255002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Delivered mass = </a:t>
            </a:r>
          </a:p>
        </p:txBody>
      </p:sp>
      <p:sp>
        <p:nvSpPr>
          <p:cNvPr id="59" name="!!source-6-dom-5-3-3-1-0-text-0">
            <a:extLst>
              <a:ext uri="{FF2B5EF4-FFF2-40B4-BE49-F238E27FC236}">
                <a16:creationId xmlns:a16="http://schemas.microsoft.com/office/drawing/2014/main" id="{1B17EBB3-8411-4431-9EFB-0E4AA5EB16A4}"/>
              </a:ext>
            </a:extLst>
          </p:cNvPr>
          <p:cNvSpPr>
            <a:spLocks noGrp="1"/>
          </p:cNvSpPr>
          <p:nvPr/>
        </p:nvSpPr>
        <p:spPr>
          <a:xfrm>
            <a:off x="12170271" y="6559153"/>
            <a:ext cx="56629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Δm</a:t>
            </a:r>
          </a:p>
        </p:txBody>
      </p:sp>
      <p:sp>
        <p:nvSpPr>
          <p:cNvPr id="60" name="!!source-6-dom-5-3-3-1-1-0-text-0">
            <a:extLst>
              <a:ext uri="{FF2B5EF4-FFF2-40B4-BE49-F238E27FC236}">
                <a16:creationId xmlns:a16="http://schemas.microsoft.com/office/drawing/2014/main" id="{D2CD5180-361F-4B06-995D-C8C0F5A08E7A}"/>
              </a:ext>
            </a:extLst>
          </p:cNvPr>
          <p:cNvSpPr>
            <a:spLocks noGrp="1"/>
          </p:cNvSpPr>
          <p:nvPr/>
        </p:nvSpPr>
        <p:spPr>
          <a:xfrm>
            <a:off x="12688938" y="6673453"/>
            <a:ext cx="230088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</a:t>
            </a:r>
          </a:p>
        </p:txBody>
      </p:sp>
      <p:sp>
        <p:nvSpPr>
          <p:cNvPr id="61" name="!!source-6-dom-5-3-3-1-2-text-0">
            <a:extLst>
              <a:ext uri="{FF2B5EF4-FFF2-40B4-BE49-F238E27FC236}">
                <a16:creationId xmlns:a16="http://schemas.microsoft.com/office/drawing/2014/main" id="{BE635937-4DE8-407F-94A2-756EC3030A6D}"/>
              </a:ext>
            </a:extLst>
          </p:cNvPr>
          <p:cNvSpPr>
            <a:spLocks noGrp="1"/>
          </p:cNvSpPr>
          <p:nvPr/>
        </p:nvSpPr>
        <p:spPr>
          <a:xfrm>
            <a:off x="12871401" y="6559153"/>
            <a:ext cx="899219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+ Δm</a:t>
            </a:r>
          </a:p>
        </p:txBody>
      </p:sp>
      <p:sp>
        <p:nvSpPr>
          <p:cNvPr id="62" name="!!source-6-dom-5-3-3-1-3-0-text-0">
            <a:extLst>
              <a:ext uri="{FF2B5EF4-FFF2-40B4-BE49-F238E27FC236}">
                <a16:creationId xmlns:a16="http://schemas.microsoft.com/office/drawing/2014/main" id="{12C4D08D-F0FE-45CA-8EE4-18A849677DAF}"/>
              </a:ext>
            </a:extLst>
          </p:cNvPr>
          <p:cNvSpPr>
            <a:spLocks noGrp="1"/>
          </p:cNvSpPr>
          <p:nvPr/>
        </p:nvSpPr>
        <p:spPr>
          <a:xfrm>
            <a:off x="13722995" y="6673453"/>
            <a:ext cx="22979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</a:t>
            </a:r>
          </a:p>
        </p:txBody>
      </p:sp>
      <p:sp>
        <p:nvSpPr>
          <p:cNvPr id="63" name="!!source-6-dom-5-3-3-2-text-0">
            <a:extLst>
              <a:ext uri="{FF2B5EF4-FFF2-40B4-BE49-F238E27FC236}">
                <a16:creationId xmlns:a16="http://schemas.microsoft.com/office/drawing/2014/main" id="{864FC1FC-B284-4141-B031-B70AA25B21D9}"/>
              </a:ext>
            </a:extLst>
          </p:cNvPr>
          <p:cNvSpPr>
            <a:spLocks noGrp="1"/>
          </p:cNvSpPr>
          <p:nvPr/>
        </p:nvSpPr>
        <p:spPr>
          <a:xfrm>
            <a:off x="13905160" y="6559153"/>
            <a:ext cx="247635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, set by pressures</a:t>
            </a:r>
          </a:p>
        </p:txBody>
      </p:sp>
      <p:sp>
        <p:nvSpPr>
          <p:cNvPr id="64" name="!!source-6-dom-5-3-3-2-text-1">
            <a:extLst>
              <a:ext uri="{FF2B5EF4-FFF2-40B4-BE49-F238E27FC236}">
                <a16:creationId xmlns:a16="http://schemas.microsoft.com/office/drawing/2014/main" id="{138D5099-9D71-4420-AD53-61BD46F09AC3}"/>
              </a:ext>
            </a:extLst>
          </p:cNvPr>
          <p:cNvSpPr>
            <a:spLocks noGrp="1"/>
          </p:cNvSpPr>
          <p:nvPr/>
        </p:nvSpPr>
        <p:spPr>
          <a:xfrm>
            <a:off x="9667874" y="7018734"/>
            <a:ext cx="480223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and volumes, not by stored mass.</a:t>
            </a:r>
          </a:p>
        </p:txBody>
      </p:sp>
      <p:pic>
        <p:nvPicPr>
          <p:cNvPr id="132" name="!!source-6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133" name="!!source-6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3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!!source-6-dom-fill">
            <a:extLst>
              <a:ext uri="{FF2B5EF4-FFF2-40B4-BE49-F238E27FC236}">
                <a16:creationId xmlns:a16="http://schemas.microsoft.com/office/drawing/2014/main" id="{E37C2A7E-457D-4543-90F4-8AAD09D7C8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6-dom-1-0-0-0-text-0">
            <a:extLst>
              <a:ext uri="{FF2B5EF4-FFF2-40B4-BE49-F238E27FC236}">
                <a16:creationId xmlns:a16="http://schemas.microsoft.com/office/drawing/2014/main" id="{58DB914F-BCA2-4642-8624-CAE51DA13F5D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6-dom-1-0-1-0-text-0">
            <a:extLst>
              <a:ext uri="{FF2B5EF4-FFF2-40B4-BE49-F238E27FC236}">
                <a16:creationId xmlns:a16="http://schemas.microsoft.com/office/drawing/2014/main" id="{75A0F61B-683D-4FF6-9851-474B83B8BEFC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6-dom-1-0-2-border-Bottom">
            <a:extLst>
              <a:ext uri="{FF2B5EF4-FFF2-40B4-BE49-F238E27FC236}">
                <a16:creationId xmlns:a16="http://schemas.microsoft.com/office/drawing/2014/main" id="{663C5275-320E-417F-8174-2DB2EDAB4EBF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6-dom-1-0-2-0-text-0">
            <a:extLst>
              <a:ext uri="{FF2B5EF4-FFF2-40B4-BE49-F238E27FC236}">
                <a16:creationId xmlns:a16="http://schemas.microsoft.com/office/drawing/2014/main" id="{23F4F582-37D3-4227-A0E7-F5E00D1B954A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6-dom-1-0-3-0-text-0">
            <a:extLst>
              <a:ext uri="{FF2B5EF4-FFF2-40B4-BE49-F238E27FC236}">
                <a16:creationId xmlns:a16="http://schemas.microsoft.com/office/drawing/2014/main" id="{DA63B8C7-2DAC-4ECE-9D5B-15461783F1E2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6-dom-1-0-4-0-text-0">
            <a:extLst>
              <a:ext uri="{FF2B5EF4-FFF2-40B4-BE49-F238E27FC236}">
                <a16:creationId xmlns:a16="http://schemas.microsoft.com/office/drawing/2014/main" id="{BD6067A3-E4E3-4D9C-AE2F-746C73F786A9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6-dom-1-0-5-0-text-0">
            <a:extLst>
              <a:ext uri="{FF2B5EF4-FFF2-40B4-BE49-F238E27FC236}">
                <a16:creationId xmlns:a16="http://schemas.microsoft.com/office/drawing/2014/main" id="{D06D6AF9-8793-4075-88A6-DED56AEE4AF7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6-dom-1-1-0-text-0">
            <a:extLst>
              <a:ext uri="{FF2B5EF4-FFF2-40B4-BE49-F238E27FC236}">
                <a16:creationId xmlns:a16="http://schemas.microsoft.com/office/drawing/2014/main" id="{84F9AE2F-CE84-48DA-96EC-A1D17D1516E6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07 / 17</a:t>
            </a:r>
          </a:p>
        </p:txBody>
      </p:sp>
      <p:sp>
        <p:nvSpPr>
          <p:cNvPr id="10" name="!!source-6-dom-3-1-0-0-text-0">
            <a:extLst>
              <a:ext uri="{FF2B5EF4-FFF2-40B4-BE49-F238E27FC236}">
                <a16:creationId xmlns:a16="http://schemas.microsoft.com/office/drawing/2014/main" id="{CB6DC8B6-599B-4DEE-BC79-B374AD071C3B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5129808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Cascaded refuelling</a:t>
            </a:r>
          </a:p>
        </p:txBody>
      </p:sp>
      <p:sp>
        <p:nvSpPr>
          <p:cNvPr id="11" name="!!source-6-dom-3-1-1-0-text-0">
            <a:extLst>
              <a:ext uri="{FF2B5EF4-FFF2-40B4-BE49-F238E27FC236}">
                <a16:creationId xmlns:a16="http://schemas.microsoft.com/office/drawing/2014/main" id="{BD462FC1-9688-47FB-9CEB-C3937DCB5DFB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495493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Flow follows the pressure gradient</a:t>
            </a:r>
          </a:p>
        </p:txBody>
      </p:sp>
      <p:sp>
        <p:nvSpPr>
          <p:cNvPr id="12" name="!!source-6-dom-5-1-border-Bottom">
            <a:extLst>
              <a:ext uri="{FF2B5EF4-FFF2-40B4-BE49-F238E27FC236}">
                <a16:creationId xmlns:a16="http://schemas.microsoft.com/office/drawing/2014/main" id="{4B887C61-B25E-4977-A840-7455C1F1B257}"/>
              </a:ext>
            </a:extLst>
          </p:cNvPr>
          <p:cNvSpPr>
            <a:spLocks noGrp="1"/>
          </p:cNvSpPr>
          <p:nvPr/>
        </p:nvSpPr>
        <p:spPr>
          <a:xfrm>
            <a:off x="1047750" y="8596313"/>
            <a:ext cx="7858126" cy="953"/>
          </a:xfrm>
          <a:prstGeom prst="line">
            <a:avLst/>
          </a:prstGeom>
          <a:noFill/>
          <a:ln w="28575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6-dom-5-1-1-fill">
            <a:extLst>
              <a:ext uri="{FF2B5EF4-FFF2-40B4-BE49-F238E27FC236}">
                <a16:creationId xmlns:a16="http://schemas.microsoft.com/office/drawing/2014/main" id="{DAC67EFD-1276-4B6F-A1C1-6150B2C94636}"/>
              </a:ext>
            </a:extLst>
          </p:cNvPr>
          <p:cNvSpPr>
            <a:spLocks noGrp="1"/>
          </p:cNvSpPr>
          <p:nvPr/>
        </p:nvSpPr>
        <p:spPr>
          <a:xfrm>
            <a:off x="2000250" y="3476625"/>
            <a:ext cx="1905000" cy="95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6-dom-5-1-3-fill">
            <a:extLst>
              <a:ext uri="{FF2B5EF4-FFF2-40B4-BE49-F238E27FC236}">
                <a16:creationId xmlns:a16="http://schemas.microsoft.com/office/drawing/2014/main" id="{65F538E0-8323-4DD7-BDA1-0A9E47BD3244}"/>
              </a:ext>
            </a:extLst>
          </p:cNvPr>
          <p:cNvSpPr>
            <a:spLocks noGrp="1"/>
          </p:cNvSpPr>
          <p:nvPr/>
        </p:nvSpPr>
        <p:spPr>
          <a:xfrm>
            <a:off x="3905250" y="3476625"/>
            <a:ext cx="3952875" cy="95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6-dom-5-1-5-1-0-0-text-0">
            <a:extLst>
              <a:ext uri="{FF2B5EF4-FFF2-40B4-BE49-F238E27FC236}">
                <a16:creationId xmlns:a16="http://schemas.microsoft.com/office/drawing/2014/main" id="{E1C58AB8-E859-4709-9AEE-0C41F07B24F2}"/>
              </a:ext>
            </a:extLst>
          </p:cNvPr>
          <p:cNvSpPr>
            <a:spLocks noGrp="1"/>
          </p:cNvSpPr>
          <p:nvPr/>
        </p:nvSpPr>
        <p:spPr>
          <a:xfrm>
            <a:off x="1460451" y="2924175"/>
            <a:ext cx="57269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230</a:t>
            </a:r>
          </a:p>
        </p:txBody>
      </p:sp>
      <p:sp>
        <p:nvSpPr>
          <p:cNvPr id="16" name="!!source-6-dom-5-1-5-1-1-text-0">
            <a:extLst>
              <a:ext uri="{FF2B5EF4-FFF2-40B4-BE49-F238E27FC236}">
                <a16:creationId xmlns:a16="http://schemas.microsoft.com/office/drawing/2014/main" id="{E8BDA2F7-58AA-4472-BDB7-55EC706677B7}"/>
              </a:ext>
            </a:extLst>
          </p:cNvPr>
          <p:cNvSpPr>
            <a:spLocks noGrp="1"/>
          </p:cNvSpPr>
          <p:nvPr/>
        </p:nvSpPr>
        <p:spPr>
          <a:xfrm>
            <a:off x="1985516" y="2924175"/>
            <a:ext cx="61406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bar</a:t>
            </a:r>
          </a:p>
        </p:txBody>
      </p:sp>
      <p:sp>
        <p:nvSpPr>
          <p:cNvPr id="17" name="!!source-6-dom-5-1-5-3-fill">
            <a:extLst>
              <a:ext uri="{FF2B5EF4-FFF2-40B4-BE49-F238E27FC236}">
                <a16:creationId xmlns:a16="http://schemas.microsoft.com/office/drawing/2014/main" id="{8C3C9679-5A6E-434F-9A51-945FD9DDFA33}"/>
              </a:ext>
            </a:extLst>
          </p:cNvPr>
          <p:cNvSpPr>
            <a:spLocks noGrp="1"/>
          </p:cNvSpPr>
          <p:nvPr/>
        </p:nvSpPr>
        <p:spPr>
          <a:xfrm>
            <a:off x="1958578" y="3409950"/>
            <a:ext cx="95250" cy="476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" name="!!source-6-dom-5-1-5-5-fill">
            <a:extLst>
              <a:ext uri="{FF2B5EF4-FFF2-40B4-BE49-F238E27FC236}">
                <a16:creationId xmlns:a16="http://schemas.microsoft.com/office/drawing/2014/main" id="{F84B6E31-9A44-40B7-A68B-59B5A187A9B4}"/>
              </a:ext>
            </a:extLst>
          </p:cNvPr>
          <p:cNvSpPr>
            <a:spLocks noGrp="1"/>
          </p:cNvSpPr>
          <p:nvPr/>
        </p:nvSpPr>
        <p:spPr>
          <a:xfrm>
            <a:off x="1206103" y="4019550"/>
            <a:ext cx="1600200" cy="4076700"/>
          </a:xfrm>
          <a:prstGeom prst="roundRect">
            <a:avLst>
              <a:gd name="adj" fmla="val 1309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!!source-6-dom-5-1-5-5-outline">
            <a:extLst>
              <a:ext uri="{FF2B5EF4-FFF2-40B4-BE49-F238E27FC236}">
                <a16:creationId xmlns:a16="http://schemas.microsoft.com/office/drawing/2014/main" id="{367691F6-0E31-44F5-BBB0-77BEE4A44C95}"/>
              </a:ext>
            </a:extLst>
          </p:cNvPr>
          <p:cNvSpPr>
            <a:spLocks noGrp="1"/>
          </p:cNvSpPr>
          <p:nvPr/>
        </p:nvSpPr>
        <p:spPr>
          <a:xfrm>
            <a:off x="1225153" y="4038600"/>
            <a:ext cx="1562100" cy="4038600"/>
          </a:xfrm>
          <a:prstGeom prst="roundRect">
            <a:avLst>
              <a:gd name="adj" fmla="val 13415"/>
            </a:avLst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6-dom-5-1-5-5-0-fill">
            <a:extLst>
              <a:ext uri="{FF2B5EF4-FFF2-40B4-BE49-F238E27FC236}">
                <a16:creationId xmlns:a16="http://schemas.microsoft.com/office/drawing/2014/main" id="{23458FBC-B1DE-4175-B753-12C0633642FD}"/>
              </a:ext>
            </a:extLst>
          </p:cNvPr>
          <p:cNvSpPr>
            <a:spLocks noGrp="1"/>
          </p:cNvSpPr>
          <p:nvPr/>
        </p:nvSpPr>
        <p:spPr>
          <a:xfrm>
            <a:off x="1244203" y="6218039"/>
            <a:ext cx="1524000" cy="1840110"/>
          </a:xfrm>
          <a:custGeom>
            <a:avLst/>
            <a:gdLst/>
            <a:ahLst/>
            <a:cxnLst/>
            <a:rect l="0" t="0" r="0" b="0"/>
            <a:pathLst>
              <a:path w="1524000" h="1840110">
                <a:moveTo>
                  <a:pt x="0" y="0"/>
                </a:moveTo>
                <a:lnTo>
                  <a:pt x="1524000" y="0"/>
                </a:lnTo>
                <a:lnTo>
                  <a:pt x="1524000" y="1668660"/>
                </a:lnTo>
                <a:lnTo>
                  <a:pt x="1520706" y="1702109"/>
                </a:lnTo>
                <a:lnTo>
                  <a:pt x="1510949" y="1734272"/>
                </a:lnTo>
                <a:lnTo>
                  <a:pt x="1495106" y="1763913"/>
                </a:lnTo>
                <a:lnTo>
                  <a:pt x="1473784" y="1789894"/>
                </a:lnTo>
                <a:lnTo>
                  <a:pt x="1447803" y="1811216"/>
                </a:lnTo>
                <a:lnTo>
                  <a:pt x="1418161" y="1827060"/>
                </a:lnTo>
                <a:lnTo>
                  <a:pt x="1385998" y="1836816"/>
                </a:lnTo>
                <a:lnTo>
                  <a:pt x="1352550" y="1840110"/>
                </a:lnTo>
                <a:lnTo>
                  <a:pt x="171450" y="1840110"/>
                </a:lnTo>
                <a:lnTo>
                  <a:pt x="138002" y="1836816"/>
                </a:lnTo>
                <a:lnTo>
                  <a:pt x="105839" y="1827060"/>
                </a:lnTo>
                <a:lnTo>
                  <a:pt x="76197" y="1811216"/>
                </a:lnTo>
                <a:lnTo>
                  <a:pt x="50217" y="1789894"/>
                </a:lnTo>
                <a:lnTo>
                  <a:pt x="28895" y="1763913"/>
                </a:lnTo>
                <a:lnTo>
                  <a:pt x="13051" y="1734272"/>
                </a:lnTo>
                <a:lnTo>
                  <a:pt x="3294" y="1702109"/>
                </a:lnTo>
                <a:lnTo>
                  <a:pt x="0" y="166866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" name="!!source-6-dom-5-1-5-7-0-text-0">
            <a:extLst>
              <a:ext uri="{FF2B5EF4-FFF2-40B4-BE49-F238E27FC236}">
                <a16:creationId xmlns:a16="http://schemas.microsoft.com/office/drawing/2014/main" id="{CECE35B8-8DDB-4587-AF82-CDD15EE1963C}"/>
              </a:ext>
            </a:extLst>
          </p:cNvPr>
          <p:cNvSpPr>
            <a:spLocks noGrp="1"/>
          </p:cNvSpPr>
          <p:nvPr/>
        </p:nvSpPr>
        <p:spPr>
          <a:xfrm>
            <a:off x="1502420" y="8229600"/>
            <a:ext cx="105519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Tank A</a:t>
            </a:r>
          </a:p>
        </p:txBody>
      </p:sp>
      <p:sp>
        <p:nvSpPr>
          <p:cNvPr id="22" name="!!source-6-dom-5-1-7-1-0-0-text-0">
            <a:extLst>
              <a:ext uri="{FF2B5EF4-FFF2-40B4-BE49-F238E27FC236}">
                <a16:creationId xmlns:a16="http://schemas.microsoft.com/office/drawing/2014/main" id="{ED02C5CA-1D51-4FAA-A7F2-04999D690EA5}"/>
              </a:ext>
            </a:extLst>
          </p:cNvPr>
          <p:cNvSpPr>
            <a:spLocks noGrp="1"/>
          </p:cNvSpPr>
          <p:nvPr/>
        </p:nvSpPr>
        <p:spPr>
          <a:xfrm>
            <a:off x="3378547" y="2924175"/>
            <a:ext cx="57031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350</a:t>
            </a:r>
          </a:p>
        </p:txBody>
      </p:sp>
      <p:sp>
        <p:nvSpPr>
          <p:cNvPr id="23" name="!!source-6-dom-5-1-7-1-1-text-0">
            <a:extLst>
              <a:ext uri="{FF2B5EF4-FFF2-40B4-BE49-F238E27FC236}">
                <a16:creationId xmlns:a16="http://schemas.microsoft.com/office/drawing/2014/main" id="{97FDA9DF-F5E8-48DA-B413-33C775AB9F2D}"/>
              </a:ext>
            </a:extLst>
          </p:cNvPr>
          <p:cNvSpPr>
            <a:spLocks noGrp="1"/>
          </p:cNvSpPr>
          <p:nvPr/>
        </p:nvSpPr>
        <p:spPr>
          <a:xfrm>
            <a:off x="3901232" y="2924175"/>
            <a:ext cx="61406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bar</a:t>
            </a:r>
          </a:p>
        </p:txBody>
      </p:sp>
      <p:sp>
        <p:nvSpPr>
          <p:cNvPr id="24" name="!!source-6-dom-5-1-7-3-fill">
            <a:extLst>
              <a:ext uri="{FF2B5EF4-FFF2-40B4-BE49-F238E27FC236}">
                <a16:creationId xmlns:a16="http://schemas.microsoft.com/office/drawing/2014/main" id="{29B28291-8BC5-486B-8946-685BA9E1B457}"/>
              </a:ext>
            </a:extLst>
          </p:cNvPr>
          <p:cNvSpPr>
            <a:spLocks noGrp="1"/>
          </p:cNvSpPr>
          <p:nvPr/>
        </p:nvSpPr>
        <p:spPr>
          <a:xfrm>
            <a:off x="3875484" y="3409950"/>
            <a:ext cx="95250" cy="476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6-dom-5-1-7-5-fill">
            <a:extLst>
              <a:ext uri="{FF2B5EF4-FFF2-40B4-BE49-F238E27FC236}">
                <a16:creationId xmlns:a16="http://schemas.microsoft.com/office/drawing/2014/main" id="{F566B8A2-4EAC-4D5D-88E8-04A206015D65}"/>
              </a:ext>
            </a:extLst>
          </p:cNvPr>
          <p:cNvSpPr>
            <a:spLocks noGrp="1"/>
          </p:cNvSpPr>
          <p:nvPr/>
        </p:nvSpPr>
        <p:spPr>
          <a:xfrm>
            <a:off x="3123009" y="4019550"/>
            <a:ext cx="1600200" cy="4076700"/>
          </a:xfrm>
          <a:prstGeom prst="roundRect">
            <a:avLst>
              <a:gd name="adj" fmla="val 1309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6-dom-5-1-7-5-outline">
            <a:extLst>
              <a:ext uri="{FF2B5EF4-FFF2-40B4-BE49-F238E27FC236}">
                <a16:creationId xmlns:a16="http://schemas.microsoft.com/office/drawing/2014/main" id="{02A876FB-1FB6-4B0A-BBB6-3C50B73D418B}"/>
              </a:ext>
            </a:extLst>
          </p:cNvPr>
          <p:cNvSpPr>
            <a:spLocks noGrp="1"/>
          </p:cNvSpPr>
          <p:nvPr/>
        </p:nvSpPr>
        <p:spPr>
          <a:xfrm>
            <a:off x="3142059" y="4038600"/>
            <a:ext cx="1562100" cy="4038600"/>
          </a:xfrm>
          <a:prstGeom prst="roundRect">
            <a:avLst>
              <a:gd name="adj" fmla="val 13415"/>
            </a:avLst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!!source-6-dom-5-1-7-5-0-fill">
            <a:extLst>
              <a:ext uri="{FF2B5EF4-FFF2-40B4-BE49-F238E27FC236}">
                <a16:creationId xmlns:a16="http://schemas.microsoft.com/office/drawing/2014/main" id="{FC911EC0-B80E-43F6-916B-1D49A0C8CF04}"/>
              </a:ext>
            </a:extLst>
          </p:cNvPr>
          <p:cNvSpPr>
            <a:spLocks noGrp="1"/>
          </p:cNvSpPr>
          <p:nvPr/>
        </p:nvSpPr>
        <p:spPr>
          <a:xfrm>
            <a:off x="3161109" y="5257800"/>
            <a:ext cx="1524000" cy="2800350"/>
          </a:xfrm>
          <a:custGeom>
            <a:avLst/>
            <a:gdLst/>
            <a:ahLst/>
            <a:cxnLst/>
            <a:rect l="0" t="0" r="0" b="0"/>
            <a:pathLst>
              <a:path w="1524000" h="2800350">
                <a:moveTo>
                  <a:pt x="0" y="0"/>
                </a:moveTo>
                <a:lnTo>
                  <a:pt x="1524000" y="0"/>
                </a:lnTo>
                <a:lnTo>
                  <a:pt x="1524000" y="2628900"/>
                </a:lnTo>
                <a:lnTo>
                  <a:pt x="1520706" y="2662348"/>
                </a:lnTo>
                <a:lnTo>
                  <a:pt x="1510950" y="2694511"/>
                </a:lnTo>
                <a:lnTo>
                  <a:pt x="1495106" y="2724152"/>
                </a:lnTo>
                <a:lnTo>
                  <a:pt x="1473784" y="2750133"/>
                </a:lnTo>
                <a:lnTo>
                  <a:pt x="1447803" y="2771455"/>
                </a:lnTo>
                <a:lnTo>
                  <a:pt x="1418162" y="2787299"/>
                </a:lnTo>
                <a:lnTo>
                  <a:pt x="1385999" y="2797055"/>
                </a:lnTo>
                <a:lnTo>
                  <a:pt x="1352550" y="2800350"/>
                </a:lnTo>
                <a:lnTo>
                  <a:pt x="171450" y="2800350"/>
                </a:lnTo>
                <a:lnTo>
                  <a:pt x="138002" y="2797055"/>
                </a:lnTo>
                <a:lnTo>
                  <a:pt x="105839" y="2787299"/>
                </a:lnTo>
                <a:lnTo>
                  <a:pt x="76197" y="2771455"/>
                </a:lnTo>
                <a:lnTo>
                  <a:pt x="50217" y="2750133"/>
                </a:lnTo>
                <a:lnTo>
                  <a:pt x="28895" y="2724152"/>
                </a:lnTo>
                <a:lnTo>
                  <a:pt x="13051" y="2694511"/>
                </a:lnTo>
                <a:lnTo>
                  <a:pt x="3294" y="2662348"/>
                </a:lnTo>
                <a:lnTo>
                  <a:pt x="0" y="26289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6-dom-5-1-7-7-0-text-0">
            <a:extLst>
              <a:ext uri="{FF2B5EF4-FFF2-40B4-BE49-F238E27FC236}">
                <a16:creationId xmlns:a16="http://schemas.microsoft.com/office/drawing/2014/main" id="{B727B16E-5AE2-4676-9A45-9D8EC042B426}"/>
              </a:ext>
            </a:extLst>
          </p:cNvPr>
          <p:cNvSpPr>
            <a:spLocks noGrp="1"/>
          </p:cNvSpPr>
          <p:nvPr/>
        </p:nvSpPr>
        <p:spPr>
          <a:xfrm>
            <a:off x="3417540" y="8229600"/>
            <a:ext cx="105861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Tank B</a:t>
            </a:r>
          </a:p>
        </p:txBody>
      </p:sp>
      <p:sp>
        <p:nvSpPr>
          <p:cNvPr id="29" name="!!source-6-dom-5-1-9-1-0-text-0">
            <a:extLst>
              <a:ext uri="{FF2B5EF4-FFF2-40B4-BE49-F238E27FC236}">
                <a16:creationId xmlns:a16="http://schemas.microsoft.com/office/drawing/2014/main" id="{064B2EC7-FDBE-4560-9BD7-8DA389BE360A}"/>
              </a:ext>
            </a:extLst>
          </p:cNvPr>
          <p:cNvSpPr>
            <a:spLocks noGrp="1"/>
          </p:cNvSpPr>
          <p:nvPr/>
        </p:nvSpPr>
        <p:spPr>
          <a:xfrm>
            <a:off x="5475684" y="5086350"/>
            <a:ext cx="776288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400" b="1" i="0">
                <a:solidFill>
                  <a:srgbClr val="E44646">
                    <a:alpha val="1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5400" b="1" i="0" spc="-13">
                <a:solidFill>
                  <a:srgbClr val="E44646">
                    <a:alpha val="10000"/>
                  </a:srgbClr>
                </a:solidFill>
                <a:latin typeface="Montserrat"/>
                <a:ea typeface="Montserrat"/>
                <a:cs typeface="Montserrat"/>
              </a:rPr>
              <a:t>⟶</a:t>
            </a:r>
          </a:p>
        </p:txBody>
      </p:sp>
      <p:sp>
        <p:nvSpPr>
          <p:cNvPr id="30" name="!!source-6-dom-5-1-9-3-0-0-text-0">
            <a:extLst>
              <a:ext uri="{FF2B5EF4-FFF2-40B4-BE49-F238E27FC236}">
                <a16:creationId xmlns:a16="http://schemas.microsoft.com/office/drawing/2014/main" id="{E848A00B-0267-416D-B575-42545A731E21}"/>
              </a:ext>
            </a:extLst>
          </p:cNvPr>
          <p:cNvSpPr>
            <a:spLocks noGrp="1"/>
          </p:cNvSpPr>
          <p:nvPr/>
        </p:nvSpPr>
        <p:spPr>
          <a:xfrm>
            <a:off x="5462736" y="5991225"/>
            <a:ext cx="80203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E7D4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E7D4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done</a:t>
            </a:r>
          </a:p>
        </p:txBody>
      </p:sp>
      <p:sp>
        <p:nvSpPr>
          <p:cNvPr id="31" name="!!source-6-dom-5-1-11-1-0-0-text-0">
            <a:extLst>
              <a:ext uri="{FF2B5EF4-FFF2-40B4-BE49-F238E27FC236}">
                <a16:creationId xmlns:a16="http://schemas.microsoft.com/office/drawing/2014/main" id="{DBF19A05-C53F-4CBC-BCE3-6E659258FF65}"/>
              </a:ext>
            </a:extLst>
          </p:cNvPr>
          <p:cNvSpPr>
            <a:spLocks noGrp="1"/>
          </p:cNvSpPr>
          <p:nvPr/>
        </p:nvSpPr>
        <p:spPr>
          <a:xfrm>
            <a:off x="7307610" y="2924175"/>
            <a:ext cx="570309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E7D4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E7D4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350</a:t>
            </a:r>
          </a:p>
        </p:txBody>
      </p:sp>
      <p:sp>
        <p:nvSpPr>
          <p:cNvPr id="32" name="!!source-6-dom-5-1-11-1-1-text-0">
            <a:extLst>
              <a:ext uri="{FF2B5EF4-FFF2-40B4-BE49-F238E27FC236}">
                <a16:creationId xmlns:a16="http://schemas.microsoft.com/office/drawing/2014/main" id="{255A6D05-77B4-4DD9-8981-00E0FC8CF444}"/>
              </a:ext>
            </a:extLst>
          </p:cNvPr>
          <p:cNvSpPr>
            <a:spLocks noGrp="1"/>
          </p:cNvSpPr>
          <p:nvPr/>
        </p:nvSpPr>
        <p:spPr>
          <a:xfrm>
            <a:off x="7830294" y="2924175"/>
            <a:ext cx="61406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E7D4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E7D4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bar</a:t>
            </a:r>
          </a:p>
        </p:txBody>
      </p:sp>
      <p:sp>
        <p:nvSpPr>
          <p:cNvPr id="33" name="!!source-6-dom-5-1-11-3-fill">
            <a:extLst>
              <a:ext uri="{FF2B5EF4-FFF2-40B4-BE49-F238E27FC236}">
                <a16:creationId xmlns:a16="http://schemas.microsoft.com/office/drawing/2014/main" id="{B5EACA3E-C49B-4DFA-A934-9FD42FC19823}"/>
              </a:ext>
            </a:extLst>
          </p:cNvPr>
          <p:cNvSpPr>
            <a:spLocks noGrp="1"/>
          </p:cNvSpPr>
          <p:nvPr/>
        </p:nvSpPr>
        <p:spPr>
          <a:xfrm>
            <a:off x="7804547" y="3409950"/>
            <a:ext cx="95250" cy="4762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6-dom-5-1-11-5-fill">
            <a:extLst>
              <a:ext uri="{FF2B5EF4-FFF2-40B4-BE49-F238E27FC236}">
                <a16:creationId xmlns:a16="http://schemas.microsoft.com/office/drawing/2014/main" id="{8CC08A85-0EF7-4DA4-8D53-8E8D8367EE7D}"/>
              </a:ext>
            </a:extLst>
          </p:cNvPr>
          <p:cNvSpPr>
            <a:spLocks noGrp="1"/>
          </p:cNvSpPr>
          <p:nvPr/>
        </p:nvSpPr>
        <p:spPr>
          <a:xfrm>
            <a:off x="6909197" y="4019550"/>
            <a:ext cx="1885950" cy="4076700"/>
          </a:xfrm>
          <a:prstGeom prst="roundRect">
            <a:avLst>
              <a:gd name="adj" fmla="val 11111"/>
            </a:avLst>
          </a:prstGeom>
          <a:solidFill>
            <a:srgbClr val="E8F3EC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6-dom-5-1-11-5-outline">
            <a:extLst>
              <a:ext uri="{FF2B5EF4-FFF2-40B4-BE49-F238E27FC236}">
                <a16:creationId xmlns:a16="http://schemas.microsoft.com/office/drawing/2014/main" id="{806F2FEF-E65B-4F86-8CD5-200C3E245ADF}"/>
              </a:ext>
            </a:extLst>
          </p:cNvPr>
          <p:cNvSpPr>
            <a:spLocks noGrp="1"/>
          </p:cNvSpPr>
          <p:nvPr/>
        </p:nvSpPr>
        <p:spPr>
          <a:xfrm>
            <a:off x="6928247" y="4038600"/>
            <a:ext cx="1847850" cy="4038600"/>
          </a:xfrm>
          <a:prstGeom prst="roundRect">
            <a:avLst>
              <a:gd name="adj" fmla="val 11340"/>
            </a:avLst>
          </a:prstGeom>
          <a:noFill/>
          <a:ln w="38100">
            <a:solidFill>
              <a:srgbClr val="2E7D4F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6-dom-5-1-11-5-0-fill">
            <a:extLst>
              <a:ext uri="{FF2B5EF4-FFF2-40B4-BE49-F238E27FC236}">
                <a16:creationId xmlns:a16="http://schemas.microsoft.com/office/drawing/2014/main" id="{107FDCAA-550D-4F47-A1BC-AAAE5E97CB87}"/>
              </a:ext>
            </a:extLst>
          </p:cNvPr>
          <p:cNvSpPr>
            <a:spLocks noGrp="1"/>
          </p:cNvSpPr>
          <p:nvPr/>
        </p:nvSpPr>
        <p:spPr>
          <a:xfrm>
            <a:off x="6947297" y="5257800"/>
            <a:ext cx="1809750" cy="2800350"/>
          </a:xfrm>
          <a:custGeom>
            <a:avLst/>
            <a:gdLst/>
            <a:ahLst/>
            <a:cxnLst/>
            <a:rect l="0" t="0" r="0" b="0"/>
            <a:pathLst>
              <a:path w="1809750" h="2800350">
                <a:moveTo>
                  <a:pt x="0" y="0"/>
                </a:moveTo>
                <a:lnTo>
                  <a:pt x="1809750" y="0"/>
                </a:lnTo>
                <a:lnTo>
                  <a:pt x="1809750" y="2628900"/>
                </a:lnTo>
                <a:lnTo>
                  <a:pt x="1806455" y="2662348"/>
                </a:lnTo>
                <a:lnTo>
                  <a:pt x="1796699" y="2694511"/>
                </a:lnTo>
                <a:lnTo>
                  <a:pt x="1780855" y="2724152"/>
                </a:lnTo>
                <a:lnTo>
                  <a:pt x="1759533" y="2750133"/>
                </a:lnTo>
                <a:lnTo>
                  <a:pt x="1733552" y="2771455"/>
                </a:lnTo>
                <a:lnTo>
                  <a:pt x="1703911" y="2787299"/>
                </a:lnTo>
                <a:lnTo>
                  <a:pt x="1671748" y="2797055"/>
                </a:lnTo>
                <a:lnTo>
                  <a:pt x="1638300" y="2800350"/>
                </a:lnTo>
                <a:lnTo>
                  <a:pt x="171450" y="2800350"/>
                </a:lnTo>
                <a:lnTo>
                  <a:pt x="138002" y="2797055"/>
                </a:lnTo>
                <a:lnTo>
                  <a:pt x="105839" y="2787299"/>
                </a:lnTo>
                <a:lnTo>
                  <a:pt x="76197" y="2771455"/>
                </a:lnTo>
                <a:lnTo>
                  <a:pt x="50217" y="2750133"/>
                </a:lnTo>
                <a:lnTo>
                  <a:pt x="28895" y="2724152"/>
                </a:lnTo>
                <a:lnTo>
                  <a:pt x="13051" y="2694511"/>
                </a:lnTo>
                <a:lnTo>
                  <a:pt x="3294" y="2662348"/>
                </a:lnTo>
                <a:lnTo>
                  <a:pt x="0" y="2628900"/>
                </a:lnTo>
                <a:close/>
              </a:path>
            </a:pathLst>
          </a:custGeom>
          <a:solidFill>
            <a:srgbClr val="2E7D4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6-dom-5-1-11-7-0-text-0">
            <a:extLst>
              <a:ext uri="{FF2B5EF4-FFF2-40B4-BE49-F238E27FC236}">
                <a16:creationId xmlns:a16="http://schemas.microsoft.com/office/drawing/2014/main" id="{EB84E6AC-1449-4519-93EE-A36C0A1C9F6E}"/>
              </a:ext>
            </a:extLst>
          </p:cNvPr>
          <p:cNvSpPr>
            <a:spLocks noGrp="1"/>
          </p:cNvSpPr>
          <p:nvPr/>
        </p:nvSpPr>
        <p:spPr>
          <a:xfrm>
            <a:off x="7315349" y="8229600"/>
            <a:ext cx="112127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38" name="!!source-6-dom-5-3-1-1-0-0-text-0">
            <a:extLst>
              <a:ext uri="{FF2B5EF4-FFF2-40B4-BE49-F238E27FC236}">
                <a16:creationId xmlns:a16="http://schemas.microsoft.com/office/drawing/2014/main" id="{4D2EB713-A4B0-4E8C-BD49-2C806FB1D99F}"/>
              </a:ext>
            </a:extLst>
          </p:cNvPr>
          <p:cNvSpPr>
            <a:spLocks noGrp="1"/>
          </p:cNvSpPr>
          <p:nvPr/>
        </p:nvSpPr>
        <p:spPr>
          <a:xfrm>
            <a:off x="9382124" y="3463528"/>
            <a:ext cx="15225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39" name="!!source-6-dom-5-3-1-1-1-0-text-0">
            <a:extLst>
              <a:ext uri="{FF2B5EF4-FFF2-40B4-BE49-F238E27FC236}">
                <a16:creationId xmlns:a16="http://schemas.microsoft.com/office/drawing/2014/main" id="{71A97BE9-FA9A-45D1-8060-92BB6AF29AA8}"/>
              </a:ext>
            </a:extLst>
          </p:cNvPr>
          <p:cNvSpPr>
            <a:spLocks noGrp="1"/>
          </p:cNvSpPr>
          <p:nvPr/>
        </p:nvSpPr>
        <p:spPr>
          <a:xfrm>
            <a:off x="9972674" y="3444478"/>
            <a:ext cx="230460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Open A: flow to </a:t>
            </a:r>
          </a:p>
        </p:txBody>
      </p:sp>
      <p:sp>
        <p:nvSpPr>
          <p:cNvPr id="40" name="!!source-6-dom-5-3-1-1-1-1-0-text-0">
            <a:extLst>
              <a:ext uri="{FF2B5EF4-FFF2-40B4-BE49-F238E27FC236}">
                <a16:creationId xmlns:a16="http://schemas.microsoft.com/office/drawing/2014/main" id="{226C3272-43A5-45AF-A4B2-7AC3484BD794}"/>
              </a:ext>
            </a:extLst>
          </p:cNvPr>
          <p:cNvSpPr>
            <a:spLocks noGrp="1"/>
          </p:cNvSpPr>
          <p:nvPr/>
        </p:nvSpPr>
        <p:spPr>
          <a:xfrm>
            <a:off x="12229653" y="3444478"/>
            <a:ext cx="25687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</a:t>
            </a:r>
          </a:p>
        </p:txBody>
      </p:sp>
      <p:sp>
        <p:nvSpPr>
          <p:cNvPr id="41" name="!!source-6-dom-5-3-1-1-1-1-1-0-text-0">
            <a:extLst>
              <a:ext uri="{FF2B5EF4-FFF2-40B4-BE49-F238E27FC236}">
                <a16:creationId xmlns:a16="http://schemas.microsoft.com/office/drawing/2014/main" id="{064489BC-C616-48DE-9135-F3F91207259A}"/>
              </a:ext>
            </a:extLst>
          </p:cNvPr>
          <p:cNvSpPr>
            <a:spLocks noGrp="1"/>
          </p:cNvSpPr>
          <p:nvPr/>
        </p:nvSpPr>
        <p:spPr>
          <a:xfrm>
            <a:off x="12438906" y="3558778"/>
            <a:ext cx="514201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eq,1</a:t>
            </a:r>
          </a:p>
        </p:txBody>
      </p:sp>
      <p:sp>
        <p:nvSpPr>
          <p:cNvPr id="42" name="!!source-6-dom-5-3-1-1-1-2-text-0">
            <a:extLst>
              <a:ext uri="{FF2B5EF4-FFF2-40B4-BE49-F238E27FC236}">
                <a16:creationId xmlns:a16="http://schemas.microsoft.com/office/drawing/2014/main" id="{D200356A-11FD-4243-9D31-3200ADB028C5}"/>
              </a:ext>
            </a:extLst>
          </p:cNvPr>
          <p:cNvSpPr>
            <a:spLocks noGrp="1"/>
          </p:cNvSpPr>
          <p:nvPr/>
        </p:nvSpPr>
        <p:spPr>
          <a:xfrm>
            <a:off x="12905483" y="3444478"/>
            <a:ext cx="127292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, A gives </a:t>
            </a:r>
          </a:p>
        </p:txBody>
      </p:sp>
      <p:sp>
        <p:nvSpPr>
          <p:cNvPr id="43" name="!!source-6-dom-5-3-1-1-1-3-0-text-0">
            <a:extLst>
              <a:ext uri="{FF2B5EF4-FFF2-40B4-BE49-F238E27FC236}">
                <a16:creationId xmlns:a16="http://schemas.microsoft.com/office/drawing/2014/main" id="{087BFD8C-79BB-4360-ACF5-E2071B353395}"/>
              </a:ext>
            </a:extLst>
          </p:cNvPr>
          <p:cNvSpPr>
            <a:spLocks noGrp="1"/>
          </p:cNvSpPr>
          <p:nvPr/>
        </p:nvSpPr>
        <p:spPr>
          <a:xfrm>
            <a:off x="14130784" y="3444478"/>
            <a:ext cx="56629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Δm</a:t>
            </a:r>
          </a:p>
        </p:txBody>
      </p:sp>
      <p:sp>
        <p:nvSpPr>
          <p:cNvPr id="44" name="!!source-6-dom-5-3-1-1-1-3-1-0-text-0">
            <a:extLst>
              <a:ext uri="{FF2B5EF4-FFF2-40B4-BE49-F238E27FC236}">
                <a16:creationId xmlns:a16="http://schemas.microsoft.com/office/drawing/2014/main" id="{923420E9-536C-48A4-8423-CCD4713617A7}"/>
              </a:ext>
            </a:extLst>
          </p:cNvPr>
          <p:cNvSpPr>
            <a:spLocks noGrp="1"/>
          </p:cNvSpPr>
          <p:nvPr/>
        </p:nvSpPr>
        <p:spPr>
          <a:xfrm>
            <a:off x="14649450" y="3558778"/>
            <a:ext cx="230088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</a:t>
            </a:r>
          </a:p>
        </p:txBody>
      </p:sp>
      <p:sp>
        <p:nvSpPr>
          <p:cNvPr id="45" name="!!source-6-dom-5-3-1-3-0-0-text-0">
            <a:extLst>
              <a:ext uri="{FF2B5EF4-FFF2-40B4-BE49-F238E27FC236}">
                <a16:creationId xmlns:a16="http://schemas.microsoft.com/office/drawing/2014/main" id="{3F5027E2-36F5-4CAA-B832-BD6558AA15D4}"/>
              </a:ext>
            </a:extLst>
          </p:cNvPr>
          <p:cNvSpPr>
            <a:spLocks noGrp="1"/>
          </p:cNvSpPr>
          <p:nvPr/>
        </p:nvSpPr>
        <p:spPr>
          <a:xfrm>
            <a:off x="9382124" y="4082653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6" name="!!source-6-dom-5-3-1-3-1-0-text-0">
            <a:extLst>
              <a:ext uri="{FF2B5EF4-FFF2-40B4-BE49-F238E27FC236}">
                <a16:creationId xmlns:a16="http://schemas.microsoft.com/office/drawing/2014/main" id="{1CEE0022-3480-4689-8FB6-6BB2F0534F17}"/>
              </a:ext>
            </a:extLst>
          </p:cNvPr>
          <p:cNvSpPr>
            <a:spLocks noGrp="1"/>
          </p:cNvSpPr>
          <p:nvPr/>
        </p:nvSpPr>
        <p:spPr>
          <a:xfrm>
            <a:off x="9972674" y="4063603"/>
            <a:ext cx="71062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No gradient: A cannot push more, whatever it still</a:t>
            </a:r>
          </a:p>
        </p:txBody>
      </p:sp>
      <p:sp>
        <p:nvSpPr>
          <p:cNvPr id="47" name="!!source-6-dom-5-3-1-3-1-0-text-1">
            <a:extLst>
              <a:ext uri="{FF2B5EF4-FFF2-40B4-BE49-F238E27FC236}">
                <a16:creationId xmlns:a16="http://schemas.microsoft.com/office/drawing/2014/main" id="{46C40B7C-093E-4670-B573-26B404AD2109}"/>
              </a:ext>
            </a:extLst>
          </p:cNvPr>
          <p:cNvSpPr>
            <a:spLocks noGrp="1"/>
          </p:cNvSpPr>
          <p:nvPr/>
        </p:nvSpPr>
        <p:spPr>
          <a:xfrm>
            <a:off x="9972674" y="4463653"/>
            <a:ext cx="83001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holds</a:t>
            </a:r>
          </a:p>
        </p:txBody>
      </p:sp>
      <p:sp>
        <p:nvSpPr>
          <p:cNvPr id="48" name="!!source-6-dom-5-3-1-5-0-0-text-0">
            <a:extLst>
              <a:ext uri="{FF2B5EF4-FFF2-40B4-BE49-F238E27FC236}">
                <a16:creationId xmlns:a16="http://schemas.microsoft.com/office/drawing/2014/main" id="{6D26EBEF-AC87-4772-8095-3CCF46345CDD}"/>
              </a:ext>
            </a:extLst>
          </p:cNvPr>
          <p:cNvSpPr>
            <a:spLocks noGrp="1"/>
          </p:cNvSpPr>
          <p:nvPr/>
        </p:nvSpPr>
        <p:spPr>
          <a:xfrm>
            <a:off x="9382124" y="5054203"/>
            <a:ext cx="20553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49" name="!!source-6-dom-5-3-1-5-1-0-text-0">
            <a:extLst>
              <a:ext uri="{FF2B5EF4-FFF2-40B4-BE49-F238E27FC236}">
                <a16:creationId xmlns:a16="http://schemas.microsoft.com/office/drawing/2014/main" id="{27B53801-0E24-4A38-93B9-3F556FAB37F4}"/>
              </a:ext>
            </a:extLst>
          </p:cNvPr>
          <p:cNvSpPr>
            <a:spLocks noGrp="1"/>
          </p:cNvSpPr>
          <p:nvPr/>
        </p:nvSpPr>
        <p:spPr>
          <a:xfrm>
            <a:off x="9972674" y="5035153"/>
            <a:ext cx="496684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Open B: flow to 350 bar, B delivers </a:t>
            </a:r>
          </a:p>
        </p:txBody>
      </p:sp>
      <p:sp>
        <p:nvSpPr>
          <p:cNvPr id="50" name="!!source-6-dom-5-3-1-5-1-1-0-text-0">
            <a:extLst>
              <a:ext uri="{FF2B5EF4-FFF2-40B4-BE49-F238E27FC236}">
                <a16:creationId xmlns:a16="http://schemas.microsoft.com/office/drawing/2014/main" id="{8CC861B0-6CC7-4A64-9102-E253F5284E40}"/>
              </a:ext>
            </a:extLst>
          </p:cNvPr>
          <p:cNvSpPr>
            <a:spLocks noGrp="1"/>
          </p:cNvSpPr>
          <p:nvPr/>
        </p:nvSpPr>
        <p:spPr>
          <a:xfrm>
            <a:off x="14891891" y="5035153"/>
            <a:ext cx="56629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Δm</a:t>
            </a:r>
          </a:p>
        </p:txBody>
      </p:sp>
      <p:sp>
        <p:nvSpPr>
          <p:cNvPr id="51" name="!!source-6-dom-5-3-1-5-1-1-1-0-text-0">
            <a:extLst>
              <a:ext uri="{FF2B5EF4-FFF2-40B4-BE49-F238E27FC236}">
                <a16:creationId xmlns:a16="http://schemas.microsoft.com/office/drawing/2014/main" id="{BCD6A575-A8C1-478B-8102-5D615928D718}"/>
              </a:ext>
            </a:extLst>
          </p:cNvPr>
          <p:cNvSpPr>
            <a:spLocks noGrp="1"/>
          </p:cNvSpPr>
          <p:nvPr/>
        </p:nvSpPr>
        <p:spPr>
          <a:xfrm>
            <a:off x="15410558" y="5149454"/>
            <a:ext cx="229790" cy="285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</a:t>
            </a:r>
          </a:p>
        </p:txBody>
      </p:sp>
      <p:sp>
        <p:nvSpPr>
          <p:cNvPr id="52" name="!!source-6-dom-5-3-1-7-0-0-text-0">
            <a:extLst>
              <a:ext uri="{FF2B5EF4-FFF2-40B4-BE49-F238E27FC236}">
                <a16:creationId xmlns:a16="http://schemas.microsoft.com/office/drawing/2014/main" id="{8971A5D6-CFF1-4F19-9573-92194F699706}"/>
              </a:ext>
            </a:extLst>
          </p:cNvPr>
          <p:cNvSpPr>
            <a:spLocks noGrp="1"/>
          </p:cNvSpPr>
          <p:nvPr/>
        </p:nvSpPr>
        <p:spPr>
          <a:xfrm>
            <a:off x="9382124" y="5673328"/>
            <a:ext cx="23142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53" name="!!source-6-dom-5-3-1-7-1-0-text-0">
            <a:extLst>
              <a:ext uri="{FF2B5EF4-FFF2-40B4-BE49-F238E27FC236}">
                <a16:creationId xmlns:a16="http://schemas.microsoft.com/office/drawing/2014/main" id="{223B176B-9CA3-4784-941E-287FA61455CA}"/>
              </a:ext>
            </a:extLst>
          </p:cNvPr>
          <p:cNvSpPr>
            <a:spLocks noGrp="1"/>
          </p:cNvSpPr>
          <p:nvPr/>
        </p:nvSpPr>
        <p:spPr>
          <a:xfrm>
            <a:off x="9972674" y="5654278"/>
            <a:ext cx="22099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Order matters: </a:t>
            </a:r>
          </a:p>
        </p:txBody>
      </p:sp>
      <p:sp>
        <p:nvSpPr>
          <p:cNvPr id="54" name="!!source-6-dom-5-3-1-7-1-1-0-text-0">
            <a:extLst>
              <a:ext uri="{FF2B5EF4-FFF2-40B4-BE49-F238E27FC236}">
                <a16:creationId xmlns:a16="http://schemas.microsoft.com/office/drawing/2014/main" id="{B661F960-6D61-42D6-B10A-4A90AB7255F1}"/>
              </a:ext>
            </a:extLst>
          </p:cNvPr>
          <p:cNvSpPr>
            <a:spLocks noGrp="1"/>
          </p:cNvSpPr>
          <p:nvPr/>
        </p:nvSpPr>
        <p:spPr>
          <a:xfrm>
            <a:off x="12134999" y="5654278"/>
            <a:ext cx="81840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 → A</a:t>
            </a:r>
          </a:p>
        </p:txBody>
      </p:sp>
      <p:sp>
        <p:nvSpPr>
          <p:cNvPr id="55" name="!!source-6-dom-5-3-1-7-1-2-text-0">
            <a:extLst>
              <a:ext uri="{FF2B5EF4-FFF2-40B4-BE49-F238E27FC236}">
                <a16:creationId xmlns:a16="http://schemas.microsoft.com/office/drawing/2014/main" id="{CE43823B-63F0-4025-A6E0-A62F26F2C8B6}"/>
              </a:ext>
            </a:extLst>
          </p:cNvPr>
          <p:cNvSpPr>
            <a:spLocks noGrp="1"/>
          </p:cNvSpPr>
          <p:nvPr/>
        </p:nvSpPr>
        <p:spPr>
          <a:xfrm>
            <a:off x="12905780" y="5654278"/>
            <a:ext cx="34230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stalls at B's equilibrium</a:t>
            </a:r>
          </a:p>
        </p:txBody>
      </p:sp>
      <p:sp>
        <p:nvSpPr>
          <p:cNvPr id="56" name="!!source-6-dom-5-3-3-fill">
            <a:extLst>
              <a:ext uri="{FF2B5EF4-FFF2-40B4-BE49-F238E27FC236}">
                <a16:creationId xmlns:a16="http://schemas.microsoft.com/office/drawing/2014/main" id="{1A3A7E1D-52F2-4537-8E5F-741EE5A1CAE0}"/>
              </a:ext>
            </a:extLst>
          </p:cNvPr>
          <p:cNvSpPr>
            <a:spLocks noGrp="1"/>
          </p:cNvSpPr>
          <p:nvPr/>
        </p:nvSpPr>
        <p:spPr>
          <a:xfrm>
            <a:off x="9382124" y="6282928"/>
            <a:ext cx="7858126" cy="1369218"/>
          </a:xfrm>
          <a:prstGeom prst="rect">
            <a:avLst/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6-dom-5-3-3-outline">
            <a:extLst>
              <a:ext uri="{FF2B5EF4-FFF2-40B4-BE49-F238E27FC236}">
                <a16:creationId xmlns:a16="http://schemas.microsoft.com/office/drawing/2014/main" id="{89412BEE-DFCB-43A6-BF88-1FD443546DBF}"/>
              </a:ext>
            </a:extLst>
          </p:cNvPr>
          <p:cNvSpPr>
            <a:spLocks noGrp="1"/>
          </p:cNvSpPr>
          <p:nvPr/>
        </p:nvSpPr>
        <p:spPr>
          <a:xfrm>
            <a:off x="9391649" y="6292453"/>
            <a:ext cx="7839076" cy="1350168"/>
          </a:xfrm>
          <a:prstGeom prst="rect">
            <a:avLst/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6-dom-5-3-3-0-text-0">
            <a:extLst>
              <a:ext uri="{FF2B5EF4-FFF2-40B4-BE49-F238E27FC236}">
                <a16:creationId xmlns:a16="http://schemas.microsoft.com/office/drawing/2014/main" id="{082681CB-98A8-4A82-852B-0FDDE2B751CF}"/>
              </a:ext>
            </a:extLst>
          </p:cNvPr>
          <p:cNvSpPr>
            <a:spLocks noGrp="1"/>
          </p:cNvSpPr>
          <p:nvPr/>
        </p:nvSpPr>
        <p:spPr>
          <a:xfrm>
            <a:off x="9667874" y="6559153"/>
            <a:ext cx="255002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Delivered mass = </a:t>
            </a:r>
          </a:p>
        </p:txBody>
      </p:sp>
      <p:sp>
        <p:nvSpPr>
          <p:cNvPr id="59" name="!!source-6-dom-5-3-3-1-0-text-0">
            <a:extLst>
              <a:ext uri="{FF2B5EF4-FFF2-40B4-BE49-F238E27FC236}">
                <a16:creationId xmlns:a16="http://schemas.microsoft.com/office/drawing/2014/main" id="{214E05C3-80FF-430B-8630-8853BE02BBB7}"/>
              </a:ext>
            </a:extLst>
          </p:cNvPr>
          <p:cNvSpPr>
            <a:spLocks noGrp="1"/>
          </p:cNvSpPr>
          <p:nvPr/>
        </p:nvSpPr>
        <p:spPr>
          <a:xfrm>
            <a:off x="12170271" y="6559153"/>
            <a:ext cx="56629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Δm</a:t>
            </a:r>
          </a:p>
        </p:txBody>
      </p:sp>
      <p:sp>
        <p:nvSpPr>
          <p:cNvPr id="60" name="!!source-6-dom-5-3-3-1-1-0-text-0">
            <a:extLst>
              <a:ext uri="{FF2B5EF4-FFF2-40B4-BE49-F238E27FC236}">
                <a16:creationId xmlns:a16="http://schemas.microsoft.com/office/drawing/2014/main" id="{4E5E7323-7B92-40BD-AEA0-8F4146976C8F}"/>
              </a:ext>
            </a:extLst>
          </p:cNvPr>
          <p:cNvSpPr>
            <a:spLocks noGrp="1"/>
          </p:cNvSpPr>
          <p:nvPr/>
        </p:nvSpPr>
        <p:spPr>
          <a:xfrm>
            <a:off x="12688938" y="6673453"/>
            <a:ext cx="230088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</a:t>
            </a:r>
          </a:p>
        </p:txBody>
      </p:sp>
      <p:sp>
        <p:nvSpPr>
          <p:cNvPr id="61" name="!!source-6-dom-5-3-3-1-2-text-0">
            <a:extLst>
              <a:ext uri="{FF2B5EF4-FFF2-40B4-BE49-F238E27FC236}">
                <a16:creationId xmlns:a16="http://schemas.microsoft.com/office/drawing/2014/main" id="{7AB17115-F7F2-461A-B706-A6623D4EDF5A}"/>
              </a:ext>
            </a:extLst>
          </p:cNvPr>
          <p:cNvSpPr>
            <a:spLocks noGrp="1"/>
          </p:cNvSpPr>
          <p:nvPr/>
        </p:nvSpPr>
        <p:spPr>
          <a:xfrm>
            <a:off x="12871401" y="6559153"/>
            <a:ext cx="899219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+ Δm</a:t>
            </a:r>
          </a:p>
        </p:txBody>
      </p:sp>
      <p:sp>
        <p:nvSpPr>
          <p:cNvPr id="62" name="!!source-6-dom-5-3-3-1-3-0-text-0">
            <a:extLst>
              <a:ext uri="{FF2B5EF4-FFF2-40B4-BE49-F238E27FC236}">
                <a16:creationId xmlns:a16="http://schemas.microsoft.com/office/drawing/2014/main" id="{0BB8CE1D-E96F-48F6-890B-FDFE8507F051}"/>
              </a:ext>
            </a:extLst>
          </p:cNvPr>
          <p:cNvSpPr>
            <a:spLocks noGrp="1"/>
          </p:cNvSpPr>
          <p:nvPr/>
        </p:nvSpPr>
        <p:spPr>
          <a:xfrm>
            <a:off x="13722995" y="6673453"/>
            <a:ext cx="22979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 spc="-4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</a:t>
            </a:r>
          </a:p>
        </p:txBody>
      </p:sp>
      <p:sp>
        <p:nvSpPr>
          <p:cNvPr id="63" name="!!source-6-dom-5-3-3-2-text-0">
            <a:extLst>
              <a:ext uri="{FF2B5EF4-FFF2-40B4-BE49-F238E27FC236}">
                <a16:creationId xmlns:a16="http://schemas.microsoft.com/office/drawing/2014/main" id="{B0AD2E4A-A7FC-4849-8802-A4297F9292A3}"/>
              </a:ext>
            </a:extLst>
          </p:cNvPr>
          <p:cNvSpPr>
            <a:spLocks noGrp="1"/>
          </p:cNvSpPr>
          <p:nvPr/>
        </p:nvSpPr>
        <p:spPr>
          <a:xfrm>
            <a:off x="13905160" y="6559153"/>
            <a:ext cx="247635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, set by pressures</a:t>
            </a:r>
          </a:p>
        </p:txBody>
      </p:sp>
      <p:sp>
        <p:nvSpPr>
          <p:cNvPr id="64" name="!!source-6-dom-5-3-3-2-text-1">
            <a:extLst>
              <a:ext uri="{FF2B5EF4-FFF2-40B4-BE49-F238E27FC236}">
                <a16:creationId xmlns:a16="http://schemas.microsoft.com/office/drawing/2014/main" id="{11AB3E88-566B-49BC-B23C-9B00056EDD83}"/>
              </a:ext>
            </a:extLst>
          </p:cNvPr>
          <p:cNvSpPr>
            <a:spLocks noGrp="1"/>
          </p:cNvSpPr>
          <p:nvPr/>
        </p:nvSpPr>
        <p:spPr>
          <a:xfrm>
            <a:off x="9667874" y="7018734"/>
            <a:ext cx="480223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and volumes, not by stored mass.</a:t>
            </a:r>
          </a:p>
        </p:txBody>
      </p:sp>
      <p:pic>
        <p:nvPicPr>
          <p:cNvPr id="132" name="!!source-6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133" name="!!source-6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008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!!source-7-dom-fill">
            <a:extLst>
              <a:ext uri="{FF2B5EF4-FFF2-40B4-BE49-F238E27FC236}">
                <a16:creationId xmlns:a16="http://schemas.microsoft.com/office/drawing/2014/main" id="{63CD9F2F-3C67-4DAD-86EE-FBB16B9B20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7-dom-1-0-0-0-text-0">
            <a:extLst>
              <a:ext uri="{FF2B5EF4-FFF2-40B4-BE49-F238E27FC236}">
                <a16:creationId xmlns:a16="http://schemas.microsoft.com/office/drawing/2014/main" id="{429E929C-A340-4612-BF92-E326084B30AD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7-dom-1-0-1-0-text-0">
            <a:extLst>
              <a:ext uri="{FF2B5EF4-FFF2-40B4-BE49-F238E27FC236}">
                <a16:creationId xmlns:a16="http://schemas.microsoft.com/office/drawing/2014/main" id="{B56B374B-88D8-4F8A-8B44-547FBEB12614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7-dom-1-0-2-border-Bottom">
            <a:extLst>
              <a:ext uri="{FF2B5EF4-FFF2-40B4-BE49-F238E27FC236}">
                <a16:creationId xmlns:a16="http://schemas.microsoft.com/office/drawing/2014/main" id="{1C227258-3AFA-4832-8A6B-A5D1FCC1780D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7-dom-1-0-2-0-text-0">
            <a:extLst>
              <a:ext uri="{FF2B5EF4-FFF2-40B4-BE49-F238E27FC236}">
                <a16:creationId xmlns:a16="http://schemas.microsoft.com/office/drawing/2014/main" id="{933A659E-A6D6-4C1E-B5E2-F5C2DDC9F80B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7-dom-1-0-3-0-text-0">
            <a:extLst>
              <a:ext uri="{FF2B5EF4-FFF2-40B4-BE49-F238E27FC236}">
                <a16:creationId xmlns:a16="http://schemas.microsoft.com/office/drawing/2014/main" id="{138E8FDC-269C-48AC-9D90-0B079175F502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7-dom-1-0-4-0-text-0">
            <a:extLst>
              <a:ext uri="{FF2B5EF4-FFF2-40B4-BE49-F238E27FC236}">
                <a16:creationId xmlns:a16="http://schemas.microsoft.com/office/drawing/2014/main" id="{2B0E56AB-D275-4068-9CE1-D9D7D4724569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7-dom-1-0-5-0-text-0">
            <a:extLst>
              <a:ext uri="{FF2B5EF4-FFF2-40B4-BE49-F238E27FC236}">
                <a16:creationId xmlns:a16="http://schemas.microsoft.com/office/drawing/2014/main" id="{7F585D7E-F8F8-4E40-91C0-281942F88097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7-dom-1-1-0-text-0">
            <a:extLst>
              <a:ext uri="{FF2B5EF4-FFF2-40B4-BE49-F238E27FC236}">
                <a16:creationId xmlns:a16="http://schemas.microsoft.com/office/drawing/2014/main" id="{AE835C5B-948D-4061-9DA8-17FB24BDBCF7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08 / 17</a:t>
            </a:r>
          </a:p>
        </p:txBody>
      </p:sp>
      <p:sp>
        <p:nvSpPr>
          <p:cNvPr id="10" name="!!source-7-dom-3-1-0-0-text-0">
            <a:extLst>
              <a:ext uri="{FF2B5EF4-FFF2-40B4-BE49-F238E27FC236}">
                <a16:creationId xmlns:a16="http://schemas.microsoft.com/office/drawing/2014/main" id="{5FCC7BAD-2075-490B-8AF3-5803D4DA19E7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4681538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The usual premise</a:t>
            </a:r>
          </a:p>
        </p:txBody>
      </p:sp>
      <p:sp>
        <p:nvSpPr>
          <p:cNvPr id="11" name="!!source-7-dom-3-1-1-0-0-text-0">
            <a:extLst>
              <a:ext uri="{FF2B5EF4-FFF2-40B4-BE49-F238E27FC236}">
                <a16:creationId xmlns:a16="http://schemas.microsoft.com/office/drawing/2014/main" id="{AB75D5E4-632E-424B-8B23-4CECF2226A8C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335637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The station as one tank</a:t>
            </a:r>
          </a:p>
        </p:txBody>
      </p:sp>
      <p:sp>
        <p:nvSpPr>
          <p:cNvPr id="12" name="!!source-7-dom-5-1-1-1-0-text-0">
            <a:extLst>
              <a:ext uri="{FF2B5EF4-FFF2-40B4-BE49-F238E27FC236}">
                <a16:creationId xmlns:a16="http://schemas.microsoft.com/office/drawing/2014/main" id="{ED76AED7-903E-420E-96AF-CAD680F6BAB0}"/>
              </a:ext>
            </a:extLst>
          </p:cNvPr>
          <p:cNvSpPr>
            <a:spLocks noGrp="1"/>
          </p:cNvSpPr>
          <p:nvPr/>
        </p:nvSpPr>
        <p:spPr>
          <a:xfrm>
            <a:off x="1047750" y="2833687"/>
            <a:ext cx="47282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AVAILABILITY, IN THE LITERATURE</a:t>
            </a:r>
          </a:p>
        </p:txBody>
      </p:sp>
      <p:sp>
        <p:nvSpPr>
          <p:cNvPr id="13" name="!!source-7-dom-5-1-1-3-1-0-fill">
            <a:extLst>
              <a:ext uri="{FF2B5EF4-FFF2-40B4-BE49-F238E27FC236}">
                <a16:creationId xmlns:a16="http://schemas.microsoft.com/office/drawing/2014/main" id="{0A302EDE-4B4E-46E7-B1F4-D1E00C2C87DC}"/>
              </a:ext>
            </a:extLst>
          </p:cNvPr>
          <p:cNvSpPr>
            <a:spLocks noGrp="1"/>
          </p:cNvSpPr>
          <p:nvPr/>
        </p:nvSpPr>
        <p:spPr>
          <a:xfrm>
            <a:off x="1708249" y="3338512"/>
            <a:ext cx="1504950" cy="2266950"/>
          </a:xfrm>
          <a:prstGeom prst="roundRect">
            <a:avLst>
              <a:gd name="adj" fmla="val 1519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7-dom-5-1-1-3-1-0-outline">
            <a:extLst>
              <a:ext uri="{FF2B5EF4-FFF2-40B4-BE49-F238E27FC236}">
                <a16:creationId xmlns:a16="http://schemas.microsoft.com/office/drawing/2014/main" id="{C047A9FF-F9DA-435F-B7E6-B793BF22EB8D}"/>
              </a:ext>
            </a:extLst>
          </p:cNvPr>
          <p:cNvSpPr>
            <a:spLocks noGrp="1"/>
          </p:cNvSpPr>
          <p:nvPr/>
        </p:nvSpPr>
        <p:spPr>
          <a:xfrm>
            <a:off x="1727299" y="3357562"/>
            <a:ext cx="1466850" cy="2228850"/>
          </a:xfrm>
          <a:prstGeom prst="roundRect">
            <a:avLst>
              <a:gd name="adj" fmla="val 15584"/>
            </a:avLst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7-dom-5-1-1-3-1-0-0-fill">
            <a:extLst>
              <a:ext uri="{FF2B5EF4-FFF2-40B4-BE49-F238E27FC236}">
                <a16:creationId xmlns:a16="http://schemas.microsoft.com/office/drawing/2014/main" id="{DC8DA3DD-150A-4CA5-96F1-4EB9D8904D9F}"/>
              </a:ext>
            </a:extLst>
          </p:cNvPr>
          <p:cNvSpPr>
            <a:spLocks noGrp="1"/>
          </p:cNvSpPr>
          <p:nvPr/>
        </p:nvSpPr>
        <p:spPr>
          <a:xfrm>
            <a:off x="1746349" y="4209157"/>
            <a:ext cx="1428750" cy="1358205"/>
          </a:xfrm>
          <a:custGeom>
            <a:avLst/>
            <a:gdLst/>
            <a:ahLst/>
            <a:cxnLst/>
            <a:rect l="0" t="0" r="0" b="0"/>
            <a:pathLst>
              <a:path w="1428750" h="1358205">
                <a:moveTo>
                  <a:pt x="0" y="0"/>
                </a:moveTo>
                <a:lnTo>
                  <a:pt x="1428750" y="0"/>
                </a:lnTo>
                <a:lnTo>
                  <a:pt x="1428750" y="1167705"/>
                </a:lnTo>
                <a:lnTo>
                  <a:pt x="1425090" y="1204870"/>
                </a:lnTo>
                <a:lnTo>
                  <a:pt x="1414249" y="1240607"/>
                </a:lnTo>
                <a:lnTo>
                  <a:pt x="1396645" y="1273542"/>
                </a:lnTo>
                <a:lnTo>
                  <a:pt x="1372954" y="1302409"/>
                </a:lnTo>
                <a:lnTo>
                  <a:pt x="1344086" y="1326100"/>
                </a:lnTo>
                <a:lnTo>
                  <a:pt x="1311151" y="1343704"/>
                </a:lnTo>
                <a:lnTo>
                  <a:pt x="1275415" y="1354545"/>
                </a:lnTo>
                <a:lnTo>
                  <a:pt x="1238250" y="1358205"/>
                </a:lnTo>
                <a:lnTo>
                  <a:pt x="190500" y="1358205"/>
                </a:lnTo>
                <a:lnTo>
                  <a:pt x="153335" y="1354545"/>
                </a:lnTo>
                <a:lnTo>
                  <a:pt x="117599" y="1343704"/>
                </a:lnTo>
                <a:lnTo>
                  <a:pt x="84664" y="1326100"/>
                </a:lnTo>
                <a:lnTo>
                  <a:pt x="55796" y="1302409"/>
                </a:lnTo>
                <a:lnTo>
                  <a:pt x="32105" y="1273542"/>
                </a:lnTo>
                <a:lnTo>
                  <a:pt x="14501" y="1240607"/>
                </a:lnTo>
                <a:lnTo>
                  <a:pt x="3660" y="1204870"/>
                </a:lnTo>
                <a:lnTo>
                  <a:pt x="0" y="1167705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!!source-7-dom-5-1-1-3-1-0-0-0-text-0">
            <a:extLst>
              <a:ext uri="{FF2B5EF4-FFF2-40B4-BE49-F238E27FC236}">
                <a16:creationId xmlns:a16="http://schemas.microsoft.com/office/drawing/2014/main" id="{0ECE66D0-41D3-48CD-807D-9584E83D222D}"/>
              </a:ext>
            </a:extLst>
          </p:cNvPr>
          <p:cNvSpPr>
            <a:spLocks noGrp="1"/>
          </p:cNvSpPr>
          <p:nvPr/>
        </p:nvSpPr>
        <p:spPr>
          <a:xfrm>
            <a:off x="2201615" y="4726335"/>
            <a:ext cx="56584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Σ m</a:t>
            </a:r>
          </a:p>
        </p:txBody>
      </p:sp>
      <p:sp>
        <p:nvSpPr>
          <p:cNvPr id="17" name="!!source-7-dom-5-1-1-3-1-1-0-text-0">
            <a:extLst>
              <a:ext uri="{FF2B5EF4-FFF2-40B4-BE49-F238E27FC236}">
                <a16:creationId xmlns:a16="http://schemas.microsoft.com/office/drawing/2014/main" id="{CE1180C7-4CB5-4F94-BB2C-8FC004F02D24}"/>
              </a:ext>
            </a:extLst>
          </p:cNvPr>
          <p:cNvSpPr>
            <a:spLocks noGrp="1"/>
          </p:cNvSpPr>
          <p:nvPr/>
        </p:nvSpPr>
        <p:spPr>
          <a:xfrm>
            <a:off x="1047750" y="5700712"/>
            <a:ext cx="287357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the station as one tank</a:t>
            </a:r>
          </a:p>
        </p:txBody>
      </p:sp>
      <p:sp>
        <p:nvSpPr>
          <p:cNvPr id="18" name="!!source-7-dom-5-1-1-3-3-0-0-text-0">
            <a:extLst>
              <a:ext uri="{FF2B5EF4-FFF2-40B4-BE49-F238E27FC236}">
                <a16:creationId xmlns:a16="http://schemas.microsoft.com/office/drawing/2014/main" id="{E201AFE7-E8EE-4E79-B513-DCCAB943DE14}"/>
              </a:ext>
            </a:extLst>
          </p:cNvPr>
          <p:cNvSpPr>
            <a:spLocks noGrp="1"/>
          </p:cNvSpPr>
          <p:nvPr/>
        </p:nvSpPr>
        <p:spPr>
          <a:xfrm>
            <a:off x="4159449" y="3967014"/>
            <a:ext cx="674936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000" b="0" i="0" spc="-7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Σ m</a:t>
            </a:r>
          </a:p>
        </p:txBody>
      </p:sp>
      <p:sp>
        <p:nvSpPr>
          <p:cNvPr id="19" name="!!source-7-dom-5-1-1-3-3-0-1-0-text-0">
            <a:extLst>
              <a:ext uri="{FF2B5EF4-FFF2-40B4-BE49-F238E27FC236}">
                <a16:creationId xmlns:a16="http://schemas.microsoft.com/office/drawing/2014/main" id="{3A8BDEE2-B835-43DB-B5F0-D8BDD39AA0A3}"/>
              </a:ext>
            </a:extLst>
          </p:cNvPr>
          <p:cNvSpPr>
            <a:spLocks noGrp="1"/>
          </p:cNvSpPr>
          <p:nvPr/>
        </p:nvSpPr>
        <p:spPr>
          <a:xfrm>
            <a:off x="4786759" y="4109889"/>
            <a:ext cx="780008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2500" b="0" i="0" spc="-6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tanks</a:t>
            </a:r>
          </a:p>
        </p:txBody>
      </p:sp>
      <p:sp>
        <p:nvSpPr>
          <p:cNvPr id="20" name="!!source-7-dom-5-1-1-3-3-0-2-text-0">
            <a:extLst>
              <a:ext uri="{FF2B5EF4-FFF2-40B4-BE49-F238E27FC236}">
                <a16:creationId xmlns:a16="http://schemas.microsoft.com/office/drawing/2014/main" id="{F8CDD376-2DE7-4706-B946-E8175899A0D2}"/>
              </a:ext>
            </a:extLst>
          </p:cNvPr>
          <p:cNvSpPr>
            <a:spLocks noGrp="1"/>
          </p:cNvSpPr>
          <p:nvPr/>
        </p:nvSpPr>
        <p:spPr>
          <a:xfrm>
            <a:off x="5519142" y="3967014"/>
            <a:ext cx="659011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000" b="0" i="0" spc="-7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≥ m</a:t>
            </a:r>
          </a:p>
        </p:txBody>
      </p:sp>
      <p:sp>
        <p:nvSpPr>
          <p:cNvPr id="21" name="!!source-7-dom-5-1-1-3-3-0-3-0-text-0">
            <a:extLst>
              <a:ext uri="{FF2B5EF4-FFF2-40B4-BE49-F238E27FC236}">
                <a16:creationId xmlns:a16="http://schemas.microsoft.com/office/drawing/2014/main" id="{D317BF07-09AC-4272-A19C-655F83DA864E}"/>
              </a:ext>
            </a:extLst>
          </p:cNvPr>
          <p:cNvSpPr>
            <a:spLocks noGrp="1"/>
          </p:cNvSpPr>
          <p:nvPr/>
        </p:nvSpPr>
        <p:spPr>
          <a:xfrm>
            <a:off x="6130528" y="4109889"/>
            <a:ext cx="112692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2500" b="0" i="0" spc="-6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demand</a:t>
            </a:r>
          </a:p>
        </p:txBody>
      </p:sp>
      <p:sp>
        <p:nvSpPr>
          <p:cNvPr id="22" name="!!source-7-dom-5-1-1-3-3-1-0-text-0">
            <a:extLst>
              <a:ext uri="{FF2B5EF4-FFF2-40B4-BE49-F238E27FC236}">
                <a16:creationId xmlns:a16="http://schemas.microsoft.com/office/drawing/2014/main" id="{2C753BDA-824B-4F4F-A685-ABEE69256CBB}"/>
              </a:ext>
            </a:extLst>
          </p:cNvPr>
          <p:cNvSpPr>
            <a:spLocks noGrp="1"/>
          </p:cNvSpPr>
          <p:nvPr/>
        </p:nvSpPr>
        <p:spPr>
          <a:xfrm>
            <a:off x="4159449" y="4630490"/>
            <a:ext cx="35019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enough mass in store, the</a:t>
            </a:r>
          </a:p>
        </p:txBody>
      </p:sp>
      <p:sp>
        <p:nvSpPr>
          <p:cNvPr id="23" name="!!source-7-dom-5-1-1-3-3-1-0-text-1">
            <a:extLst>
              <a:ext uri="{FF2B5EF4-FFF2-40B4-BE49-F238E27FC236}">
                <a16:creationId xmlns:a16="http://schemas.microsoft.com/office/drawing/2014/main" id="{992F68D7-4F16-4DB8-B6A9-BFF67FFD87B4}"/>
              </a:ext>
            </a:extLst>
          </p:cNvPr>
          <p:cNvSpPr>
            <a:spLocks noGrp="1"/>
          </p:cNvSpPr>
          <p:nvPr/>
        </p:nvSpPr>
        <p:spPr>
          <a:xfrm>
            <a:off x="4159449" y="5003751"/>
            <a:ext cx="2277517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fill can be served</a:t>
            </a:r>
          </a:p>
        </p:txBody>
      </p:sp>
      <p:sp>
        <p:nvSpPr>
          <p:cNvPr id="24" name="!!source-7-dom-5-1-1-5-1-0-0-text-0">
            <a:extLst>
              <a:ext uri="{FF2B5EF4-FFF2-40B4-BE49-F238E27FC236}">
                <a16:creationId xmlns:a16="http://schemas.microsoft.com/office/drawing/2014/main" id="{15F4E398-ACCD-478A-A8B7-C65461F282B5}"/>
              </a:ext>
            </a:extLst>
          </p:cNvPr>
          <p:cNvSpPr>
            <a:spLocks noGrp="1"/>
          </p:cNvSpPr>
          <p:nvPr/>
        </p:nvSpPr>
        <p:spPr>
          <a:xfrm>
            <a:off x="1047750" y="6253163"/>
            <a:ext cx="1509266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Rule-based</a:t>
            </a:r>
          </a:p>
        </p:txBody>
      </p:sp>
      <p:sp>
        <p:nvSpPr>
          <p:cNvPr id="25" name="!!source-7-dom-5-1-1-5-1-1-0-text-0">
            <a:extLst>
              <a:ext uri="{FF2B5EF4-FFF2-40B4-BE49-F238E27FC236}">
                <a16:creationId xmlns:a16="http://schemas.microsoft.com/office/drawing/2014/main" id="{56F6D24D-68AE-42E1-AE2D-6B68CC676C75}"/>
              </a:ext>
            </a:extLst>
          </p:cNvPr>
          <p:cNvSpPr>
            <a:spLocks noGrp="1"/>
          </p:cNvSpPr>
          <p:nvPr/>
        </p:nvSpPr>
        <p:spPr>
          <a:xfrm>
            <a:off x="3581400" y="6234113"/>
            <a:ext cx="3016895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fill fast, in a fixed order</a:t>
            </a:r>
          </a:p>
        </p:txBody>
      </p:sp>
      <p:sp>
        <p:nvSpPr>
          <p:cNvPr id="26" name="!!source-7-dom-5-1-1-5-3-0-0-text-0">
            <a:extLst>
              <a:ext uri="{FF2B5EF4-FFF2-40B4-BE49-F238E27FC236}">
                <a16:creationId xmlns:a16="http://schemas.microsoft.com/office/drawing/2014/main" id="{372BBD47-4CF7-493F-BCF8-DAA1CEB9A3E0}"/>
              </a:ext>
            </a:extLst>
          </p:cNvPr>
          <p:cNvSpPr>
            <a:spLocks noGrp="1"/>
          </p:cNvSpPr>
          <p:nvPr/>
        </p:nvSpPr>
        <p:spPr>
          <a:xfrm>
            <a:off x="1047750" y="6710362"/>
            <a:ext cx="183966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Optimisation-</a:t>
            </a:r>
          </a:p>
        </p:txBody>
      </p:sp>
      <p:sp>
        <p:nvSpPr>
          <p:cNvPr id="27" name="!!source-7-dom-5-1-1-5-3-0-0-text-1">
            <a:extLst>
              <a:ext uri="{FF2B5EF4-FFF2-40B4-BE49-F238E27FC236}">
                <a16:creationId xmlns:a16="http://schemas.microsoft.com/office/drawing/2014/main" id="{46C1AA82-29EB-4280-B923-CABCE2FE011E}"/>
              </a:ext>
            </a:extLst>
          </p:cNvPr>
          <p:cNvSpPr>
            <a:spLocks noGrp="1"/>
          </p:cNvSpPr>
          <p:nvPr/>
        </p:nvSpPr>
        <p:spPr>
          <a:xfrm>
            <a:off x="1047750" y="7015163"/>
            <a:ext cx="82822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based</a:t>
            </a:r>
          </a:p>
        </p:txBody>
      </p:sp>
      <p:sp>
        <p:nvSpPr>
          <p:cNvPr id="28" name="!!source-7-dom-5-1-1-5-3-1-0-text-0">
            <a:extLst>
              <a:ext uri="{FF2B5EF4-FFF2-40B4-BE49-F238E27FC236}">
                <a16:creationId xmlns:a16="http://schemas.microsoft.com/office/drawing/2014/main" id="{3F48F1A5-C31A-4CEA-ADAD-EC5096536314}"/>
              </a:ext>
            </a:extLst>
          </p:cNvPr>
          <p:cNvSpPr>
            <a:spLocks noGrp="1"/>
          </p:cNvSpPr>
          <p:nvPr/>
        </p:nvSpPr>
        <p:spPr>
          <a:xfrm>
            <a:off x="3581400" y="6691313"/>
            <a:ext cx="353957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balance on the total mass,</a:t>
            </a:r>
          </a:p>
        </p:txBody>
      </p:sp>
      <p:sp>
        <p:nvSpPr>
          <p:cNvPr id="29" name="!!source-7-dom-5-1-1-5-3-1-0-text-1">
            <a:extLst>
              <a:ext uri="{FF2B5EF4-FFF2-40B4-BE49-F238E27FC236}">
                <a16:creationId xmlns:a16="http://schemas.microsoft.com/office/drawing/2014/main" id="{33DC05E6-1462-4004-8D2D-CA70202F1EEC}"/>
              </a:ext>
            </a:extLst>
          </p:cNvPr>
          <p:cNvSpPr>
            <a:spLocks noGrp="1"/>
          </p:cNvSpPr>
          <p:nvPr/>
        </p:nvSpPr>
        <p:spPr>
          <a:xfrm>
            <a:off x="3581400" y="7015163"/>
            <a:ext cx="23175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lumped demand</a:t>
            </a:r>
          </a:p>
        </p:txBody>
      </p:sp>
      <p:sp>
        <p:nvSpPr>
          <p:cNvPr id="30" name="!!source-7-dom-5-1-3-1-outline">
            <a:extLst>
              <a:ext uri="{FF2B5EF4-FFF2-40B4-BE49-F238E27FC236}">
                <a16:creationId xmlns:a16="http://schemas.microsoft.com/office/drawing/2014/main" id="{05D8511A-EDBB-43DF-8E82-DEE0867A7BA4}"/>
              </a:ext>
            </a:extLst>
          </p:cNvPr>
          <p:cNvSpPr>
            <a:spLocks noGrp="1"/>
          </p:cNvSpPr>
          <p:nvPr/>
        </p:nvSpPr>
        <p:spPr>
          <a:xfrm>
            <a:off x="8371434" y="2481263"/>
            <a:ext cx="8854380" cy="2476500"/>
          </a:xfrm>
          <a:prstGeom prst="rect">
            <a:avLst/>
          </a:prstGeom>
          <a:noFill/>
          <a:ln w="28575">
            <a:solidFill>
              <a:srgbClr val="E4464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7-dom-5-1-3-1-1-0-fill">
            <a:extLst>
              <a:ext uri="{FF2B5EF4-FFF2-40B4-BE49-F238E27FC236}">
                <a16:creationId xmlns:a16="http://schemas.microsoft.com/office/drawing/2014/main" id="{81133D34-3507-4D82-AF68-3F79DB7174AC}"/>
              </a:ext>
            </a:extLst>
          </p:cNvPr>
          <p:cNvSpPr>
            <a:spLocks noGrp="1"/>
          </p:cNvSpPr>
          <p:nvPr/>
        </p:nvSpPr>
        <p:spPr>
          <a:xfrm>
            <a:off x="8652421" y="3506242"/>
            <a:ext cx="457200" cy="880021"/>
          </a:xfrm>
          <a:prstGeom prst="roundRect">
            <a:avLst>
              <a:gd name="adj" fmla="val 12500"/>
            </a:avLst>
          </a:prstGeom>
          <a:solidFill>
            <a:srgbClr val="C9B8AD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7-dom-5-1-3-1-1-1-fill">
            <a:extLst>
              <a:ext uri="{FF2B5EF4-FFF2-40B4-BE49-F238E27FC236}">
                <a16:creationId xmlns:a16="http://schemas.microsoft.com/office/drawing/2014/main" id="{E234E651-9EB2-4DBD-B44E-853467A64429}"/>
              </a:ext>
            </a:extLst>
          </p:cNvPr>
          <p:cNvSpPr>
            <a:spLocks noGrp="1"/>
          </p:cNvSpPr>
          <p:nvPr/>
        </p:nvSpPr>
        <p:spPr>
          <a:xfrm>
            <a:off x="9185821" y="3506242"/>
            <a:ext cx="457201" cy="880021"/>
          </a:xfrm>
          <a:prstGeom prst="roundRect">
            <a:avLst>
              <a:gd name="adj" fmla="val 12500"/>
            </a:avLst>
          </a:prstGeom>
          <a:solidFill>
            <a:srgbClr val="C9B8AD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7-dom-5-1-3-1-1-2-fill">
            <a:extLst>
              <a:ext uri="{FF2B5EF4-FFF2-40B4-BE49-F238E27FC236}">
                <a16:creationId xmlns:a16="http://schemas.microsoft.com/office/drawing/2014/main" id="{F1C55951-0BDA-4087-9DF5-9D3EB4CE337B}"/>
              </a:ext>
            </a:extLst>
          </p:cNvPr>
          <p:cNvSpPr>
            <a:spLocks noGrp="1"/>
          </p:cNvSpPr>
          <p:nvPr/>
        </p:nvSpPr>
        <p:spPr>
          <a:xfrm>
            <a:off x="9719220" y="3506242"/>
            <a:ext cx="457201" cy="880021"/>
          </a:xfrm>
          <a:prstGeom prst="roundRect">
            <a:avLst>
              <a:gd name="adj" fmla="val 12500"/>
            </a:avLst>
          </a:prstGeom>
          <a:solidFill>
            <a:srgbClr val="C9B8AD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7-dom-5-1-3-1-1-3-fill">
            <a:extLst>
              <a:ext uri="{FF2B5EF4-FFF2-40B4-BE49-F238E27FC236}">
                <a16:creationId xmlns:a16="http://schemas.microsoft.com/office/drawing/2014/main" id="{432751C2-CF25-4D66-B7B9-E559A8F32893}"/>
              </a:ext>
            </a:extLst>
          </p:cNvPr>
          <p:cNvSpPr>
            <a:spLocks noGrp="1"/>
          </p:cNvSpPr>
          <p:nvPr/>
        </p:nvSpPr>
        <p:spPr>
          <a:xfrm>
            <a:off x="10252620" y="3506242"/>
            <a:ext cx="457201" cy="880021"/>
          </a:xfrm>
          <a:prstGeom prst="roundRect">
            <a:avLst>
              <a:gd name="adj" fmla="val 12500"/>
            </a:avLst>
          </a:prstGeom>
          <a:solidFill>
            <a:srgbClr val="C9B8AD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7-dom-5-1-3-1-3-0-0-0-text-0">
            <a:extLst>
              <a:ext uri="{FF2B5EF4-FFF2-40B4-BE49-F238E27FC236}">
                <a16:creationId xmlns:a16="http://schemas.microsoft.com/office/drawing/2014/main" id="{5567319E-90D4-4BC6-AB98-E04E49E527B0}"/>
              </a:ext>
            </a:extLst>
          </p:cNvPr>
          <p:cNvSpPr>
            <a:spLocks noGrp="1"/>
          </p:cNvSpPr>
          <p:nvPr/>
        </p:nvSpPr>
        <p:spPr>
          <a:xfrm>
            <a:off x="11014621" y="2676525"/>
            <a:ext cx="1346895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500" b="0" i="0">
                <a:solidFill>
                  <a:srgbClr val="E44646">
                    <a:alpha val="15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500" b="0" i="0" spc="-11">
                <a:solidFill>
                  <a:srgbClr val="E44646">
                    <a:alpha val="15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40 kg</a:t>
            </a:r>
          </a:p>
        </p:txBody>
      </p:sp>
      <p:sp>
        <p:nvSpPr>
          <p:cNvPr id="36" name="!!source-7-dom-5-1-3-1-3-0-1-0-text-0">
            <a:extLst>
              <a:ext uri="{FF2B5EF4-FFF2-40B4-BE49-F238E27FC236}">
                <a16:creationId xmlns:a16="http://schemas.microsoft.com/office/drawing/2014/main" id="{56E5A470-34B2-4385-9999-903FB514D26A}"/>
              </a:ext>
            </a:extLst>
          </p:cNvPr>
          <p:cNvSpPr>
            <a:spLocks noGrp="1"/>
          </p:cNvSpPr>
          <p:nvPr/>
        </p:nvSpPr>
        <p:spPr>
          <a:xfrm>
            <a:off x="12504390" y="2905125"/>
            <a:ext cx="4106763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5A4A40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5A4A40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four tanks at 330 bar, request 16</a:t>
            </a:r>
          </a:p>
        </p:txBody>
      </p:sp>
      <p:sp>
        <p:nvSpPr>
          <p:cNvPr id="37" name="!!source-7-dom-5-1-3-1-3-0-1-0-text-1">
            <a:extLst>
              <a:ext uri="{FF2B5EF4-FFF2-40B4-BE49-F238E27FC236}">
                <a16:creationId xmlns:a16="http://schemas.microsoft.com/office/drawing/2014/main" id="{DA3AF805-60BA-4FE3-BC7E-8A45C852D7A2}"/>
              </a:ext>
            </a:extLst>
          </p:cNvPr>
          <p:cNvSpPr>
            <a:spLocks noGrp="1"/>
          </p:cNvSpPr>
          <p:nvPr/>
        </p:nvSpPr>
        <p:spPr>
          <a:xfrm>
            <a:off x="12504390" y="3219450"/>
            <a:ext cx="372219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5A4A40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5A4A40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kg</a:t>
            </a:r>
          </a:p>
        </p:txBody>
      </p:sp>
      <p:sp>
        <p:nvSpPr>
          <p:cNvPr id="38" name="!!source-7-dom-5-1-3-1-3-1-0-fill">
            <a:extLst>
              <a:ext uri="{FF2B5EF4-FFF2-40B4-BE49-F238E27FC236}">
                <a16:creationId xmlns:a16="http://schemas.microsoft.com/office/drawing/2014/main" id="{4E48FCF9-9C91-43FD-AE37-C1DA6F488B82}"/>
              </a:ext>
            </a:extLst>
          </p:cNvPr>
          <p:cNvSpPr>
            <a:spLocks noGrp="1"/>
          </p:cNvSpPr>
          <p:nvPr/>
        </p:nvSpPr>
        <p:spPr>
          <a:xfrm>
            <a:off x="11014621" y="3648075"/>
            <a:ext cx="3169444" cy="476250"/>
          </a:xfrm>
          <a:prstGeom prst="rect">
            <a:avLst/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7-dom-5-1-3-1-3-1-0-outline">
            <a:extLst>
              <a:ext uri="{FF2B5EF4-FFF2-40B4-BE49-F238E27FC236}">
                <a16:creationId xmlns:a16="http://schemas.microsoft.com/office/drawing/2014/main" id="{AD365BDB-09E1-4A84-9688-357652BF6B1C}"/>
              </a:ext>
            </a:extLst>
          </p:cNvPr>
          <p:cNvSpPr>
            <a:spLocks noGrp="1"/>
          </p:cNvSpPr>
          <p:nvPr/>
        </p:nvSpPr>
        <p:spPr>
          <a:xfrm>
            <a:off x="11024146" y="3657600"/>
            <a:ext cx="3150394" cy="457200"/>
          </a:xfrm>
          <a:prstGeom prst="rect">
            <a:avLst/>
          </a:prstGeom>
          <a:noFill/>
          <a:ln w="19050">
            <a:solidFill>
              <a:srgbClr val="8A7B7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7-dom-5-1-3-1-3-1-0-0-text-0">
            <a:extLst>
              <a:ext uri="{FF2B5EF4-FFF2-40B4-BE49-F238E27FC236}">
                <a16:creationId xmlns:a16="http://schemas.microsoft.com/office/drawing/2014/main" id="{F28392B8-52F2-4F4E-ADE9-D4D7B7ADE7CE}"/>
              </a:ext>
            </a:extLst>
          </p:cNvPr>
          <p:cNvSpPr>
            <a:spLocks noGrp="1"/>
          </p:cNvSpPr>
          <p:nvPr/>
        </p:nvSpPr>
        <p:spPr>
          <a:xfrm>
            <a:off x="11186071" y="3743325"/>
            <a:ext cx="2874169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8A7B71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8A7B71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one tank: 40 ≥ 16, serve</a:t>
            </a:r>
          </a:p>
        </p:txBody>
      </p:sp>
      <p:sp>
        <p:nvSpPr>
          <p:cNvPr id="41" name="!!source-7-dom-5-1-3-1-3-1-1-fill">
            <a:extLst>
              <a:ext uri="{FF2B5EF4-FFF2-40B4-BE49-F238E27FC236}">
                <a16:creationId xmlns:a16="http://schemas.microsoft.com/office/drawing/2014/main" id="{DD603D14-ED1B-419F-9F7D-7B6DF5951D80}"/>
              </a:ext>
            </a:extLst>
          </p:cNvPr>
          <p:cNvSpPr>
            <a:spLocks noGrp="1"/>
          </p:cNvSpPr>
          <p:nvPr/>
        </p:nvSpPr>
        <p:spPr>
          <a:xfrm>
            <a:off x="11014621" y="4238625"/>
            <a:ext cx="5421660" cy="476250"/>
          </a:xfrm>
          <a:prstGeom prst="rect">
            <a:avLst/>
          </a:prstGeom>
          <a:solidFill>
            <a:srgbClr val="FDEAE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7-dom-5-1-3-1-3-1-1-outline">
            <a:extLst>
              <a:ext uri="{FF2B5EF4-FFF2-40B4-BE49-F238E27FC236}">
                <a16:creationId xmlns:a16="http://schemas.microsoft.com/office/drawing/2014/main" id="{9A3C7B78-2EE5-4B55-8927-EF74ABAF653B}"/>
              </a:ext>
            </a:extLst>
          </p:cNvPr>
          <p:cNvSpPr>
            <a:spLocks noGrp="1"/>
          </p:cNvSpPr>
          <p:nvPr/>
        </p:nvSpPr>
        <p:spPr>
          <a:xfrm>
            <a:off x="11024146" y="4248150"/>
            <a:ext cx="5402610" cy="457200"/>
          </a:xfrm>
          <a:prstGeom prst="rect">
            <a:avLst/>
          </a:prstGeom>
          <a:noFill/>
          <a:ln w="19050">
            <a:solidFill>
              <a:srgbClr val="E4464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!!source-7-dom-5-1-3-1-3-1-1-0-text-0">
            <a:extLst>
              <a:ext uri="{FF2B5EF4-FFF2-40B4-BE49-F238E27FC236}">
                <a16:creationId xmlns:a16="http://schemas.microsoft.com/office/drawing/2014/main" id="{6BC48DA3-8F91-44DA-AB67-DB2C96084953}"/>
              </a:ext>
            </a:extLst>
          </p:cNvPr>
          <p:cNvSpPr>
            <a:spLocks noGrp="1"/>
          </p:cNvSpPr>
          <p:nvPr/>
        </p:nvSpPr>
        <p:spPr>
          <a:xfrm>
            <a:off x="11186071" y="4333875"/>
            <a:ext cx="512638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E44646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E44646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cascade: no source above 350 bar, fill fails</a:t>
            </a:r>
          </a:p>
        </p:txBody>
      </p:sp>
      <p:sp>
        <p:nvSpPr>
          <p:cNvPr id="44" name="!!source-7-dom-5-1-3-3-outline">
            <a:extLst>
              <a:ext uri="{FF2B5EF4-FFF2-40B4-BE49-F238E27FC236}">
                <a16:creationId xmlns:a16="http://schemas.microsoft.com/office/drawing/2014/main" id="{FCCBA9A5-1FCE-46D1-93F7-828C59A42FD4}"/>
              </a:ext>
            </a:extLst>
          </p:cNvPr>
          <p:cNvSpPr>
            <a:spLocks noGrp="1"/>
          </p:cNvSpPr>
          <p:nvPr/>
        </p:nvSpPr>
        <p:spPr>
          <a:xfrm>
            <a:off x="8371434" y="5214937"/>
            <a:ext cx="8854380" cy="2476500"/>
          </a:xfrm>
          <a:prstGeom prst="rect">
            <a:avLst/>
          </a:prstGeom>
          <a:noFill/>
          <a:ln w="28575">
            <a:solidFill>
              <a:srgbClr val="2E7D4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7-dom-5-1-3-3-1-0-fill">
            <a:extLst>
              <a:ext uri="{FF2B5EF4-FFF2-40B4-BE49-F238E27FC236}">
                <a16:creationId xmlns:a16="http://schemas.microsoft.com/office/drawing/2014/main" id="{9491C835-43D6-49CB-A2D2-D7F78DB14026}"/>
              </a:ext>
            </a:extLst>
          </p:cNvPr>
          <p:cNvSpPr>
            <a:spLocks noGrp="1"/>
          </p:cNvSpPr>
          <p:nvPr/>
        </p:nvSpPr>
        <p:spPr>
          <a:xfrm>
            <a:off x="8652421" y="6053138"/>
            <a:ext cx="457200" cy="1066800"/>
          </a:xfrm>
          <a:prstGeom prst="roundRect">
            <a:avLst>
              <a:gd name="adj" fmla="val 12500"/>
            </a:avLst>
          </a:prstGeom>
          <a:solidFill>
            <a:srgbClr val="2E7D4F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6" name="!!source-7-dom-5-1-3-3-1-1-fill">
            <a:extLst>
              <a:ext uri="{FF2B5EF4-FFF2-40B4-BE49-F238E27FC236}">
                <a16:creationId xmlns:a16="http://schemas.microsoft.com/office/drawing/2014/main" id="{0EA63AAF-7AAE-41ED-8412-596040E6ABF2}"/>
              </a:ext>
            </a:extLst>
          </p:cNvPr>
          <p:cNvSpPr>
            <a:spLocks noGrp="1"/>
          </p:cNvSpPr>
          <p:nvPr/>
        </p:nvSpPr>
        <p:spPr>
          <a:xfrm>
            <a:off x="9185821" y="5786438"/>
            <a:ext cx="457201" cy="1333500"/>
          </a:xfrm>
          <a:prstGeom prst="roundRect">
            <a:avLst>
              <a:gd name="adj" fmla="val 12500"/>
            </a:avLst>
          </a:prstGeom>
          <a:solidFill>
            <a:srgbClr val="2E7D4F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7-dom-5-1-3-3-1-2-fill">
            <a:extLst>
              <a:ext uri="{FF2B5EF4-FFF2-40B4-BE49-F238E27FC236}">
                <a16:creationId xmlns:a16="http://schemas.microsoft.com/office/drawing/2014/main" id="{CCF7B7B6-BA7B-40FA-941C-0CABA2C35CF6}"/>
              </a:ext>
            </a:extLst>
          </p:cNvPr>
          <p:cNvSpPr>
            <a:spLocks noGrp="1"/>
          </p:cNvSpPr>
          <p:nvPr/>
        </p:nvSpPr>
        <p:spPr>
          <a:xfrm>
            <a:off x="9719220" y="6853237"/>
            <a:ext cx="457201" cy="266700"/>
          </a:xfrm>
          <a:prstGeom prst="roundRect">
            <a:avLst>
              <a:gd name="adj" fmla="val 21429"/>
            </a:avLst>
          </a:prstGeom>
          <a:solidFill>
            <a:srgbClr val="C9B8AD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8" name="!!source-7-dom-5-1-3-3-1-3-fill">
            <a:extLst>
              <a:ext uri="{FF2B5EF4-FFF2-40B4-BE49-F238E27FC236}">
                <a16:creationId xmlns:a16="http://schemas.microsoft.com/office/drawing/2014/main" id="{0E01CCF8-43FF-4A12-B11E-7BB56302D776}"/>
              </a:ext>
            </a:extLst>
          </p:cNvPr>
          <p:cNvSpPr>
            <a:spLocks noGrp="1"/>
          </p:cNvSpPr>
          <p:nvPr/>
        </p:nvSpPr>
        <p:spPr>
          <a:xfrm>
            <a:off x="10252620" y="6853237"/>
            <a:ext cx="457201" cy="266700"/>
          </a:xfrm>
          <a:prstGeom prst="roundRect">
            <a:avLst>
              <a:gd name="adj" fmla="val 21429"/>
            </a:avLst>
          </a:prstGeom>
          <a:solidFill>
            <a:srgbClr val="C9B8AD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7-dom-5-1-3-3-3-0-0-0-text-0">
            <a:extLst>
              <a:ext uri="{FF2B5EF4-FFF2-40B4-BE49-F238E27FC236}">
                <a16:creationId xmlns:a16="http://schemas.microsoft.com/office/drawing/2014/main" id="{C530DE01-D970-4A68-8798-2E2774D6BE46}"/>
              </a:ext>
            </a:extLst>
          </p:cNvPr>
          <p:cNvSpPr>
            <a:spLocks noGrp="1"/>
          </p:cNvSpPr>
          <p:nvPr/>
        </p:nvSpPr>
        <p:spPr>
          <a:xfrm>
            <a:off x="11014621" y="5410200"/>
            <a:ext cx="1283344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500" b="0" i="0">
                <a:solidFill>
                  <a:srgbClr val="2E7D4F">
                    <a:alpha val="15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500" b="0" i="0" spc="-11">
                <a:solidFill>
                  <a:srgbClr val="2E7D4F">
                    <a:alpha val="15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22 kg</a:t>
            </a:r>
          </a:p>
        </p:txBody>
      </p:sp>
      <p:sp>
        <p:nvSpPr>
          <p:cNvPr id="50" name="!!source-7-dom-5-1-3-3-3-0-1-0-text-0">
            <a:extLst>
              <a:ext uri="{FF2B5EF4-FFF2-40B4-BE49-F238E27FC236}">
                <a16:creationId xmlns:a16="http://schemas.microsoft.com/office/drawing/2014/main" id="{0953818D-132C-4117-8F0F-C9A8392C2C18}"/>
              </a:ext>
            </a:extLst>
          </p:cNvPr>
          <p:cNvSpPr>
            <a:spLocks noGrp="1"/>
          </p:cNvSpPr>
          <p:nvPr/>
        </p:nvSpPr>
        <p:spPr>
          <a:xfrm>
            <a:off x="12440841" y="5638800"/>
            <a:ext cx="38702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5A4A40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5A4A40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two tanks at 400 and 500 bar,</a:t>
            </a:r>
          </a:p>
        </p:txBody>
      </p:sp>
      <p:sp>
        <p:nvSpPr>
          <p:cNvPr id="51" name="!!source-7-dom-5-1-3-3-3-0-1-0-text-1">
            <a:extLst>
              <a:ext uri="{FF2B5EF4-FFF2-40B4-BE49-F238E27FC236}">
                <a16:creationId xmlns:a16="http://schemas.microsoft.com/office/drawing/2014/main" id="{62E0B555-D9B3-4940-BA43-88B9CC05C1E4}"/>
              </a:ext>
            </a:extLst>
          </p:cNvPr>
          <p:cNvSpPr>
            <a:spLocks noGrp="1"/>
          </p:cNvSpPr>
          <p:nvPr/>
        </p:nvSpPr>
        <p:spPr>
          <a:xfrm>
            <a:off x="12440841" y="5953125"/>
            <a:ext cx="1743968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5A4A40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5A4A40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request 16 kg</a:t>
            </a:r>
          </a:p>
        </p:txBody>
      </p:sp>
      <p:sp>
        <p:nvSpPr>
          <p:cNvPr id="52" name="!!source-7-dom-5-1-3-3-3-1-0-fill">
            <a:extLst>
              <a:ext uri="{FF2B5EF4-FFF2-40B4-BE49-F238E27FC236}">
                <a16:creationId xmlns:a16="http://schemas.microsoft.com/office/drawing/2014/main" id="{43DF179C-8FB1-4704-A400-3FB7B2B35ACC}"/>
              </a:ext>
            </a:extLst>
          </p:cNvPr>
          <p:cNvSpPr>
            <a:spLocks noGrp="1"/>
          </p:cNvSpPr>
          <p:nvPr/>
        </p:nvSpPr>
        <p:spPr>
          <a:xfrm>
            <a:off x="11014621" y="6381750"/>
            <a:ext cx="2997100" cy="476250"/>
          </a:xfrm>
          <a:prstGeom prst="rect">
            <a:avLst/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3" name="!!source-7-dom-5-1-3-3-3-1-0-outline">
            <a:extLst>
              <a:ext uri="{FF2B5EF4-FFF2-40B4-BE49-F238E27FC236}">
                <a16:creationId xmlns:a16="http://schemas.microsoft.com/office/drawing/2014/main" id="{110F55D3-8B46-4159-AFCB-C04EBEB3FE21}"/>
              </a:ext>
            </a:extLst>
          </p:cNvPr>
          <p:cNvSpPr>
            <a:spLocks noGrp="1"/>
          </p:cNvSpPr>
          <p:nvPr/>
        </p:nvSpPr>
        <p:spPr>
          <a:xfrm>
            <a:off x="11024146" y="6391275"/>
            <a:ext cx="2978050" cy="457200"/>
          </a:xfrm>
          <a:prstGeom prst="rect">
            <a:avLst/>
          </a:prstGeom>
          <a:noFill/>
          <a:ln w="19050">
            <a:solidFill>
              <a:srgbClr val="8A7B7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!!source-7-dom-5-1-3-3-3-1-0-0-text-0">
            <a:extLst>
              <a:ext uri="{FF2B5EF4-FFF2-40B4-BE49-F238E27FC236}">
                <a16:creationId xmlns:a16="http://schemas.microsoft.com/office/drawing/2014/main" id="{A6ECA067-2346-4C29-B446-A61898B7A8AE}"/>
              </a:ext>
            </a:extLst>
          </p:cNvPr>
          <p:cNvSpPr>
            <a:spLocks noGrp="1"/>
          </p:cNvSpPr>
          <p:nvPr/>
        </p:nvSpPr>
        <p:spPr>
          <a:xfrm>
            <a:off x="11186071" y="6477000"/>
            <a:ext cx="2701826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8A7B71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8A7B71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one tank: less in store</a:t>
            </a:r>
          </a:p>
        </p:txBody>
      </p:sp>
      <p:sp>
        <p:nvSpPr>
          <p:cNvPr id="55" name="!!source-7-dom-5-1-3-3-3-1-1-fill">
            <a:extLst>
              <a:ext uri="{FF2B5EF4-FFF2-40B4-BE49-F238E27FC236}">
                <a16:creationId xmlns:a16="http://schemas.microsoft.com/office/drawing/2014/main" id="{5D9D3350-0297-432D-AD4B-9234574DF8E4}"/>
              </a:ext>
            </a:extLst>
          </p:cNvPr>
          <p:cNvSpPr>
            <a:spLocks noGrp="1"/>
          </p:cNvSpPr>
          <p:nvPr/>
        </p:nvSpPr>
        <p:spPr>
          <a:xfrm>
            <a:off x="11014621" y="6972300"/>
            <a:ext cx="4925615" cy="476250"/>
          </a:xfrm>
          <a:prstGeom prst="rect">
            <a:avLst/>
          </a:prstGeom>
          <a:solidFill>
            <a:srgbClr val="E8F3EC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6" name="!!source-7-dom-5-1-3-3-3-1-1-outline">
            <a:extLst>
              <a:ext uri="{FF2B5EF4-FFF2-40B4-BE49-F238E27FC236}">
                <a16:creationId xmlns:a16="http://schemas.microsoft.com/office/drawing/2014/main" id="{0DE016F0-1D3C-4373-9287-BE6FE4F5891D}"/>
              </a:ext>
            </a:extLst>
          </p:cNvPr>
          <p:cNvSpPr>
            <a:spLocks noGrp="1"/>
          </p:cNvSpPr>
          <p:nvPr/>
        </p:nvSpPr>
        <p:spPr>
          <a:xfrm>
            <a:off x="11024146" y="6981825"/>
            <a:ext cx="4906565" cy="457200"/>
          </a:xfrm>
          <a:prstGeom prst="rect">
            <a:avLst/>
          </a:prstGeom>
          <a:noFill/>
          <a:ln w="19050">
            <a:solidFill>
              <a:srgbClr val="2E7D4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7-dom-5-1-3-3-3-1-1-0-text-0">
            <a:extLst>
              <a:ext uri="{FF2B5EF4-FFF2-40B4-BE49-F238E27FC236}">
                <a16:creationId xmlns:a16="http://schemas.microsoft.com/office/drawing/2014/main" id="{F3FE21AB-E456-4C3F-84CC-9DBAA47399B3}"/>
              </a:ext>
            </a:extLst>
          </p:cNvPr>
          <p:cNvSpPr>
            <a:spLocks noGrp="1"/>
          </p:cNvSpPr>
          <p:nvPr/>
        </p:nvSpPr>
        <p:spPr>
          <a:xfrm>
            <a:off x="11186071" y="7067550"/>
            <a:ext cx="4630341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2E7D4F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2E7D4F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cascade: 400 → 500 bar, fill completes</a:t>
            </a:r>
          </a:p>
        </p:txBody>
      </p:sp>
      <p:sp>
        <p:nvSpPr>
          <p:cNvPr id="58" name="!!source-7-dom-5-3-fill">
            <a:extLst>
              <a:ext uri="{FF2B5EF4-FFF2-40B4-BE49-F238E27FC236}">
                <a16:creationId xmlns:a16="http://schemas.microsoft.com/office/drawing/2014/main" id="{268EAABD-6013-4148-A59C-DC9331703E3C}"/>
              </a:ext>
            </a:extLst>
          </p:cNvPr>
          <p:cNvSpPr>
            <a:spLocks noGrp="1"/>
          </p:cNvSpPr>
          <p:nvPr/>
        </p:nvSpPr>
        <p:spPr>
          <a:xfrm>
            <a:off x="1047750" y="7953375"/>
            <a:ext cx="16192501" cy="828675"/>
          </a:xfrm>
          <a:prstGeom prst="rect">
            <a:avLst/>
          </a:pr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9" name="!!source-7-dom-5-3-0-text-0">
            <a:extLst>
              <a:ext uri="{FF2B5EF4-FFF2-40B4-BE49-F238E27FC236}">
                <a16:creationId xmlns:a16="http://schemas.microsoft.com/office/drawing/2014/main" id="{8E094B4B-B588-443A-8898-F662002B3BE7}"/>
              </a:ext>
            </a:extLst>
          </p:cNvPr>
          <p:cNvSpPr>
            <a:spLocks noGrp="1"/>
          </p:cNvSpPr>
          <p:nvPr/>
        </p:nvSpPr>
        <p:spPr>
          <a:xfrm>
            <a:off x="1333500" y="8181975"/>
            <a:ext cx="1537454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FFFFFF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 is a property of the stored mass AND pressure distribution. The station is not one tank.</a:t>
            </a:r>
          </a:p>
        </p:txBody>
      </p:sp>
      <p:pic>
        <p:nvPicPr>
          <p:cNvPr id="122" name="!!source-7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9067861"/>
            <a:ext cx="553789" cy="533279"/>
          </a:xfrm>
          <a:prstGeom prst="rect">
            <a:avLst/>
          </a:prstGeom>
        </p:spPr>
      </p:pic>
      <p:pic>
        <p:nvPicPr>
          <p:cNvPr id="123" name="!!source-7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90678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43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!!source-7-dom-fill">
            <a:extLst>
              <a:ext uri="{FF2B5EF4-FFF2-40B4-BE49-F238E27FC236}">
                <a16:creationId xmlns:a16="http://schemas.microsoft.com/office/drawing/2014/main" id="{610EA861-CEDB-41B5-A05A-754F86B956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7-dom-1-0-0-0-text-0">
            <a:extLst>
              <a:ext uri="{FF2B5EF4-FFF2-40B4-BE49-F238E27FC236}">
                <a16:creationId xmlns:a16="http://schemas.microsoft.com/office/drawing/2014/main" id="{84FAF901-7D5B-4796-A17D-0324CA270C68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7-dom-1-0-1-0-text-0">
            <a:extLst>
              <a:ext uri="{FF2B5EF4-FFF2-40B4-BE49-F238E27FC236}">
                <a16:creationId xmlns:a16="http://schemas.microsoft.com/office/drawing/2014/main" id="{5355411C-66E3-4BDF-9D42-804160397527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7-dom-1-0-2-border-Bottom">
            <a:extLst>
              <a:ext uri="{FF2B5EF4-FFF2-40B4-BE49-F238E27FC236}">
                <a16:creationId xmlns:a16="http://schemas.microsoft.com/office/drawing/2014/main" id="{EE8AD380-4705-4B4A-8259-3242CE0ED93A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7-dom-1-0-2-0-text-0">
            <a:extLst>
              <a:ext uri="{FF2B5EF4-FFF2-40B4-BE49-F238E27FC236}">
                <a16:creationId xmlns:a16="http://schemas.microsoft.com/office/drawing/2014/main" id="{E154A846-C362-42E6-A8DC-C1573C3F12CF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7-dom-1-0-3-0-text-0">
            <a:extLst>
              <a:ext uri="{FF2B5EF4-FFF2-40B4-BE49-F238E27FC236}">
                <a16:creationId xmlns:a16="http://schemas.microsoft.com/office/drawing/2014/main" id="{7CF9F453-26F3-44B8-B61D-2705A67E1F96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7-dom-1-0-4-0-text-0">
            <a:extLst>
              <a:ext uri="{FF2B5EF4-FFF2-40B4-BE49-F238E27FC236}">
                <a16:creationId xmlns:a16="http://schemas.microsoft.com/office/drawing/2014/main" id="{8B76EC6E-B92D-4E68-911A-80E9A43C6A2D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7-dom-1-0-5-0-text-0">
            <a:extLst>
              <a:ext uri="{FF2B5EF4-FFF2-40B4-BE49-F238E27FC236}">
                <a16:creationId xmlns:a16="http://schemas.microsoft.com/office/drawing/2014/main" id="{2AC2ECB4-533C-4484-95ED-509DDB0C1940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7-dom-1-1-0-text-0">
            <a:extLst>
              <a:ext uri="{FF2B5EF4-FFF2-40B4-BE49-F238E27FC236}">
                <a16:creationId xmlns:a16="http://schemas.microsoft.com/office/drawing/2014/main" id="{F9E0EF98-4CA6-4CD8-86C8-B5DE0EBF6E37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08 / 17</a:t>
            </a:r>
          </a:p>
        </p:txBody>
      </p:sp>
      <p:sp>
        <p:nvSpPr>
          <p:cNvPr id="10" name="!!source-7-dom-3-1-0-0-text-0">
            <a:extLst>
              <a:ext uri="{FF2B5EF4-FFF2-40B4-BE49-F238E27FC236}">
                <a16:creationId xmlns:a16="http://schemas.microsoft.com/office/drawing/2014/main" id="{8DFCDB44-41B2-48ED-9D47-83EB619CE65F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4681538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The usual premise</a:t>
            </a:r>
          </a:p>
        </p:txBody>
      </p:sp>
      <p:sp>
        <p:nvSpPr>
          <p:cNvPr id="11" name="!!source-7-dom-3-1-1-0-0-text-0">
            <a:extLst>
              <a:ext uri="{FF2B5EF4-FFF2-40B4-BE49-F238E27FC236}">
                <a16:creationId xmlns:a16="http://schemas.microsoft.com/office/drawing/2014/main" id="{22B8A118-7EF0-4641-8DB7-5E81747ECD1A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388962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More mass, and the fill fails</a:t>
            </a:r>
          </a:p>
        </p:txBody>
      </p:sp>
      <p:sp>
        <p:nvSpPr>
          <p:cNvPr id="12" name="!!source-7-dom-5-1-1-1-0-text-0">
            <a:extLst>
              <a:ext uri="{FF2B5EF4-FFF2-40B4-BE49-F238E27FC236}">
                <a16:creationId xmlns:a16="http://schemas.microsoft.com/office/drawing/2014/main" id="{4D7E3CC5-1287-4865-9415-544DCC4889D6}"/>
              </a:ext>
            </a:extLst>
          </p:cNvPr>
          <p:cNvSpPr>
            <a:spLocks noGrp="1"/>
          </p:cNvSpPr>
          <p:nvPr/>
        </p:nvSpPr>
        <p:spPr>
          <a:xfrm>
            <a:off x="1047750" y="2833687"/>
            <a:ext cx="47282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AVAILABILITY, IN THE LITERATURE</a:t>
            </a:r>
          </a:p>
        </p:txBody>
      </p:sp>
      <p:sp>
        <p:nvSpPr>
          <p:cNvPr id="13" name="!!source-7-dom-5-1-1-3-1-0-fill">
            <a:extLst>
              <a:ext uri="{FF2B5EF4-FFF2-40B4-BE49-F238E27FC236}">
                <a16:creationId xmlns:a16="http://schemas.microsoft.com/office/drawing/2014/main" id="{F5550FCE-76DA-4D7A-84BA-00C61071AD23}"/>
              </a:ext>
            </a:extLst>
          </p:cNvPr>
          <p:cNvSpPr>
            <a:spLocks noGrp="1"/>
          </p:cNvSpPr>
          <p:nvPr/>
        </p:nvSpPr>
        <p:spPr>
          <a:xfrm>
            <a:off x="1708249" y="3338512"/>
            <a:ext cx="1504950" cy="2266950"/>
          </a:xfrm>
          <a:prstGeom prst="roundRect">
            <a:avLst>
              <a:gd name="adj" fmla="val 1519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7-dom-5-1-1-3-1-0-outline">
            <a:extLst>
              <a:ext uri="{FF2B5EF4-FFF2-40B4-BE49-F238E27FC236}">
                <a16:creationId xmlns:a16="http://schemas.microsoft.com/office/drawing/2014/main" id="{BCA519C8-967F-4D47-BEDB-134CE08CA27A}"/>
              </a:ext>
            </a:extLst>
          </p:cNvPr>
          <p:cNvSpPr>
            <a:spLocks noGrp="1"/>
          </p:cNvSpPr>
          <p:nvPr/>
        </p:nvSpPr>
        <p:spPr>
          <a:xfrm>
            <a:off x="1727299" y="3357562"/>
            <a:ext cx="1466850" cy="2228850"/>
          </a:xfrm>
          <a:prstGeom prst="roundRect">
            <a:avLst>
              <a:gd name="adj" fmla="val 15584"/>
            </a:avLst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7-dom-5-1-1-3-1-0-0-fill">
            <a:extLst>
              <a:ext uri="{FF2B5EF4-FFF2-40B4-BE49-F238E27FC236}">
                <a16:creationId xmlns:a16="http://schemas.microsoft.com/office/drawing/2014/main" id="{D87DA304-846F-40C7-AB86-5C2278C3B209}"/>
              </a:ext>
            </a:extLst>
          </p:cNvPr>
          <p:cNvSpPr>
            <a:spLocks noGrp="1"/>
          </p:cNvSpPr>
          <p:nvPr/>
        </p:nvSpPr>
        <p:spPr>
          <a:xfrm>
            <a:off x="1746349" y="4209157"/>
            <a:ext cx="1428750" cy="1358205"/>
          </a:xfrm>
          <a:custGeom>
            <a:avLst/>
            <a:gdLst/>
            <a:ahLst/>
            <a:cxnLst/>
            <a:rect l="0" t="0" r="0" b="0"/>
            <a:pathLst>
              <a:path w="1428750" h="1358205">
                <a:moveTo>
                  <a:pt x="0" y="0"/>
                </a:moveTo>
                <a:lnTo>
                  <a:pt x="1428750" y="0"/>
                </a:lnTo>
                <a:lnTo>
                  <a:pt x="1428750" y="1167705"/>
                </a:lnTo>
                <a:lnTo>
                  <a:pt x="1425090" y="1204870"/>
                </a:lnTo>
                <a:lnTo>
                  <a:pt x="1414249" y="1240607"/>
                </a:lnTo>
                <a:lnTo>
                  <a:pt x="1396645" y="1273542"/>
                </a:lnTo>
                <a:lnTo>
                  <a:pt x="1372954" y="1302409"/>
                </a:lnTo>
                <a:lnTo>
                  <a:pt x="1344086" y="1326100"/>
                </a:lnTo>
                <a:lnTo>
                  <a:pt x="1311151" y="1343704"/>
                </a:lnTo>
                <a:lnTo>
                  <a:pt x="1275415" y="1354545"/>
                </a:lnTo>
                <a:lnTo>
                  <a:pt x="1238250" y="1358205"/>
                </a:lnTo>
                <a:lnTo>
                  <a:pt x="190500" y="1358205"/>
                </a:lnTo>
                <a:lnTo>
                  <a:pt x="153335" y="1354545"/>
                </a:lnTo>
                <a:lnTo>
                  <a:pt x="117599" y="1343704"/>
                </a:lnTo>
                <a:lnTo>
                  <a:pt x="84664" y="1326100"/>
                </a:lnTo>
                <a:lnTo>
                  <a:pt x="55796" y="1302409"/>
                </a:lnTo>
                <a:lnTo>
                  <a:pt x="32105" y="1273542"/>
                </a:lnTo>
                <a:lnTo>
                  <a:pt x="14501" y="1240607"/>
                </a:lnTo>
                <a:lnTo>
                  <a:pt x="3660" y="1204870"/>
                </a:lnTo>
                <a:lnTo>
                  <a:pt x="0" y="1167705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!!source-7-dom-5-1-1-3-1-0-0-0-text-0">
            <a:extLst>
              <a:ext uri="{FF2B5EF4-FFF2-40B4-BE49-F238E27FC236}">
                <a16:creationId xmlns:a16="http://schemas.microsoft.com/office/drawing/2014/main" id="{F859D99A-2713-4D38-A17A-DB66C74B1C5C}"/>
              </a:ext>
            </a:extLst>
          </p:cNvPr>
          <p:cNvSpPr>
            <a:spLocks noGrp="1"/>
          </p:cNvSpPr>
          <p:nvPr/>
        </p:nvSpPr>
        <p:spPr>
          <a:xfrm>
            <a:off x="2201615" y="4726335"/>
            <a:ext cx="56584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Σ m</a:t>
            </a:r>
          </a:p>
        </p:txBody>
      </p:sp>
      <p:sp>
        <p:nvSpPr>
          <p:cNvPr id="17" name="!!source-7-dom-5-1-1-3-1-1-0-text-0">
            <a:extLst>
              <a:ext uri="{FF2B5EF4-FFF2-40B4-BE49-F238E27FC236}">
                <a16:creationId xmlns:a16="http://schemas.microsoft.com/office/drawing/2014/main" id="{97EC36E0-F7B0-43A6-B0A4-40883BB07D1F}"/>
              </a:ext>
            </a:extLst>
          </p:cNvPr>
          <p:cNvSpPr>
            <a:spLocks noGrp="1"/>
          </p:cNvSpPr>
          <p:nvPr/>
        </p:nvSpPr>
        <p:spPr>
          <a:xfrm>
            <a:off x="1047750" y="5700712"/>
            <a:ext cx="287357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the station as one tank</a:t>
            </a:r>
          </a:p>
        </p:txBody>
      </p:sp>
      <p:sp>
        <p:nvSpPr>
          <p:cNvPr id="18" name="!!source-7-dom-5-1-1-3-3-0-0-text-0">
            <a:extLst>
              <a:ext uri="{FF2B5EF4-FFF2-40B4-BE49-F238E27FC236}">
                <a16:creationId xmlns:a16="http://schemas.microsoft.com/office/drawing/2014/main" id="{0935288C-0519-447B-B94C-137679B56911}"/>
              </a:ext>
            </a:extLst>
          </p:cNvPr>
          <p:cNvSpPr>
            <a:spLocks noGrp="1"/>
          </p:cNvSpPr>
          <p:nvPr/>
        </p:nvSpPr>
        <p:spPr>
          <a:xfrm>
            <a:off x="4159449" y="3967014"/>
            <a:ext cx="674936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000" b="0" i="0" spc="-7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Σ m</a:t>
            </a:r>
          </a:p>
        </p:txBody>
      </p:sp>
      <p:sp>
        <p:nvSpPr>
          <p:cNvPr id="19" name="!!source-7-dom-5-1-1-3-3-0-1-0-text-0">
            <a:extLst>
              <a:ext uri="{FF2B5EF4-FFF2-40B4-BE49-F238E27FC236}">
                <a16:creationId xmlns:a16="http://schemas.microsoft.com/office/drawing/2014/main" id="{6469C43E-B480-433D-B2E5-A6CAAD2A9314}"/>
              </a:ext>
            </a:extLst>
          </p:cNvPr>
          <p:cNvSpPr>
            <a:spLocks noGrp="1"/>
          </p:cNvSpPr>
          <p:nvPr/>
        </p:nvSpPr>
        <p:spPr>
          <a:xfrm>
            <a:off x="4786759" y="4109889"/>
            <a:ext cx="780008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2500" b="0" i="0" spc="-6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tanks</a:t>
            </a:r>
          </a:p>
        </p:txBody>
      </p:sp>
      <p:sp>
        <p:nvSpPr>
          <p:cNvPr id="20" name="!!source-7-dom-5-1-1-3-3-0-2-text-0">
            <a:extLst>
              <a:ext uri="{FF2B5EF4-FFF2-40B4-BE49-F238E27FC236}">
                <a16:creationId xmlns:a16="http://schemas.microsoft.com/office/drawing/2014/main" id="{968B0543-4275-4CBE-A50E-F9EEACCA8A8D}"/>
              </a:ext>
            </a:extLst>
          </p:cNvPr>
          <p:cNvSpPr>
            <a:spLocks noGrp="1"/>
          </p:cNvSpPr>
          <p:nvPr/>
        </p:nvSpPr>
        <p:spPr>
          <a:xfrm>
            <a:off x="5519142" y="3967014"/>
            <a:ext cx="659011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000" b="0" i="0" spc="-7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≥ m</a:t>
            </a:r>
          </a:p>
        </p:txBody>
      </p:sp>
      <p:sp>
        <p:nvSpPr>
          <p:cNvPr id="21" name="!!source-7-dom-5-1-1-3-3-0-3-0-text-0">
            <a:extLst>
              <a:ext uri="{FF2B5EF4-FFF2-40B4-BE49-F238E27FC236}">
                <a16:creationId xmlns:a16="http://schemas.microsoft.com/office/drawing/2014/main" id="{65FDAB36-0F69-4476-8BEA-858D69EA3362}"/>
              </a:ext>
            </a:extLst>
          </p:cNvPr>
          <p:cNvSpPr>
            <a:spLocks noGrp="1"/>
          </p:cNvSpPr>
          <p:nvPr/>
        </p:nvSpPr>
        <p:spPr>
          <a:xfrm>
            <a:off x="6130528" y="4109889"/>
            <a:ext cx="112692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2500" b="0" i="0" spc="-6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demand</a:t>
            </a:r>
          </a:p>
        </p:txBody>
      </p:sp>
      <p:sp>
        <p:nvSpPr>
          <p:cNvPr id="22" name="!!source-7-dom-5-1-1-3-3-1-0-text-0">
            <a:extLst>
              <a:ext uri="{FF2B5EF4-FFF2-40B4-BE49-F238E27FC236}">
                <a16:creationId xmlns:a16="http://schemas.microsoft.com/office/drawing/2014/main" id="{7301884B-839C-40FE-9144-0AB821C96153}"/>
              </a:ext>
            </a:extLst>
          </p:cNvPr>
          <p:cNvSpPr>
            <a:spLocks noGrp="1"/>
          </p:cNvSpPr>
          <p:nvPr/>
        </p:nvSpPr>
        <p:spPr>
          <a:xfrm>
            <a:off x="4159449" y="4630490"/>
            <a:ext cx="35019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enough mass in store, the</a:t>
            </a:r>
          </a:p>
        </p:txBody>
      </p:sp>
      <p:sp>
        <p:nvSpPr>
          <p:cNvPr id="23" name="!!source-7-dom-5-1-1-3-3-1-0-text-1">
            <a:extLst>
              <a:ext uri="{FF2B5EF4-FFF2-40B4-BE49-F238E27FC236}">
                <a16:creationId xmlns:a16="http://schemas.microsoft.com/office/drawing/2014/main" id="{2BF4B1C3-02A3-4245-86E9-48B9E0EDF399}"/>
              </a:ext>
            </a:extLst>
          </p:cNvPr>
          <p:cNvSpPr>
            <a:spLocks noGrp="1"/>
          </p:cNvSpPr>
          <p:nvPr/>
        </p:nvSpPr>
        <p:spPr>
          <a:xfrm>
            <a:off x="4159449" y="5003751"/>
            <a:ext cx="2277517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fill can be served</a:t>
            </a:r>
          </a:p>
        </p:txBody>
      </p:sp>
      <p:sp>
        <p:nvSpPr>
          <p:cNvPr id="24" name="!!source-7-dom-5-1-1-5-1-0-0-text-0">
            <a:extLst>
              <a:ext uri="{FF2B5EF4-FFF2-40B4-BE49-F238E27FC236}">
                <a16:creationId xmlns:a16="http://schemas.microsoft.com/office/drawing/2014/main" id="{7E994F16-F78E-4A27-85E2-A56585462BF7}"/>
              </a:ext>
            </a:extLst>
          </p:cNvPr>
          <p:cNvSpPr>
            <a:spLocks noGrp="1"/>
          </p:cNvSpPr>
          <p:nvPr/>
        </p:nvSpPr>
        <p:spPr>
          <a:xfrm>
            <a:off x="1047750" y="6253163"/>
            <a:ext cx="1509266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Rule-based</a:t>
            </a:r>
          </a:p>
        </p:txBody>
      </p:sp>
      <p:sp>
        <p:nvSpPr>
          <p:cNvPr id="25" name="!!source-7-dom-5-1-1-5-1-1-0-text-0">
            <a:extLst>
              <a:ext uri="{FF2B5EF4-FFF2-40B4-BE49-F238E27FC236}">
                <a16:creationId xmlns:a16="http://schemas.microsoft.com/office/drawing/2014/main" id="{A5866518-2AA5-4BFD-9140-B4BC9B52E592}"/>
              </a:ext>
            </a:extLst>
          </p:cNvPr>
          <p:cNvSpPr>
            <a:spLocks noGrp="1"/>
          </p:cNvSpPr>
          <p:nvPr/>
        </p:nvSpPr>
        <p:spPr>
          <a:xfrm>
            <a:off x="3581400" y="6234113"/>
            <a:ext cx="3016895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fill fast, in a fixed order</a:t>
            </a:r>
          </a:p>
        </p:txBody>
      </p:sp>
      <p:sp>
        <p:nvSpPr>
          <p:cNvPr id="26" name="!!source-7-dom-5-1-1-5-3-0-0-text-0">
            <a:extLst>
              <a:ext uri="{FF2B5EF4-FFF2-40B4-BE49-F238E27FC236}">
                <a16:creationId xmlns:a16="http://schemas.microsoft.com/office/drawing/2014/main" id="{2E017AD2-2E45-4015-B72E-769E1773189F}"/>
              </a:ext>
            </a:extLst>
          </p:cNvPr>
          <p:cNvSpPr>
            <a:spLocks noGrp="1"/>
          </p:cNvSpPr>
          <p:nvPr/>
        </p:nvSpPr>
        <p:spPr>
          <a:xfrm>
            <a:off x="1047750" y="6710362"/>
            <a:ext cx="183966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Optimisation-</a:t>
            </a:r>
          </a:p>
        </p:txBody>
      </p:sp>
      <p:sp>
        <p:nvSpPr>
          <p:cNvPr id="27" name="!!source-7-dom-5-1-1-5-3-0-0-text-1">
            <a:extLst>
              <a:ext uri="{FF2B5EF4-FFF2-40B4-BE49-F238E27FC236}">
                <a16:creationId xmlns:a16="http://schemas.microsoft.com/office/drawing/2014/main" id="{B0AD6890-9B06-474F-A608-6CDBF3950BEC}"/>
              </a:ext>
            </a:extLst>
          </p:cNvPr>
          <p:cNvSpPr>
            <a:spLocks noGrp="1"/>
          </p:cNvSpPr>
          <p:nvPr/>
        </p:nvSpPr>
        <p:spPr>
          <a:xfrm>
            <a:off x="1047750" y="7015163"/>
            <a:ext cx="82822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based</a:t>
            </a:r>
          </a:p>
        </p:txBody>
      </p:sp>
      <p:sp>
        <p:nvSpPr>
          <p:cNvPr id="28" name="!!source-7-dom-5-1-1-5-3-1-0-text-0">
            <a:extLst>
              <a:ext uri="{FF2B5EF4-FFF2-40B4-BE49-F238E27FC236}">
                <a16:creationId xmlns:a16="http://schemas.microsoft.com/office/drawing/2014/main" id="{381C1305-6841-4895-9179-FD011098098F}"/>
              </a:ext>
            </a:extLst>
          </p:cNvPr>
          <p:cNvSpPr>
            <a:spLocks noGrp="1"/>
          </p:cNvSpPr>
          <p:nvPr/>
        </p:nvSpPr>
        <p:spPr>
          <a:xfrm>
            <a:off x="3581400" y="6691313"/>
            <a:ext cx="353957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balance on the total mass,</a:t>
            </a:r>
          </a:p>
        </p:txBody>
      </p:sp>
      <p:sp>
        <p:nvSpPr>
          <p:cNvPr id="29" name="!!source-7-dom-5-1-1-5-3-1-0-text-1">
            <a:extLst>
              <a:ext uri="{FF2B5EF4-FFF2-40B4-BE49-F238E27FC236}">
                <a16:creationId xmlns:a16="http://schemas.microsoft.com/office/drawing/2014/main" id="{B8E7498D-E270-4737-B70F-A0E0A3B26F62}"/>
              </a:ext>
            </a:extLst>
          </p:cNvPr>
          <p:cNvSpPr>
            <a:spLocks noGrp="1"/>
          </p:cNvSpPr>
          <p:nvPr/>
        </p:nvSpPr>
        <p:spPr>
          <a:xfrm>
            <a:off x="3581400" y="7015163"/>
            <a:ext cx="23175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lumped demand</a:t>
            </a:r>
          </a:p>
        </p:txBody>
      </p:sp>
      <p:sp>
        <p:nvSpPr>
          <p:cNvPr id="30" name="!!source-7-dom-5-1-3-1-outline">
            <a:extLst>
              <a:ext uri="{FF2B5EF4-FFF2-40B4-BE49-F238E27FC236}">
                <a16:creationId xmlns:a16="http://schemas.microsoft.com/office/drawing/2014/main" id="{DEB45DEF-84A5-4CB1-BB5C-3E8F894C19D1}"/>
              </a:ext>
            </a:extLst>
          </p:cNvPr>
          <p:cNvSpPr>
            <a:spLocks noGrp="1"/>
          </p:cNvSpPr>
          <p:nvPr/>
        </p:nvSpPr>
        <p:spPr>
          <a:xfrm>
            <a:off x="8371434" y="2481263"/>
            <a:ext cx="8854380" cy="2476500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7-dom-5-1-3-1-1-0-fill">
            <a:extLst>
              <a:ext uri="{FF2B5EF4-FFF2-40B4-BE49-F238E27FC236}">
                <a16:creationId xmlns:a16="http://schemas.microsoft.com/office/drawing/2014/main" id="{048277B2-B99F-4741-8F88-45E2E63193A7}"/>
              </a:ext>
            </a:extLst>
          </p:cNvPr>
          <p:cNvSpPr>
            <a:spLocks noGrp="1"/>
          </p:cNvSpPr>
          <p:nvPr/>
        </p:nvSpPr>
        <p:spPr>
          <a:xfrm>
            <a:off x="8652421" y="3506242"/>
            <a:ext cx="457200" cy="880021"/>
          </a:xfrm>
          <a:prstGeom prst="roundRect">
            <a:avLst>
              <a:gd name="adj" fmla="val 12500"/>
            </a:avLst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7-dom-5-1-3-1-1-1-fill">
            <a:extLst>
              <a:ext uri="{FF2B5EF4-FFF2-40B4-BE49-F238E27FC236}">
                <a16:creationId xmlns:a16="http://schemas.microsoft.com/office/drawing/2014/main" id="{AFA22F23-251C-4E68-BFE8-FB80E3BE5AB1}"/>
              </a:ext>
            </a:extLst>
          </p:cNvPr>
          <p:cNvSpPr>
            <a:spLocks noGrp="1"/>
          </p:cNvSpPr>
          <p:nvPr/>
        </p:nvSpPr>
        <p:spPr>
          <a:xfrm>
            <a:off x="9185821" y="3506242"/>
            <a:ext cx="457201" cy="880021"/>
          </a:xfrm>
          <a:prstGeom prst="roundRect">
            <a:avLst>
              <a:gd name="adj" fmla="val 12500"/>
            </a:avLst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7-dom-5-1-3-1-1-2-fill">
            <a:extLst>
              <a:ext uri="{FF2B5EF4-FFF2-40B4-BE49-F238E27FC236}">
                <a16:creationId xmlns:a16="http://schemas.microsoft.com/office/drawing/2014/main" id="{8450B59C-8218-4FEE-A9F5-1FDDCDA3A085}"/>
              </a:ext>
            </a:extLst>
          </p:cNvPr>
          <p:cNvSpPr>
            <a:spLocks noGrp="1"/>
          </p:cNvSpPr>
          <p:nvPr/>
        </p:nvSpPr>
        <p:spPr>
          <a:xfrm>
            <a:off x="9719220" y="3506242"/>
            <a:ext cx="457201" cy="880021"/>
          </a:xfrm>
          <a:prstGeom prst="roundRect">
            <a:avLst>
              <a:gd name="adj" fmla="val 12500"/>
            </a:avLst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7-dom-5-1-3-1-1-3-fill">
            <a:extLst>
              <a:ext uri="{FF2B5EF4-FFF2-40B4-BE49-F238E27FC236}">
                <a16:creationId xmlns:a16="http://schemas.microsoft.com/office/drawing/2014/main" id="{B5EB7DC7-8466-4481-B99A-6C037C712CBC}"/>
              </a:ext>
            </a:extLst>
          </p:cNvPr>
          <p:cNvSpPr>
            <a:spLocks noGrp="1"/>
          </p:cNvSpPr>
          <p:nvPr/>
        </p:nvSpPr>
        <p:spPr>
          <a:xfrm>
            <a:off x="10252620" y="3506242"/>
            <a:ext cx="457201" cy="880021"/>
          </a:xfrm>
          <a:prstGeom prst="roundRect">
            <a:avLst>
              <a:gd name="adj" fmla="val 12500"/>
            </a:avLst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7-dom-5-1-3-1-3-0-0-0-text-0">
            <a:extLst>
              <a:ext uri="{FF2B5EF4-FFF2-40B4-BE49-F238E27FC236}">
                <a16:creationId xmlns:a16="http://schemas.microsoft.com/office/drawing/2014/main" id="{1C4AB8B1-6579-442E-B8B4-47E2D52EB49A}"/>
              </a:ext>
            </a:extLst>
          </p:cNvPr>
          <p:cNvSpPr>
            <a:spLocks noGrp="1"/>
          </p:cNvSpPr>
          <p:nvPr/>
        </p:nvSpPr>
        <p:spPr>
          <a:xfrm>
            <a:off x="11014621" y="2676525"/>
            <a:ext cx="1346895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500" b="0" i="0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500" b="0" i="0" spc="-11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40 kg</a:t>
            </a:r>
          </a:p>
        </p:txBody>
      </p:sp>
      <p:sp>
        <p:nvSpPr>
          <p:cNvPr id="36" name="!!source-7-dom-5-1-3-1-3-0-1-0-text-0">
            <a:extLst>
              <a:ext uri="{FF2B5EF4-FFF2-40B4-BE49-F238E27FC236}">
                <a16:creationId xmlns:a16="http://schemas.microsoft.com/office/drawing/2014/main" id="{96D595D7-E468-46E0-A0F6-E5DC4173C62A}"/>
              </a:ext>
            </a:extLst>
          </p:cNvPr>
          <p:cNvSpPr>
            <a:spLocks noGrp="1"/>
          </p:cNvSpPr>
          <p:nvPr/>
        </p:nvSpPr>
        <p:spPr>
          <a:xfrm>
            <a:off x="12504390" y="2905125"/>
            <a:ext cx="4106763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four tanks at 330 bar, request 16</a:t>
            </a:r>
          </a:p>
        </p:txBody>
      </p:sp>
      <p:sp>
        <p:nvSpPr>
          <p:cNvPr id="37" name="!!source-7-dom-5-1-3-1-3-0-1-0-text-1">
            <a:extLst>
              <a:ext uri="{FF2B5EF4-FFF2-40B4-BE49-F238E27FC236}">
                <a16:creationId xmlns:a16="http://schemas.microsoft.com/office/drawing/2014/main" id="{DB302A76-F6B9-4FCE-A61D-DD47F9DAAB8B}"/>
              </a:ext>
            </a:extLst>
          </p:cNvPr>
          <p:cNvSpPr>
            <a:spLocks noGrp="1"/>
          </p:cNvSpPr>
          <p:nvPr/>
        </p:nvSpPr>
        <p:spPr>
          <a:xfrm>
            <a:off x="12504390" y="3219450"/>
            <a:ext cx="372219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kg</a:t>
            </a:r>
          </a:p>
        </p:txBody>
      </p:sp>
      <p:sp>
        <p:nvSpPr>
          <p:cNvPr id="38" name="!!source-7-dom-5-1-3-1-3-1-0-fill">
            <a:extLst>
              <a:ext uri="{FF2B5EF4-FFF2-40B4-BE49-F238E27FC236}">
                <a16:creationId xmlns:a16="http://schemas.microsoft.com/office/drawing/2014/main" id="{DE325C70-5C07-4CDD-9E24-7E0CCCC80AD0}"/>
              </a:ext>
            </a:extLst>
          </p:cNvPr>
          <p:cNvSpPr>
            <a:spLocks noGrp="1"/>
          </p:cNvSpPr>
          <p:nvPr/>
        </p:nvSpPr>
        <p:spPr>
          <a:xfrm>
            <a:off x="11014621" y="3648075"/>
            <a:ext cx="3169444" cy="476250"/>
          </a:xfrm>
          <a:prstGeom prst="rect">
            <a:avLst/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7-dom-5-1-3-1-3-1-0-outline">
            <a:extLst>
              <a:ext uri="{FF2B5EF4-FFF2-40B4-BE49-F238E27FC236}">
                <a16:creationId xmlns:a16="http://schemas.microsoft.com/office/drawing/2014/main" id="{7E9F73A8-BD35-41BE-B90C-DD572436BBAB}"/>
              </a:ext>
            </a:extLst>
          </p:cNvPr>
          <p:cNvSpPr>
            <a:spLocks noGrp="1"/>
          </p:cNvSpPr>
          <p:nvPr/>
        </p:nvSpPr>
        <p:spPr>
          <a:xfrm>
            <a:off x="11024146" y="3657600"/>
            <a:ext cx="3150394" cy="457200"/>
          </a:xfrm>
          <a:prstGeom prst="rect">
            <a:avLst/>
          </a:prstGeom>
          <a:noFill/>
          <a:ln w="19050">
            <a:solidFill>
              <a:srgbClr val="8A7B71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7-dom-5-1-3-1-3-1-0-0-text-0">
            <a:extLst>
              <a:ext uri="{FF2B5EF4-FFF2-40B4-BE49-F238E27FC236}">
                <a16:creationId xmlns:a16="http://schemas.microsoft.com/office/drawing/2014/main" id="{3C440D1F-8EB3-423B-B728-D2D2C021B407}"/>
              </a:ext>
            </a:extLst>
          </p:cNvPr>
          <p:cNvSpPr>
            <a:spLocks noGrp="1"/>
          </p:cNvSpPr>
          <p:nvPr/>
        </p:nvSpPr>
        <p:spPr>
          <a:xfrm>
            <a:off x="11186071" y="3743325"/>
            <a:ext cx="2874169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one tank: 40 ≥ 16, serve</a:t>
            </a:r>
          </a:p>
        </p:txBody>
      </p:sp>
      <p:sp>
        <p:nvSpPr>
          <p:cNvPr id="41" name="!!source-7-dom-5-1-3-1-3-1-1-fill">
            <a:extLst>
              <a:ext uri="{FF2B5EF4-FFF2-40B4-BE49-F238E27FC236}">
                <a16:creationId xmlns:a16="http://schemas.microsoft.com/office/drawing/2014/main" id="{BDE75FC5-2B1B-49A3-A78D-3F756B064E8C}"/>
              </a:ext>
            </a:extLst>
          </p:cNvPr>
          <p:cNvSpPr>
            <a:spLocks noGrp="1"/>
          </p:cNvSpPr>
          <p:nvPr/>
        </p:nvSpPr>
        <p:spPr>
          <a:xfrm>
            <a:off x="11014621" y="4238625"/>
            <a:ext cx="5421660" cy="476250"/>
          </a:xfrm>
          <a:prstGeom prst="rect">
            <a:avLst/>
          </a:prstGeom>
          <a:solidFill>
            <a:srgbClr val="FDEAE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7-dom-5-1-3-1-3-1-1-outline">
            <a:extLst>
              <a:ext uri="{FF2B5EF4-FFF2-40B4-BE49-F238E27FC236}">
                <a16:creationId xmlns:a16="http://schemas.microsoft.com/office/drawing/2014/main" id="{FAA53AFC-9415-406D-8ED0-9D4FA2C5921B}"/>
              </a:ext>
            </a:extLst>
          </p:cNvPr>
          <p:cNvSpPr>
            <a:spLocks noGrp="1"/>
          </p:cNvSpPr>
          <p:nvPr/>
        </p:nvSpPr>
        <p:spPr>
          <a:xfrm>
            <a:off x="11024146" y="4248150"/>
            <a:ext cx="5402610" cy="457200"/>
          </a:xfrm>
          <a:prstGeom prst="rect">
            <a:avLst/>
          </a:prstGeom>
          <a:noFill/>
          <a:ln w="1905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!!source-7-dom-5-1-3-1-3-1-1-0-text-0">
            <a:extLst>
              <a:ext uri="{FF2B5EF4-FFF2-40B4-BE49-F238E27FC236}">
                <a16:creationId xmlns:a16="http://schemas.microsoft.com/office/drawing/2014/main" id="{33EBD149-02B0-4DE9-ACFB-A9ADFE015958}"/>
              </a:ext>
            </a:extLst>
          </p:cNvPr>
          <p:cNvSpPr>
            <a:spLocks noGrp="1"/>
          </p:cNvSpPr>
          <p:nvPr/>
        </p:nvSpPr>
        <p:spPr>
          <a:xfrm>
            <a:off x="11186071" y="4333875"/>
            <a:ext cx="512638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cascade: no source above 350 bar, fill fails</a:t>
            </a:r>
          </a:p>
        </p:txBody>
      </p:sp>
      <p:sp>
        <p:nvSpPr>
          <p:cNvPr id="44" name="!!source-7-dom-5-1-3-3-outline">
            <a:extLst>
              <a:ext uri="{FF2B5EF4-FFF2-40B4-BE49-F238E27FC236}">
                <a16:creationId xmlns:a16="http://schemas.microsoft.com/office/drawing/2014/main" id="{96C07305-49E2-4759-BA3E-96AEC63F253F}"/>
              </a:ext>
            </a:extLst>
          </p:cNvPr>
          <p:cNvSpPr>
            <a:spLocks noGrp="1"/>
          </p:cNvSpPr>
          <p:nvPr/>
        </p:nvSpPr>
        <p:spPr>
          <a:xfrm>
            <a:off x="8371434" y="5214937"/>
            <a:ext cx="8854380" cy="2476500"/>
          </a:xfrm>
          <a:prstGeom prst="rect">
            <a:avLst/>
          </a:prstGeom>
          <a:noFill/>
          <a:ln w="28575">
            <a:solidFill>
              <a:srgbClr val="2E7D4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7-dom-5-1-3-3-1-0-fill">
            <a:extLst>
              <a:ext uri="{FF2B5EF4-FFF2-40B4-BE49-F238E27FC236}">
                <a16:creationId xmlns:a16="http://schemas.microsoft.com/office/drawing/2014/main" id="{C24FE71D-01CE-4511-B412-CAF3EF5F0F66}"/>
              </a:ext>
            </a:extLst>
          </p:cNvPr>
          <p:cNvSpPr>
            <a:spLocks noGrp="1"/>
          </p:cNvSpPr>
          <p:nvPr/>
        </p:nvSpPr>
        <p:spPr>
          <a:xfrm>
            <a:off x="8652421" y="6053138"/>
            <a:ext cx="457200" cy="1066800"/>
          </a:xfrm>
          <a:prstGeom prst="roundRect">
            <a:avLst>
              <a:gd name="adj" fmla="val 12500"/>
            </a:avLst>
          </a:prstGeom>
          <a:solidFill>
            <a:srgbClr val="2E7D4F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6" name="!!source-7-dom-5-1-3-3-1-1-fill">
            <a:extLst>
              <a:ext uri="{FF2B5EF4-FFF2-40B4-BE49-F238E27FC236}">
                <a16:creationId xmlns:a16="http://schemas.microsoft.com/office/drawing/2014/main" id="{8209FF32-D71D-4474-80F4-74B730D6C7A3}"/>
              </a:ext>
            </a:extLst>
          </p:cNvPr>
          <p:cNvSpPr>
            <a:spLocks noGrp="1"/>
          </p:cNvSpPr>
          <p:nvPr/>
        </p:nvSpPr>
        <p:spPr>
          <a:xfrm>
            <a:off x="9185821" y="5786438"/>
            <a:ext cx="457201" cy="1333500"/>
          </a:xfrm>
          <a:prstGeom prst="roundRect">
            <a:avLst>
              <a:gd name="adj" fmla="val 12500"/>
            </a:avLst>
          </a:prstGeom>
          <a:solidFill>
            <a:srgbClr val="2E7D4F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7-dom-5-1-3-3-1-2-fill">
            <a:extLst>
              <a:ext uri="{FF2B5EF4-FFF2-40B4-BE49-F238E27FC236}">
                <a16:creationId xmlns:a16="http://schemas.microsoft.com/office/drawing/2014/main" id="{F274333D-6858-475C-BD68-27EA4F8CBE32}"/>
              </a:ext>
            </a:extLst>
          </p:cNvPr>
          <p:cNvSpPr>
            <a:spLocks noGrp="1"/>
          </p:cNvSpPr>
          <p:nvPr/>
        </p:nvSpPr>
        <p:spPr>
          <a:xfrm>
            <a:off x="9719220" y="6853237"/>
            <a:ext cx="457201" cy="266700"/>
          </a:xfrm>
          <a:prstGeom prst="roundRect">
            <a:avLst>
              <a:gd name="adj" fmla="val 21429"/>
            </a:avLst>
          </a:prstGeom>
          <a:solidFill>
            <a:srgbClr val="C9B8AD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8" name="!!source-7-dom-5-1-3-3-1-3-fill">
            <a:extLst>
              <a:ext uri="{FF2B5EF4-FFF2-40B4-BE49-F238E27FC236}">
                <a16:creationId xmlns:a16="http://schemas.microsoft.com/office/drawing/2014/main" id="{4B330B1D-E316-449F-ACD1-F56F5D02C0DD}"/>
              </a:ext>
            </a:extLst>
          </p:cNvPr>
          <p:cNvSpPr>
            <a:spLocks noGrp="1"/>
          </p:cNvSpPr>
          <p:nvPr/>
        </p:nvSpPr>
        <p:spPr>
          <a:xfrm>
            <a:off x="10252620" y="6853237"/>
            <a:ext cx="457201" cy="266700"/>
          </a:xfrm>
          <a:prstGeom prst="roundRect">
            <a:avLst>
              <a:gd name="adj" fmla="val 21429"/>
            </a:avLst>
          </a:prstGeom>
          <a:solidFill>
            <a:srgbClr val="C9B8AD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7-dom-5-1-3-3-3-0-0-0-text-0">
            <a:extLst>
              <a:ext uri="{FF2B5EF4-FFF2-40B4-BE49-F238E27FC236}">
                <a16:creationId xmlns:a16="http://schemas.microsoft.com/office/drawing/2014/main" id="{B3A81689-EF66-4ADB-8150-742E5BC697D6}"/>
              </a:ext>
            </a:extLst>
          </p:cNvPr>
          <p:cNvSpPr>
            <a:spLocks noGrp="1"/>
          </p:cNvSpPr>
          <p:nvPr/>
        </p:nvSpPr>
        <p:spPr>
          <a:xfrm>
            <a:off x="11014621" y="5410200"/>
            <a:ext cx="1283344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500" b="0" i="0">
                <a:solidFill>
                  <a:srgbClr val="2E7D4F">
                    <a:alpha val="15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500" b="0" i="0" spc="-11">
                <a:solidFill>
                  <a:srgbClr val="2E7D4F">
                    <a:alpha val="15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22 kg</a:t>
            </a:r>
          </a:p>
        </p:txBody>
      </p:sp>
      <p:sp>
        <p:nvSpPr>
          <p:cNvPr id="50" name="!!source-7-dom-5-1-3-3-3-0-1-0-text-0">
            <a:extLst>
              <a:ext uri="{FF2B5EF4-FFF2-40B4-BE49-F238E27FC236}">
                <a16:creationId xmlns:a16="http://schemas.microsoft.com/office/drawing/2014/main" id="{82994FC4-7722-4D1D-81C2-D6D6FC306E14}"/>
              </a:ext>
            </a:extLst>
          </p:cNvPr>
          <p:cNvSpPr>
            <a:spLocks noGrp="1"/>
          </p:cNvSpPr>
          <p:nvPr/>
        </p:nvSpPr>
        <p:spPr>
          <a:xfrm>
            <a:off x="12440841" y="5638800"/>
            <a:ext cx="38702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5A4A40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5A4A40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two tanks at 400 and 500 bar,</a:t>
            </a:r>
          </a:p>
        </p:txBody>
      </p:sp>
      <p:sp>
        <p:nvSpPr>
          <p:cNvPr id="51" name="!!source-7-dom-5-1-3-3-3-0-1-0-text-1">
            <a:extLst>
              <a:ext uri="{FF2B5EF4-FFF2-40B4-BE49-F238E27FC236}">
                <a16:creationId xmlns:a16="http://schemas.microsoft.com/office/drawing/2014/main" id="{E3C428FC-37A7-430C-893A-4504E3CA50CB}"/>
              </a:ext>
            </a:extLst>
          </p:cNvPr>
          <p:cNvSpPr>
            <a:spLocks noGrp="1"/>
          </p:cNvSpPr>
          <p:nvPr/>
        </p:nvSpPr>
        <p:spPr>
          <a:xfrm>
            <a:off x="12440841" y="5953125"/>
            <a:ext cx="1743968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5A4A40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5A4A40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request 16 kg</a:t>
            </a:r>
          </a:p>
        </p:txBody>
      </p:sp>
      <p:sp>
        <p:nvSpPr>
          <p:cNvPr id="52" name="!!source-7-dom-5-1-3-3-3-1-0-fill">
            <a:extLst>
              <a:ext uri="{FF2B5EF4-FFF2-40B4-BE49-F238E27FC236}">
                <a16:creationId xmlns:a16="http://schemas.microsoft.com/office/drawing/2014/main" id="{D4472F8C-651C-4DFC-9004-2E7532550E4E}"/>
              </a:ext>
            </a:extLst>
          </p:cNvPr>
          <p:cNvSpPr>
            <a:spLocks noGrp="1"/>
          </p:cNvSpPr>
          <p:nvPr/>
        </p:nvSpPr>
        <p:spPr>
          <a:xfrm>
            <a:off x="11014621" y="6381750"/>
            <a:ext cx="2997100" cy="476250"/>
          </a:xfrm>
          <a:prstGeom prst="rect">
            <a:avLst/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3" name="!!source-7-dom-5-1-3-3-3-1-0-outline">
            <a:extLst>
              <a:ext uri="{FF2B5EF4-FFF2-40B4-BE49-F238E27FC236}">
                <a16:creationId xmlns:a16="http://schemas.microsoft.com/office/drawing/2014/main" id="{6C41C7F0-9A0B-4DC8-88C2-1A33F01DB576}"/>
              </a:ext>
            </a:extLst>
          </p:cNvPr>
          <p:cNvSpPr>
            <a:spLocks noGrp="1"/>
          </p:cNvSpPr>
          <p:nvPr/>
        </p:nvSpPr>
        <p:spPr>
          <a:xfrm>
            <a:off x="11024146" y="6391275"/>
            <a:ext cx="2978050" cy="457200"/>
          </a:xfrm>
          <a:prstGeom prst="rect">
            <a:avLst/>
          </a:prstGeom>
          <a:noFill/>
          <a:ln w="19050">
            <a:solidFill>
              <a:srgbClr val="8A7B7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!!source-7-dom-5-1-3-3-3-1-0-0-text-0">
            <a:extLst>
              <a:ext uri="{FF2B5EF4-FFF2-40B4-BE49-F238E27FC236}">
                <a16:creationId xmlns:a16="http://schemas.microsoft.com/office/drawing/2014/main" id="{2DA09920-C6A4-4489-B61A-479C6E98EAF5}"/>
              </a:ext>
            </a:extLst>
          </p:cNvPr>
          <p:cNvSpPr>
            <a:spLocks noGrp="1"/>
          </p:cNvSpPr>
          <p:nvPr/>
        </p:nvSpPr>
        <p:spPr>
          <a:xfrm>
            <a:off x="11186071" y="6477000"/>
            <a:ext cx="2701826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8A7B71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8A7B71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one tank: less in store</a:t>
            </a:r>
          </a:p>
        </p:txBody>
      </p:sp>
      <p:sp>
        <p:nvSpPr>
          <p:cNvPr id="55" name="!!source-7-dom-5-1-3-3-3-1-1-fill">
            <a:extLst>
              <a:ext uri="{FF2B5EF4-FFF2-40B4-BE49-F238E27FC236}">
                <a16:creationId xmlns:a16="http://schemas.microsoft.com/office/drawing/2014/main" id="{46831FDB-54B6-45B9-9BBD-40BAD4E56B4E}"/>
              </a:ext>
            </a:extLst>
          </p:cNvPr>
          <p:cNvSpPr>
            <a:spLocks noGrp="1"/>
          </p:cNvSpPr>
          <p:nvPr/>
        </p:nvSpPr>
        <p:spPr>
          <a:xfrm>
            <a:off x="11014621" y="6972300"/>
            <a:ext cx="4925615" cy="476250"/>
          </a:xfrm>
          <a:prstGeom prst="rect">
            <a:avLst/>
          </a:prstGeom>
          <a:solidFill>
            <a:srgbClr val="E8F3EC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6" name="!!source-7-dom-5-1-3-3-3-1-1-outline">
            <a:extLst>
              <a:ext uri="{FF2B5EF4-FFF2-40B4-BE49-F238E27FC236}">
                <a16:creationId xmlns:a16="http://schemas.microsoft.com/office/drawing/2014/main" id="{02BBCE0E-AD74-4202-815F-EA443BCF0A3A}"/>
              </a:ext>
            </a:extLst>
          </p:cNvPr>
          <p:cNvSpPr>
            <a:spLocks noGrp="1"/>
          </p:cNvSpPr>
          <p:nvPr/>
        </p:nvSpPr>
        <p:spPr>
          <a:xfrm>
            <a:off x="11024146" y="6981825"/>
            <a:ext cx="4906565" cy="457200"/>
          </a:xfrm>
          <a:prstGeom prst="rect">
            <a:avLst/>
          </a:prstGeom>
          <a:noFill/>
          <a:ln w="19050">
            <a:solidFill>
              <a:srgbClr val="2E7D4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7-dom-5-1-3-3-3-1-1-0-text-0">
            <a:extLst>
              <a:ext uri="{FF2B5EF4-FFF2-40B4-BE49-F238E27FC236}">
                <a16:creationId xmlns:a16="http://schemas.microsoft.com/office/drawing/2014/main" id="{BC69DC3A-4115-4920-819A-EB2122155680}"/>
              </a:ext>
            </a:extLst>
          </p:cNvPr>
          <p:cNvSpPr>
            <a:spLocks noGrp="1"/>
          </p:cNvSpPr>
          <p:nvPr/>
        </p:nvSpPr>
        <p:spPr>
          <a:xfrm>
            <a:off x="11186071" y="7067550"/>
            <a:ext cx="4630341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2E7D4F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2E7D4F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cascade: 400 → 500 bar, fill completes</a:t>
            </a:r>
          </a:p>
        </p:txBody>
      </p:sp>
      <p:sp>
        <p:nvSpPr>
          <p:cNvPr id="58" name="!!source-7-dom-5-3-fill">
            <a:extLst>
              <a:ext uri="{FF2B5EF4-FFF2-40B4-BE49-F238E27FC236}">
                <a16:creationId xmlns:a16="http://schemas.microsoft.com/office/drawing/2014/main" id="{8D7797EC-FC15-4D71-A7C0-9435C8CF8289}"/>
              </a:ext>
            </a:extLst>
          </p:cNvPr>
          <p:cNvSpPr>
            <a:spLocks noGrp="1"/>
          </p:cNvSpPr>
          <p:nvPr/>
        </p:nvSpPr>
        <p:spPr>
          <a:xfrm>
            <a:off x="1047750" y="7953375"/>
            <a:ext cx="16192501" cy="828675"/>
          </a:xfrm>
          <a:prstGeom prst="rect">
            <a:avLst/>
          </a:pr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9" name="!!source-7-dom-5-3-0-text-0">
            <a:extLst>
              <a:ext uri="{FF2B5EF4-FFF2-40B4-BE49-F238E27FC236}">
                <a16:creationId xmlns:a16="http://schemas.microsoft.com/office/drawing/2014/main" id="{18813F2E-65E8-4DF6-BB24-D475D26AA8A7}"/>
              </a:ext>
            </a:extLst>
          </p:cNvPr>
          <p:cNvSpPr>
            <a:spLocks noGrp="1"/>
          </p:cNvSpPr>
          <p:nvPr/>
        </p:nvSpPr>
        <p:spPr>
          <a:xfrm>
            <a:off x="1333500" y="8181975"/>
            <a:ext cx="1537454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FFFFFF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 is a property of the stored mass AND pressure distribution. The station is not one tank.</a:t>
            </a:r>
          </a:p>
        </p:txBody>
      </p:sp>
      <p:pic>
        <p:nvPicPr>
          <p:cNvPr id="122" name="!!source-7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9067861"/>
            <a:ext cx="553789" cy="533279"/>
          </a:xfrm>
          <a:prstGeom prst="rect">
            <a:avLst/>
          </a:prstGeom>
        </p:spPr>
      </p:pic>
      <p:pic>
        <p:nvPicPr>
          <p:cNvPr id="123" name="!!source-7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90678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8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!!source-7-dom-fill">
            <a:extLst>
              <a:ext uri="{FF2B5EF4-FFF2-40B4-BE49-F238E27FC236}">
                <a16:creationId xmlns:a16="http://schemas.microsoft.com/office/drawing/2014/main" id="{9951C8A7-2B18-4F5C-8FFB-5CEDE3BD9B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7-dom-1-0-0-0-text-0">
            <a:extLst>
              <a:ext uri="{FF2B5EF4-FFF2-40B4-BE49-F238E27FC236}">
                <a16:creationId xmlns:a16="http://schemas.microsoft.com/office/drawing/2014/main" id="{A5F2024F-513C-42BD-B709-BCE1D80893CE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7-dom-1-0-1-0-text-0">
            <a:extLst>
              <a:ext uri="{FF2B5EF4-FFF2-40B4-BE49-F238E27FC236}">
                <a16:creationId xmlns:a16="http://schemas.microsoft.com/office/drawing/2014/main" id="{11439D69-4E25-4BFE-AD75-39558C322721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7-dom-1-0-2-border-Bottom">
            <a:extLst>
              <a:ext uri="{FF2B5EF4-FFF2-40B4-BE49-F238E27FC236}">
                <a16:creationId xmlns:a16="http://schemas.microsoft.com/office/drawing/2014/main" id="{95874129-8A39-418C-9410-E51CB610B20C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7-dom-1-0-2-0-text-0">
            <a:extLst>
              <a:ext uri="{FF2B5EF4-FFF2-40B4-BE49-F238E27FC236}">
                <a16:creationId xmlns:a16="http://schemas.microsoft.com/office/drawing/2014/main" id="{AAF26229-A42E-4FA6-A341-1597C86313CB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7-dom-1-0-3-0-text-0">
            <a:extLst>
              <a:ext uri="{FF2B5EF4-FFF2-40B4-BE49-F238E27FC236}">
                <a16:creationId xmlns:a16="http://schemas.microsoft.com/office/drawing/2014/main" id="{141C3443-61AD-4E50-B21F-BB27B4353278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7-dom-1-0-4-0-text-0">
            <a:extLst>
              <a:ext uri="{FF2B5EF4-FFF2-40B4-BE49-F238E27FC236}">
                <a16:creationId xmlns:a16="http://schemas.microsoft.com/office/drawing/2014/main" id="{758E1C05-45C5-43B4-860C-3A65063ECE7F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7-dom-1-0-5-0-text-0">
            <a:extLst>
              <a:ext uri="{FF2B5EF4-FFF2-40B4-BE49-F238E27FC236}">
                <a16:creationId xmlns:a16="http://schemas.microsoft.com/office/drawing/2014/main" id="{C0DC0C97-37C8-46E2-B081-F5EA41189F49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7-dom-1-1-0-text-0">
            <a:extLst>
              <a:ext uri="{FF2B5EF4-FFF2-40B4-BE49-F238E27FC236}">
                <a16:creationId xmlns:a16="http://schemas.microsoft.com/office/drawing/2014/main" id="{6A7BC21C-E827-44F8-9C59-FCB34F4E053C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08 / 17</a:t>
            </a:r>
          </a:p>
        </p:txBody>
      </p:sp>
      <p:sp>
        <p:nvSpPr>
          <p:cNvPr id="10" name="!!source-7-dom-3-1-0-0-text-0">
            <a:extLst>
              <a:ext uri="{FF2B5EF4-FFF2-40B4-BE49-F238E27FC236}">
                <a16:creationId xmlns:a16="http://schemas.microsoft.com/office/drawing/2014/main" id="{16EDE823-0645-49FA-AA73-055EACFEC49E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4681538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The usual premise</a:t>
            </a:r>
          </a:p>
        </p:txBody>
      </p:sp>
      <p:sp>
        <p:nvSpPr>
          <p:cNvPr id="11" name="!!source-7-dom-3-1-1-0-0-text-0">
            <a:extLst>
              <a:ext uri="{FF2B5EF4-FFF2-40B4-BE49-F238E27FC236}">
                <a16:creationId xmlns:a16="http://schemas.microsoft.com/office/drawing/2014/main" id="{EC1F4CDD-3BBB-4AC3-9A5A-023B79D234D6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472231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Less mass, and the fill completes</a:t>
            </a:r>
          </a:p>
        </p:txBody>
      </p:sp>
      <p:sp>
        <p:nvSpPr>
          <p:cNvPr id="12" name="!!source-7-dom-5-1-1-1-0-text-0">
            <a:extLst>
              <a:ext uri="{FF2B5EF4-FFF2-40B4-BE49-F238E27FC236}">
                <a16:creationId xmlns:a16="http://schemas.microsoft.com/office/drawing/2014/main" id="{4C69CFD9-4581-4317-909D-248C48697F3A}"/>
              </a:ext>
            </a:extLst>
          </p:cNvPr>
          <p:cNvSpPr>
            <a:spLocks noGrp="1"/>
          </p:cNvSpPr>
          <p:nvPr/>
        </p:nvSpPr>
        <p:spPr>
          <a:xfrm>
            <a:off x="1047750" y="2833687"/>
            <a:ext cx="47282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AVAILABILITY, IN THE LITERATURE</a:t>
            </a:r>
          </a:p>
        </p:txBody>
      </p:sp>
      <p:sp>
        <p:nvSpPr>
          <p:cNvPr id="13" name="!!source-7-dom-5-1-1-3-1-0-fill">
            <a:extLst>
              <a:ext uri="{FF2B5EF4-FFF2-40B4-BE49-F238E27FC236}">
                <a16:creationId xmlns:a16="http://schemas.microsoft.com/office/drawing/2014/main" id="{8977D56D-989A-4DAA-BFD7-DC2B350508A6}"/>
              </a:ext>
            </a:extLst>
          </p:cNvPr>
          <p:cNvSpPr>
            <a:spLocks noGrp="1"/>
          </p:cNvSpPr>
          <p:nvPr/>
        </p:nvSpPr>
        <p:spPr>
          <a:xfrm>
            <a:off x="1708249" y="3338512"/>
            <a:ext cx="1504950" cy="2266950"/>
          </a:xfrm>
          <a:prstGeom prst="roundRect">
            <a:avLst>
              <a:gd name="adj" fmla="val 1519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7-dom-5-1-1-3-1-0-outline">
            <a:extLst>
              <a:ext uri="{FF2B5EF4-FFF2-40B4-BE49-F238E27FC236}">
                <a16:creationId xmlns:a16="http://schemas.microsoft.com/office/drawing/2014/main" id="{61A5C4B2-42DA-4B42-8C6C-770D7370AA46}"/>
              </a:ext>
            </a:extLst>
          </p:cNvPr>
          <p:cNvSpPr>
            <a:spLocks noGrp="1"/>
          </p:cNvSpPr>
          <p:nvPr/>
        </p:nvSpPr>
        <p:spPr>
          <a:xfrm>
            <a:off x="1727299" y="3357562"/>
            <a:ext cx="1466850" cy="2228850"/>
          </a:xfrm>
          <a:prstGeom prst="roundRect">
            <a:avLst>
              <a:gd name="adj" fmla="val 15584"/>
            </a:avLst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7-dom-5-1-1-3-1-0-0-fill">
            <a:extLst>
              <a:ext uri="{FF2B5EF4-FFF2-40B4-BE49-F238E27FC236}">
                <a16:creationId xmlns:a16="http://schemas.microsoft.com/office/drawing/2014/main" id="{9F6B2628-BACE-4356-9A0D-0973810CC55F}"/>
              </a:ext>
            </a:extLst>
          </p:cNvPr>
          <p:cNvSpPr>
            <a:spLocks noGrp="1"/>
          </p:cNvSpPr>
          <p:nvPr/>
        </p:nvSpPr>
        <p:spPr>
          <a:xfrm>
            <a:off x="1746349" y="4209157"/>
            <a:ext cx="1428750" cy="1358205"/>
          </a:xfrm>
          <a:custGeom>
            <a:avLst/>
            <a:gdLst/>
            <a:ahLst/>
            <a:cxnLst/>
            <a:rect l="0" t="0" r="0" b="0"/>
            <a:pathLst>
              <a:path w="1428750" h="1358205">
                <a:moveTo>
                  <a:pt x="0" y="0"/>
                </a:moveTo>
                <a:lnTo>
                  <a:pt x="1428750" y="0"/>
                </a:lnTo>
                <a:lnTo>
                  <a:pt x="1428750" y="1167705"/>
                </a:lnTo>
                <a:lnTo>
                  <a:pt x="1425090" y="1204870"/>
                </a:lnTo>
                <a:lnTo>
                  <a:pt x="1414249" y="1240607"/>
                </a:lnTo>
                <a:lnTo>
                  <a:pt x="1396645" y="1273542"/>
                </a:lnTo>
                <a:lnTo>
                  <a:pt x="1372954" y="1302409"/>
                </a:lnTo>
                <a:lnTo>
                  <a:pt x="1344086" y="1326100"/>
                </a:lnTo>
                <a:lnTo>
                  <a:pt x="1311151" y="1343704"/>
                </a:lnTo>
                <a:lnTo>
                  <a:pt x="1275415" y="1354545"/>
                </a:lnTo>
                <a:lnTo>
                  <a:pt x="1238250" y="1358205"/>
                </a:lnTo>
                <a:lnTo>
                  <a:pt x="190500" y="1358205"/>
                </a:lnTo>
                <a:lnTo>
                  <a:pt x="153335" y="1354545"/>
                </a:lnTo>
                <a:lnTo>
                  <a:pt x="117599" y="1343704"/>
                </a:lnTo>
                <a:lnTo>
                  <a:pt x="84664" y="1326100"/>
                </a:lnTo>
                <a:lnTo>
                  <a:pt x="55796" y="1302409"/>
                </a:lnTo>
                <a:lnTo>
                  <a:pt x="32105" y="1273542"/>
                </a:lnTo>
                <a:lnTo>
                  <a:pt x="14501" y="1240607"/>
                </a:lnTo>
                <a:lnTo>
                  <a:pt x="3660" y="1204870"/>
                </a:lnTo>
                <a:lnTo>
                  <a:pt x="0" y="1167705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!!source-7-dom-5-1-1-3-1-0-0-0-text-0">
            <a:extLst>
              <a:ext uri="{FF2B5EF4-FFF2-40B4-BE49-F238E27FC236}">
                <a16:creationId xmlns:a16="http://schemas.microsoft.com/office/drawing/2014/main" id="{3D184CD5-75CF-4A45-B5F2-FFE8B3964249}"/>
              </a:ext>
            </a:extLst>
          </p:cNvPr>
          <p:cNvSpPr>
            <a:spLocks noGrp="1"/>
          </p:cNvSpPr>
          <p:nvPr/>
        </p:nvSpPr>
        <p:spPr>
          <a:xfrm>
            <a:off x="2201615" y="4726335"/>
            <a:ext cx="56584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Σ m</a:t>
            </a:r>
          </a:p>
        </p:txBody>
      </p:sp>
      <p:sp>
        <p:nvSpPr>
          <p:cNvPr id="17" name="!!source-7-dom-5-1-1-3-1-1-0-text-0">
            <a:extLst>
              <a:ext uri="{FF2B5EF4-FFF2-40B4-BE49-F238E27FC236}">
                <a16:creationId xmlns:a16="http://schemas.microsoft.com/office/drawing/2014/main" id="{CA921EE2-8ECC-4D58-A92E-A8EE50924760}"/>
              </a:ext>
            </a:extLst>
          </p:cNvPr>
          <p:cNvSpPr>
            <a:spLocks noGrp="1"/>
          </p:cNvSpPr>
          <p:nvPr/>
        </p:nvSpPr>
        <p:spPr>
          <a:xfrm>
            <a:off x="1047750" y="5700712"/>
            <a:ext cx="287357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the station as one tank</a:t>
            </a:r>
          </a:p>
        </p:txBody>
      </p:sp>
      <p:sp>
        <p:nvSpPr>
          <p:cNvPr id="18" name="!!source-7-dom-5-1-1-3-3-0-0-text-0">
            <a:extLst>
              <a:ext uri="{FF2B5EF4-FFF2-40B4-BE49-F238E27FC236}">
                <a16:creationId xmlns:a16="http://schemas.microsoft.com/office/drawing/2014/main" id="{C2C37107-D44C-4CA6-854B-8F00E2D41282}"/>
              </a:ext>
            </a:extLst>
          </p:cNvPr>
          <p:cNvSpPr>
            <a:spLocks noGrp="1"/>
          </p:cNvSpPr>
          <p:nvPr/>
        </p:nvSpPr>
        <p:spPr>
          <a:xfrm>
            <a:off x="4159449" y="3967014"/>
            <a:ext cx="674936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000" b="0" i="0" spc="-7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Σ m</a:t>
            </a:r>
          </a:p>
        </p:txBody>
      </p:sp>
      <p:sp>
        <p:nvSpPr>
          <p:cNvPr id="19" name="!!source-7-dom-5-1-1-3-3-0-1-0-text-0">
            <a:extLst>
              <a:ext uri="{FF2B5EF4-FFF2-40B4-BE49-F238E27FC236}">
                <a16:creationId xmlns:a16="http://schemas.microsoft.com/office/drawing/2014/main" id="{A371280C-007D-46EA-A999-BF1E323C1EBD}"/>
              </a:ext>
            </a:extLst>
          </p:cNvPr>
          <p:cNvSpPr>
            <a:spLocks noGrp="1"/>
          </p:cNvSpPr>
          <p:nvPr/>
        </p:nvSpPr>
        <p:spPr>
          <a:xfrm>
            <a:off x="4786759" y="4109889"/>
            <a:ext cx="780008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2500" b="0" i="0" spc="-6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tanks</a:t>
            </a:r>
          </a:p>
        </p:txBody>
      </p:sp>
      <p:sp>
        <p:nvSpPr>
          <p:cNvPr id="20" name="!!source-7-dom-5-1-1-3-3-0-2-text-0">
            <a:extLst>
              <a:ext uri="{FF2B5EF4-FFF2-40B4-BE49-F238E27FC236}">
                <a16:creationId xmlns:a16="http://schemas.microsoft.com/office/drawing/2014/main" id="{87CDBD28-55EC-495D-9D81-CE499BC213BF}"/>
              </a:ext>
            </a:extLst>
          </p:cNvPr>
          <p:cNvSpPr>
            <a:spLocks noGrp="1"/>
          </p:cNvSpPr>
          <p:nvPr/>
        </p:nvSpPr>
        <p:spPr>
          <a:xfrm>
            <a:off x="5519142" y="3967014"/>
            <a:ext cx="659011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000" b="0" i="0" spc="-7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≥ m</a:t>
            </a:r>
          </a:p>
        </p:txBody>
      </p:sp>
      <p:sp>
        <p:nvSpPr>
          <p:cNvPr id="21" name="!!source-7-dom-5-1-1-3-3-0-3-0-text-0">
            <a:extLst>
              <a:ext uri="{FF2B5EF4-FFF2-40B4-BE49-F238E27FC236}">
                <a16:creationId xmlns:a16="http://schemas.microsoft.com/office/drawing/2014/main" id="{D4FD5608-924D-4FF6-A38A-636859BC650E}"/>
              </a:ext>
            </a:extLst>
          </p:cNvPr>
          <p:cNvSpPr>
            <a:spLocks noGrp="1"/>
          </p:cNvSpPr>
          <p:nvPr/>
        </p:nvSpPr>
        <p:spPr>
          <a:xfrm>
            <a:off x="6130528" y="4109889"/>
            <a:ext cx="112692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2500" b="0" i="0" spc="-6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demand</a:t>
            </a:r>
          </a:p>
        </p:txBody>
      </p:sp>
      <p:sp>
        <p:nvSpPr>
          <p:cNvPr id="22" name="!!source-7-dom-5-1-1-3-3-1-0-text-0">
            <a:extLst>
              <a:ext uri="{FF2B5EF4-FFF2-40B4-BE49-F238E27FC236}">
                <a16:creationId xmlns:a16="http://schemas.microsoft.com/office/drawing/2014/main" id="{A49B5523-68FE-483D-B089-5EA3BDA60ED6}"/>
              </a:ext>
            </a:extLst>
          </p:cNvPr>
          <p:cNvSpPr>
            <a:spLocks noGrp="1"/>
          </p:cNvSpPr>
          <p:nvPr/>
        </p:nvSpPr>
        <p:spPr>
          <a:xfrm>
            <a:off x="4159449" y="4630490"/>
            <a:ext cx="35019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enough mass in store, the</a:t>
            </a:r>
          </a:p>
        </p:txBody>
      </p:sp>
      <p:sp>
        <p:nvSpPr>
          <p:cNvPr id="23" name="!!source-7-dom-5-1-1-3-3-1-0-text-1">
            <a:extLst>
              <a:ext uri="{FF2B5EF4-FFF2-40B4-BE49-F238E27FC236}">
                <a16:creationId xmlns:a16="http://schemas.microsoft.com/office/drawing/2014/main" id="{A6904B9E-5308-4C61-837C-11DD216CF080}"/>
              </a:ext>
            </a:extLst>
          </p:cNvPr>
          <p:cNvSpPr>
            <a:spLocks noGrp="1"/>
          </p:cNvSpPr>
          <p:nvPr/>
        </p:nvSpPr>
        <p:spPr>
          <a:xfrm>
            <a:off x="4159449" y="5003751"/>
            <a:ext cx="2277517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fill can be served</a:t>
            </a:r>
          </a:p>
        </p:txBody>
      </p:sp>
      <p:sp>
        <p:nvSpPr>
          <p:cNvPr id="24" name="!!source-7-dom-5-1-1-5-1-0-0-text-0">
            <a:extLst>
              <a:ext uri="{FF2B5EF4-FFF2-40B4-BE49-F238E27FC236}">
                <a16:creationId xmlns:a16="http://schemas.microsoft.com/office/drawing/2014/main" id="{DE185962-B9C3-4006-9BC6-10BAB488A315}"/>
              </a:ext>
            </a:extLst>
          </p:cNvPr>
          <p:cNvSpPr>
            <a:spLocks noGrp="1"/>
          </p:cNvSpPr>
          <p:nvPr/>
        </p:nvSpPr>
        <p:spPr>
          <a:xfrm>
            <a:off x="1047750" y="6253163"/>
            <a:ext cx="1509266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Rule-based</a:t>
            </a:r>
          </a:p>
        </p:txBody>
      </p:sp>
      <p:sp>
        <p:nvSpPr>
          <p:cNvPr id="25" name="!!source-7-dom-5-1-1-5-1-1-0-text-0">
            <a:extLst>
              <a:ext uri="{FF2B5EF4-FFF2-40B4-BE49-F238E27FC236}">
                <a16:creationId xmlns:a16="http://schemas.microsoft.com/office/drawing/2014/main" id="{44F32882-5D1D-47D5-B495-16BEADB8CA4F}"/>
              </a:ext>
            </a:extLst>
          </p:cNvPr>
          <p:cNvSpPr>
            <a:spLocks noGrp="1"/>
          </p:cNvSpPr>
          <p:nvPr/>
        </p:nvSpPr>
        <p:spPr>
          <a:xfrm>
            <a:off x="3581400" y="6234113"/>
            <a:ext cx="3016895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fill fast, in a fixed order</a:t>
            </a:r>
          </a:p>
        </p:txBody>
      </p:sp>
      <p:sp>
        <p:nvSpPr>
          <p:cNvPr id="26" name="!!source-7-dom-5-1-1-5-3-0-0-text-0">
            <a:extLst>
              <a:ext uri="{FF2B5EF4-FFF2-40B4-BE49-F238E27FC236}">
                <a16:creationId xmlns:a16="http://schemas.microsoft.com/office/drawing/2014/main" id="{327D70F9-CDAA-407E-B16D-B1BB1FD7D33F}"/>
              </a:ext>
            </a:extLst>
          </p:cNvPr>
          <p:cNvSpPr>
            <a:spLocks noGrp="1"/>
          </p:cNvSpPr>
          <p:nvPr/>
        </p:nvSpPr>
        <p:spPr>
          <a:xfrm>
            <a:off x="1047750" y="6710362"/>
            <a:ext cx="183966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Optimisation-</a:t>
            </a:r>
          </a:p>
        </p:txBody>
      </p:sp>
      <p:sp>
        <p:nvSpPr>
          <p:cNvPr id="27" name="!!source-7-dom-5-1-1-5-3-0-0-text-1">
            <a:extLst>
              <a:ext uri="{FF2B5EF4-FFF2-40B4-BE49-F238E27FC236}">
                <a16:creationId xmlns:a16="http://schemas.microsoft.com/office/drawing/2014/main" id="{A4CBFDA5-5A20-4DA6-83B8-6D6B1870A233}"/>
              </a:ext>
            </a:extLst>
          </p:cNvPr>
          <p:cNvSpPr>
            <a:spLocks noGrp="1"/>
          </p:cNvSpPr>
          <p:nvPr/>
        </p:nvSpPr>
        <p:spPr>
          <a:xfrm>
            <a:off x="1047750" y="7015163"/>
            <a:ext cx="82822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based</a:t>
            </a:r>
          </a:p>
        </p:txBody>
      </p:sp>
      <p:sp>
        <p:nvSpPr>
          <p:cNvPr id="28" name="!!source-7-dom-5-1-1-5-3-1-0-text-0">
            <a:extLst>
              <a:ext uri="{FF2B5EF4-FFF2-40B4-BE49-F238E27FC236}">
                <a16:creationId xmlns:a16="http://schemas.microsoft.com/office/drawing/2014/main" id="{FE36E3AA-BEF2-4317-A33E-70671B6E04B2}"/>
              </a:ext>
            </a:extLst>
          </p:cNvPr>
          <p:cNvSpPr>
            <a:spLocks noGrp="1"/>
          </p:cNvSpPr>
          <p:nvPr/>
        </p:nvSpPr>
        <p:spPr>
          <a:xfrm>
            <a:off x="3581400" y="6691313"/>
            <a:ext cx="353957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balance on the total mass,</a:t>
            </a:r>
          </a:p>
        </p:txBody>
      </p:sp>
      <p:sp>
        <p:nvSpPr>
          <p:cNvPr id="29" name="!!source-7-dom-5-1-1-5-3-1-0-text-1">
            <a:extLst>
              <a:ext uri="{FF2B5EF4-FFF2-40B4-BE49-F238E27FC236}">
                <a16:creationId xmlns:a16="http://schemas.microsoft.com/office/drawing/2014/main" id="{AB304E63-58B2-4F35-B47B-B100BEBC4134}"/>
              </a:ext>
            </a:extLst>
          </p:cNvPr>
          <p:cNvSpPr>
            <a:spLocks noGrp="1"/>
          </p:cNvSpPr>
          <p:nvPr/>
        </p:nvSpPr>
        <p:spPr>
          <a:xfrm>
            <a:off x="3581400" y="7015163"/>
            <a:ext cx="23175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lumped demand</a:t>
            </a:r>
          </a:p>
        </p:txBody>
      </p:sp>
      <p:sp>
        <p:nvSpPr>
          <p:cNvPr id="30" name="!!source-7-dom-5-1-3-1-outline">
            <a:extLst>
              <a:ext uri="{FF2B5EF4-FFF2-40B4-BE49-F238E27FC236}">
                <a16:creationId xmlns:a16="http://schemas.microsoft.com/office/drawing/2014/main" id="{9C93AE01-3CA7-40F5-B647-009766750DC4}"/>
              </a:ext>
            </a:extLst>
          </p:cNvPr>
          <p:cNvSpPr>
            <a:spLocks noGrp="1"/>
          </p:cNvSpPr>
          <p:nvPr/>
        </p:nvSpPr>
        <p:spPr>
          <a:xfrm>
            <a:off x="8371434" y="2481263"/>
            <a:ext cx="8854380" cy="2476500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7-dom-5-1-3-1-1-0-fill">
            <a:extLst>
              <a:ext uri="{FF2B5EF4-FFF2-40B4-BE49-F238E27FC236}">
                <a16:creationId xmlns:a16="http://schemas.microsoft.com/office/drawing/2014/main" id="{9888431F-1125-41EE-B25B-750DC6EFEB78}"/>
              </a:ext>
            </a:extLst>
          </p:cNvPr>
          <p:cNvSpPr>
            <a:spLocks noGrp="1"/>
          </p:cNvSpPr>
          <p:nvPr/>
        </p:nvSpPr>
        <p:spPr>
          <a:xfrm>
            <a:off x="8652421" y="3506242"/>
            <a:ext cx="457200" cy="880021"/>
          </a:xfrm>
          <a:prstGeom prst="roundRect">
            <a:avLst>
              <a:gd name="adj" fmla="val 12500"/>
            </a:avLst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7-dom-5-1-3-1-1-1-fill">
            <a:extLst>
              <a:ext uri="{FF2B5EF4-FFF2-40B4-BE49-F238E27FC236}">
                <a16:creationId xmlns:a16="http://schemas.microsoft.com/office/drawing/2014/main" id="{11BB262F-7E12-478C-B11C-A83C5C7B034B}"/>
              </a:ext>
            </a:extLst>
          </p:cNvPr>
          <p:cNvSpPr>
            <a:spLocks noGrp="1"/>
          </p:cNvSpPr>
          <p:nvPr/>
        </p:nvSpPr>
        <p:spPr>
          <a:xfrm>
            <a:off x="9185821" y="3506242"/>
            <a:ext cx="457201" cy="880021"/>
          </a:xfrm>
          <a:prstGeom prst="roundRect">
            <a:avLst>
              <a:gd name="adj" fmla="val 12500"/>
            </a:avLst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7-dom-5-1-3-1-1-2-fill">
            <a:extLst>
              <a:ext uri="{FF2B5EF4-FFF2-40B4-BE49-F238E27FC236}">
                <a16:creationId xmlns:a16="http://schemas.microsoft.com/office/drawing/2014/main" id="{7DE4C326-A3DE-4A4E-A442-32568AD22574}"/>
              </a:ext>
            </a:extLst>
          </p:cNvPr>
          <p:cNvSpPr>
            <a:spLocks noGrp="1"/>
          </p:cNvSpPr>
          <p:nvPr/>
        </p:nvSpPr>
        <p:spPr>
          <a:xfrm>
            <a:off x="9719220" y="3506242"/>
            <a:ext cx="457201" cy="880021"/>
          </a:xfrm>
          <a:prstGeom prst="roundRect">
            <a:avLst>
              <a:gd name="adj" fmla="val 12500"/>
            </a:avLst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7-dom-5-1-3-1-1-3-fill">
            <a:extLst>
              <a:ext uri="{FF2B5EF4-FFF2-40B4-BE49-F238E27FC236}">
                <a16:creationId xmlns:a16="http://schemas.microsoft.com/office/drawing/2014/main" id="{8953AD27-29FC-4120-9E8A-22344C95352A}"/>
              </a:ext>
            </a:extLst>
          </p:cNvPr>
          <p:cNvSpPr>
            <a:spLocks noGrp="1"/>
          </p:cNvSpPr>
          <p:nvPr/>
        </p:nvSpPr>
        <p:spPr>
          <a:xfrm>
            <a:off x="10252620" y="3506242"/>
            <a:ext cx="457201" cy="880021"/>
          </a:xfrm>
          <a:prstGeom prst="roundRect">
            <a:avLst>
              <a:gd name="adj" fmla="val 12500"/>
            </a:avLst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7-dom-5-1-3-1-3-0-0-0-text-0">
            <a:extLst>
              <a:ext uri="{FF2B5EF4-FFF2-40B4-BE49-F238E27FC236}">
                <a16:creationId xmlns:a16="http://schemas.microsoft.com/office/drawing/2014/main" id="{A6B52105-B17A-4751-81B1-0500DD7D160A}"/>
              </a:ext>
            </a:extLst>
          </p:cNvPr>
          <p:cNvSpPr>
            <a:spLocks noGrp="1"/>
          </p:cNvSpPr>
          <p:nvPr/>
        </p:nvSpPr>
        <p:spPr>
          <a:xfrm>
            <a:off x="11014621" y="2676525"/>
            <a:ext cx="1346895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500" b="0" i="0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500" b="0" i="0" spc="-11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40 kg</a:t>
            </a:r>
          </a:p>
        </p:txBody>
      </p:sp>
      <p:sp>
        <p:nvSpPr>
          <p:cNvPr id="36" name="!!source-7-dom-5-1-3-1-3-0-1-0-text-0">
            <a:extLst>
              <a:ext uri="{FF2B5EF4-FFF2-40B4-BE49-F238E27FC236}">
                <a16:creationId xmlns:a16="http://schemas.microsoft.com/office/drawing/2014/main" id="{EF9E9E31-0DDC-41E8-8078-1B70AEEEF8C6}"/>
              </a:ext>
            </a:extLst>
          </p:cNvPr>
          <p:cNvSpPr>
            <a:spLocks noGrp="1"/>
          </p:cNvSpPr>
          <p:nvPr/>
        </p:nvSpPr>
        <p:spPr>
          <a:xfrm>
            <a:off x="12504390" y="2905125"/>
            <a:ext cx="4106763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four tanks at 330 bar, request 16</a:t>
            </a:r>
          </a:p>
        </p:txBody>
      </p:sp>
      <p:sp>
        <p:nvSpPr>
          <p:cNvPr id="37" name="!!source-7-dom-5-1-3-1-3-0-1-0-text-1">
            <a:extLst>
              <a:ext uri="{FF2B5EF4-FFF2-40B4-BE49-F238E27FC236}">
                <a16:creationId xmlns:a16="http://schemas.microsoft.com/office/drawing/2014/main" id="{4483290D-B158-433E-A815-8D898B028D20}"/>
              </a:ext>
            </a:extLst>
          </p:cNvPr>
          <p:cNvSpPr>
            <a:spLocks noGrp="1"/>
          </p:cNvSpPr>
          <p:nvPr/>
        </p:nvSpPr>
        <p:spPr>
          <a:xfrm>
            <a:off x="12504390" y="3219450"/>
            <a:ext cx="372219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kg</a:t>
            </a:r>
          </a:p>
        </p:txBody>
      </p:sp>
      <p:sp>
        <p:nvSpPr>
          <p:cNvPr id="38" name="!!source-7-dom-5-1-3-1-3-1-0-fill">
            <a:extLst>
              <a:ext uri="{FF2B5EF4-FFF2-40B4-BE49-F238E27FC236}">
                <a16:creationId xmlns:a16="http://schemas.microsoft.com/office/drawing/2014/main" id="{B234B5A0-FC9A-4E67-9820-B0629C3BB696}"/>
              </a:ext>
            </a:extLst>
          </p:cNvPr>
          <p:cNvSpPr>
            <a:spLocks noGrp="1"/>
          </p:cNvSpPr>
          <p:nvPr/>
        </p:nvSpPr>
        <p:spPr>
          <a:xfrm>
            <a:off x="11014621" y="3648075"/>
            <a:ext cx="3169444" cy="476250"/>
          </a:xfrm>
          <a:prstGeom prst="rect">
            <a:avLst/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7-dom-5-1-3-1-3-1-0-outline">
            <a:extLst>
              <a:ext uri="{FF2B5EF4-FFF2-40B4-BE49-F238E27FC236}">
                <a16:creationId xmlns:a16="http://schemas.microsoft.com/office/drawing/2014/main" id="{77375880-1C44-4E7D-ADEE-62BD1E6CB68E}"/>
              </a:ext>
            </a:extLst>
          </p:cNvPr>
          <p:cNvSpPr>
            <a:spLocks noGrp="1"/>
          </p:cNvSpPr>
          <p:nvPr/>
        </p:nvSpPr>
        <p:spPr>
          <a:xfrm>
            <a:off x="11024146" y="3657600"/>
            <a:ext cx="3150394" cy="457200"/>
          </a:xfrm>
          <a:prstGeom prst="rect">
            <a:avLst/>
          </a:prstGeom>
          <a:noFill/>
          <a:ln w="19050">
            <a:solidFill>
              <a:srgbClr val="8A7B71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7-dom-5-1-3-1-3-1-0-0-text-0">
            <a:extLst>
              <a:ext uri="{FF2B5EF4-FFF2-40B4-BE49-F238E27FC236}">
                <a16:creationId xmlns:a16="http://schemas.microsoft.com/office/drawing/2014/main" id="{6FBE3930-B36C-489C-BE59-0CBB6E2EC445}"/>
              </a:ext>
            </a:extLst>
          </p:cNvPr>
          <p:cNvSpPr>
            <a:spLocks noGrp="1"/>
          </p:cNvSpPr>
          <p:nvPr/>
        </p:nvSpPr>
        <p:spPr>
          <a:xfrm>
            <a:off x="11186071" y="3743325"/>
            <a:ext cx="2874169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one tank: 40 ≥ 16, serve</a:t>
            </a:r>
          </a:p>
        </p:txBody>
      </p:sp>
      <p:sp>
        <p:nvSpPr>
          <p:cNvPr id="41" name="!!source-7-dom-5-1-3-1-3-1-1-fill">
            <a:extLst>
              <a:ext uri="{FF2B5EF4-FFF2-40B4-BE49-F238E27FC236}">
                <a16:creationId xmlns:a16="http://schemas.microsoft.com/office/drawing/2014/main" id="{6C3BA33A-1586-48CD-B750-C2BE78343357}"/>
              </a:ext>
            </a:extLst>
          </p:cNvPr>
          <p:cNvSpPr>
            <a:spLocks noGrp="1"/>
          </p:cNvSpPr>
          <p:nvPr/>
        </p:nvSpPr>
        <p:spPr>
          <a:xfrm>
            <a:off x="11014621" y="4238625"/>
            <a:ext cx="5421660" cy="476250"/>
          </a:xfrm>
          <a:prstGeom prst="rect">
            <a:avLst/>
          </a:prstGeom>
          <a:solidFill>
            <a:srgbClr val="FDEAE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7-dom-5-1-3-1-3-1-1-outline">
            <a:extLst>
              <a:ext uri="{FF2B5EF4-FFF2-40B4-BE49-F238E27FC236}">
                <a16:creationId xmlns:a16="http://schemas.microsoft.com/office/drawing/2014/main" id="{E94D0FFA-6A57-47A4-B30D-6CB948350B47}"/>
              </a:ext>
            </a:extLst>
          </p:cNvPr>
          <p:cNvSpPr>
            <a:spLocks noGrp="1"/>
          </p:cNvSpPr>
          <p:nvPr/>
        </p:nvSpPr>
        <p:spPr>
          <a:xfrm>
            <a:off x="11024146" y="4248150"/>
            <a:ext cx="5402610" cy="457200"/>
          </a:xfrm>
          <a:prstGeom prst="rect">
            <a:avLst/>
          </a:prstGeom>
          <a:noFill/>
          <a:ln w="1905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!!source-7-dom-5-1-3-1-3-1-1-0-text-0">
            <a:extLst>
              <a:ext uri="{FF2B5EF4-FFF2-40B4-BE49-F238E27FC236}">
                <a16:creationId xmlns:a16="http://schemas.microsoft.com/office/drawing/2014/main" id="{E2368C66-2D68-42E7-B930-322168D39B95}"/>
              </a:ext>
            </a:extLst>
          </p:cNvPr>
          <p:cNvSpPr>
            <a:spLocks noGrp="1"/>
          </p:cNvSpPr>
          <p:nvPr/>
        </p:nvSpPr>
        <p:spPr>
          <a:xfrm>
            <a:off x="11186071" y="4333875"/>
            <a:ext cx="512638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cascade: no source above 350 bar, fill fails</a:t>
            </a:r>
          </a:p>
        </p:txBody>
      </p:sp>
      <p:sp>
        <p:nvSpPr>
          <p:cNvPr id="44" name="!!source-7-dom-5-1-3-3-outline">
            <a:extLst>
              <a:ext uri="{FF2B5EF4-FFF2-40B4-BE49-F238E27FC236}">
                <a16:creationId xmlns:a16="http://schemas.microsoft.com/office/drawing/2014/main" id="{749F91B6-8B35-4B34-A5FA-EBD60EC3A40A}"/>
              </a:ext>
            </a:extLst>
          </p:cNvPr>
          <p:cNvSpPr>
            <a:spLocks noGrp="1"/>
          </p:cNvSpPr>
          <p:nvPr/>
        </p:nvSpPr>
        <p:spPr>
          <a:xfrm>
            <a:off x="8371434" y="5214937"/>
            <a:ext cx="8854380" cy="2476500"/>
          </a:xfrm>
          <a:prstGeom prst="rect">
            <a:avLst/>
          </a:prstGeom>
          <a:noFill/>
          <a:ln w="28575">
            <a:solidFill>
              <a:srgbClr val="2E7D4F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7-dom-5-1-3-3-1-0-fill">
            <a:extLst>
              <a:ext uri="{FF2B5EF4-FFF2-40B4-BE49-F238E27FC236}">
                <a16:creationId xmlns:a16="http://schemas.microsoft.com/office/drawing/2014/main" id="{B42FA5B0-4D29-439D-BA63-C598B7C19C86}"/>
              </a:ext>
            </a:extLst>
          </p:cNvPr>
          <p:cNvSpPr>
            <a:spLocks noGrp="1"/>
          </p:cNvSpPr>
          <p:nvPr/>
        </p:nvSpPr>
        <p:spPr>
          <a:xfrm>
            <a:off x="8652421" y="6053138"/>
            <a:ext cx="457200" cy="1066800"/>
          </a:xfrm>
          <a:prstGeom prst="roundRect">
            <a:avLst>
              <a:gd name="adj" fmla="val 12500"/>
            </a:avLst>
          </a:prstGeom>
          <a:solidFill>
            <a:srgbClr val="2E7D4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6" name="!!source-7-dom-5-1-3-3-1-1-fill">
            <a:extLst>
              <a:ext uri="{FF2B5EF4-FFF2-40B4-BE49-F238E27FC236}">
                <a16:creationId xmlns:a16="http://schemas.microsoft.com/office/drawing/2014/main" id="{B174DB38-3143-4F14-AB71-DFCD0F541D2B}"/>
              </a:ext>
            </a:extLst>
          </p:cNvPr>
          <p:cNvSpPr>
            <a:spLocks noGrp="1"/>
          </p:cNvSpPr>
          <p:nvPr/>
        </p:nvSpPr>
        <p:spPr>
          <a:xfrm>
            <a:off x="9185821" y="5786438"/>
            <a:ext cx="457201" cy="1333500"/>
          </a:xfrm>
          <a:prstGeom prst="roundRect">
            <a:avLst>
              <a:gd name="adj" fmla="val 12500"/>
            </a:avLst>
          </a:prstGeom>
          <a:solidFill>
            <a:srgbClr val="2E7D4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7-dom-5-1-3-3-1-2-fill">
            <a:extLst>
              <a:ext uri="{FF2B5EF4-FFF2-40B4-BE49-F238E27FC236}">
                <a16:creationId xmlns:a16="http://schemas.microsoft.com/office/drawing/2014/main" id="{648D7CA8-7F67-48B8-A8E0-FC6D4BEA48BC}"/>
              </a:ext>
            </a:extLst>
          </p:cNvPr>
          <p:cNvSpPr>
            <a:spLocks noGrp="1"/>
          </p:cNvSpPr>
          <p:nvPr/>
        </p:nvSpPr>
        <p:spPr>
          <a:xfrm>
            <a:off x="9719220" y="6853237"/>
            <a:ext cx="457201" cy="266700"/>
          </a:xfrm>
          <a:prstGeom prst="roundRect">
            <a:avLst>
              <a:gd name="adj" fmla="val 21429"/>
            </a:avLst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8" name="!!source-7-dom-5-1-3-3-1-3-fill">
            <a:extLst>
              <a:ext uri="{FF2B5EF4-FFF2-40B4-BE49-F238E27FC236}">
                <a16:creationId xmlns:a16="http://schemas.microsoft.com/office/drawing/2014/main" id="{8AF2779B-CA98-4115-86E2-70B7FDAC042A}"/>
              </a:ext>
            </a:extLst>
          </p:cNvPr>
          <p:cNvSpPr>
            <a:spLocks noGrp="1"/>
          </p:cNvSpPr>
          <p:nvPr/>
        </p:nvSpPr>
        <p:spPr>
          <a:xfrm>
            <a:off x="10252620" y="6853237"/>
            <a:ext cx="457201" cy="266700"/>
          </a:xfrm>
          <a:prstGeom prst="roundRect">
            <a:avLst>
              <a:gd name="adj" fmla="val 21429"/>
            </a:avLst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7-dom-5-1-3-3-3-0-0-0-text-0">
            <a:extLst>
              <a:ext uri="{FF2B5EF4-FFF2-40B4-BE49-F238E27FC236}">
                <a16:creationId xmlns:a16="http://schemas.microsoft.com/office/drawing/2014/main" id="{FA27C741-652A-4797-B26E-DDC6326A5396}"/>
              </a:ext>
            </a:extLst>
          </p:cNvPr>
          <p:cNvSpPr>
            <a:spLocks noGrp="1"/>
          </p:cNvSpPr>
          <p:nvPr/>
        </p:nvSpPr>
        <p:spPr>
          <a:xfrm>
            <a:off x="11014621" y="5410200"/>
            <a:ext cx="1283344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500" b="0" i="0">
                <a:solidFill>
                  <a:srgbClr val="2E7D4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500" b="0" i="0" spc="-11">
                <a:solidFill>
                  <a:srgbClr val="2E7D4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22 kg</a:t>
            </a:r>
          </a:p>
        </p:txBody>
      </p:sp>
      <p:sp>
        <p:nvSpPr>
          <p:cNvPr id="50" name="!!source-7-dom-5-1-3-3-3-0-1-0-text-0">
            <a:extLst>
              <a:ext uri="{FF2B5EF4-FFF2-40B4-BE49-F238E27FC236}">
                <a16:creationId xmlns:a16="http://schemas.microsoft.com/office/drawing/2014/main" id="{A4F77E76-5384-4300-ACBF-2F8A918988BD}"/>
              </a:ext>
            </a:extLst>
          </p:cNvPr>
          <p:cNvSpPr>
            <a:spLocks noGrp="1"/>
          </p:cNvSpPr>
          <p:nvPr/>
        </p:nvSpPr>
        <p:spPr>
          <a:xfrm>
            <a:off x="12440841" y="5638800"/>
            <a:ext cx="38702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two tanks at 400 and 500 bar,</a:t>
            </a:r>
          </a:p>
        </p:txBody>
      </p:sp>
      <p:sp>
        <p:nvSpPr>
          <p:cNvPr id="51" name="!!source-7-dom-5-1-3-3-3-0-1-0-text-1">
            <a:extLst>
              <a:ext uri="{FF2B5EF4-FFF2-40B4-BE49-F238E27FC236}">
                <a16:creationId xmlns:a16="http://schemas.microsoft.com/office/drawing/2014/main" id="{9468B3C2-155C-443C-874D-41A18BBD0CD9}"/>
              </a:ext>
            </a:extLst>
          </p:cNvPr>
          <p:cNvSpPr>
            <a:spLocks noGrp="1"/>
          </p:cNvSpPr>
          <p:nvPr/>
        </p:nvSpPr>
        <p:spPr>
          <a:xfrm>
            <a:off x="12440841" y="5953125"/>
            <a:ext cx="1743968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request 16 kg</a:t>
            </a:r>
          </a:p>
        </p:txBody>
      </p:sp>
      <p:sp>
        <p:nvSpPr>
          <p:cNvPr id="52" name="!!source-7-dom-5-1-3-3-3-1-0-fill">
            <a:extLst>
              <a:ext uri="{FF2B5EF4-FFF2-40B4-BE49-F238E27FC236}">
                <a16:creationId xmlns:a16="http://schemas.microsoft.com/office/drawing/2014/main" id="{100DCB39-A5D2-4066-9482-EDB6A52D537E}"/>
              </a:ext>
            </a:extLst>
          </p:cNvPr>
          <p:cNvSpPr>
            <a:spLocks noGrp="1"/>
          </p:cNvSpPr>
          <p:nvPr/>
        </p:nvSpPr>
        <p:spPr>
          <a:xfrm>
            <a:off x="11014621" y="6381750"/>
            <a:ext cx="2997100" cy="476250"/>
          </a:xfrm>
          <a:prstGeom prst="rect">
            <a:avLst/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3" name="!!source-7-dom-5-1-3-3-3-1-0-outline">
            <a:extLst>
              <a:ext uri="{FF2B5EF4-FFF2-40B4-BE49-F238E27FC236}">
                <a16:creationId xmlns:a16="http://schemas.microsoft.com/office/drawing/2014/main" id="{18CF55B9-7004-4454-85CE-518817B99586}"/>
              </a:ext>
            </a:extLst>
          </p:cNvPr>
          <p:cNvSpPr>
            <a:spLocks noGrp="1"/>
          </p:cNvSpPr>
          <p:nvPr/>
        </p:nvSpPr>
        <p:spPr>
          <a:xfrm>
            <a:off x="11024146" y="6391275"/>
            <a:ext cx="2978050" cy="457200"/>
          </a:xfrm>
          <a:prstGeom prst="rect">
            <a:avLst/>
          </a:prstGeom>
          <a:noFill/>
          <a:ln w="19050">
            <a:solidFill>
              <a:srgbClr val="8A7B71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!!source-7-dom-5-1-3-3-3-1-0-0-text-0">
            <a:extLst>
              <a:ext uri="{FF2B5EF4-FFF2-40B4-BE49-F238E27FC236}">
                <a16:creationId xmlns:a16="http://schemas.microsoft.com/office/drawing/2014/main" id="{A3D30443-CE36-4C93-8C2F-B7BAEB42EDAA}"/>
              </a:ext>
            </a:extLst>
          </p:cNvPr>
          <p:cNvSpPr>
            <a:spLocks noGrp="1"/>
          </p:cNvSpPr>
          <p:nvPr/>
        </p:nvSpPr>
        <p:spPr>
          <a:xfrm>
            <a:off x="11186071" y="6477000"/>
            <a:ext cx="2701826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one tank: less in store</a:t>
            </a:r>
          </a:p>
        </p:txBody>
      </p:sp>
      <p:sp>
        <p:nvSpPr>
          <p:cNvPr id="55" name="!!source-7-dom-5-1-3-3-3-1-1-fill">
            <a:extLst>
              <a:ext uri="{FF2B5EF4-FFF2-40B4-BE49-F238E27FC236}">
                <a16:creationId xmlns:a16="http://schemas.microsoft.com/office/drawing/2014/main" id="{B478804C-E63D-4FF9-A528-74DB3095B06F}"/>
              </a:ext>
            </a:extLst>
          </p:cNvPr>
          <p:cNvSpPr>
            <a:spLocks noGrp="1"/>
          </p:cNvSpPr>
          <p:nvPr/>
        </p:nvSpPr>
        <p:spPr>
          <a:xfrm>
            <a:off x="11014621" y="6972300"/>
            <a:ext cx="4925615" cy="476250"/>
          </a:xfrm>
          <a:prstGeom prst="rect">
            <a:avLst/>
          </a:prstGeom>
          <a:solidFill>
            <a:srgbClr val="E8F3EC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6" name="!!source-7-dom-5-1-3-3-3-1-1-outline">
            <a:extLst>
              <a:ext uri="{FF2B5EF4-FFF2-40B4-BE49-F238E27FC236}">
                <a16:creationId xmlns:a16="http://schemas.microsoft.com/office/drawing/2014/main" id="{7710CD20-25D0-42CC-9173-3CC925DD721D}"/>
              </a:ext>
            </a:extLst>
          </p:cNvPr>
          <p:cNvSpPr>
            <a:spLocks noGrp="1"/>
          </p:cNvSpPr>
          <p:nvPr/>
        </p:nvSpPr>
        <p:spPr>
          <a:xfrm>
            <a:off x="11024146" y="6981825"/>
            <a:ext cx="4906565" cy="457200"/>
          </a:xfrm>
          <a:prstGeom prst="rect">
            <a:avLst/>
          </a:prstGeom>
          <a:noFill/>
          <a:ln w="19050">
            <a:solidFill>
              <a:srgbClr val="2E7D4F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7-dom-5-1-3-3-3-1-1-0-text-0">
            <a:extLst>
              <a:ext uri="{FF2B5EF4-FFF2-40B4-BE49-F238E27FC236}">
                <a16:creationId xmlns:a16="http://schemas.microsoft.com/office/drawing/2014/main" id="{C2D90C5D-B589-4410-870B-9C346909117C}"/>
              </a:ext>
            </a:extLst>
          </p:cNvPr>
          <p:cNvSpPr>
            <a:spLocks noGrp="1"/>
          </p:cNvSpPr>
          <p:nvPr/>
        </p:nvSpPr>
        <p:spPr>
          <a:xfrm>
            <a:off x="11186071" y="7067550"/>
            <a:ext cx="4630341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2E7D4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2E7D4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cascade: 400 → 500 bar, fill completes</a:t>
            </a:r>
          </a:p>
        </p:txBody>
      </p:sp>
      <p:sp>
        <p:nvSpPr>
          <p:cNvPr id="58" name="!!source-7-dom-5-3-fill">
            <a:extLst>
              <a:ext uri="{FF2B5EF4-FFF2-40B4-BE49-F238E27FC236}">
                <a16:creationId xmlns:a16="http://schemas.microsoft.com/office/drawing/2014/main" id="{987237C7-9C92-4E8C-A601-886129FB1CBD}"/>
              </a:ext>
            </a:extLst>
          </p:cNvPr>
          <p:cNvSpPr>
            <a:spLocks noGrp="1"/>
          </p:cNvSpPr>
          <p:nvPr/>
        </p:nvSpPr>
        <p:spPr>
          <a:xfrm>
            <a:off x="1047750" y="7953375"/>
            <a:ext cx="16192501" cy="828675"/>
          </a:xfrm>
          <a:prstGeom prst="rect">
            <a:avLst/>
          </a:pr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9" name="!!source-7-dom-5-3-0-text-0">
            <a:extLst>
              <a:ext uri="{FF2B5EF4-FFF2-40B4-BE49-F238E27FC236}">
                <a16:creationId xmlns:a16="http://schemas.microsoft.com/office/drawing/2014/main" id="{55EDAE61-96B1-41B3-90BE-F16721650FDA}"/>
              </a:ext>
            </a:extLst>
          </p:cNvPr>
          <p:cNvSpPr>
            <a:spLocks noGrp="1"/>
          </p:cNvSpPr>
          <p:nvPr/>
        </p:nvSpPr>
        <p:spPr>
          <a:xfrm>
            <a:off x="1333500" y="8181975"/>
            <a:ext cx="1537454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FFFFFF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 is a property of the stored mass AND pressure distribution. The station is not one tank.</a:t>
            </a:r>
          </a:p>
        </p:txBody>
      </p:sp>
      <p:pic>
        <p:nvPicPr>
          <p:cNvPr id="122" name="!!source-7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9067861"/>
            <a:ext cx="553789" cy="533279"/>
          </a:xfrm>
          <a:prstGeom prst="rect">
            <a:avLst/>
          </a:prstGeom>
        </p:spPr>
      </p:pic>
      <p:pic>
        <p:nvPicPr>
          <p:cNvPr id="123" name="!!source-7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90678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29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!!source-7-dom-fill">
            <a:extLst>
              <a:ext uri="{FF2B5EF4-FFF2-40B4-BE49-F238E27FC236}">
                <a16:creationId xmlns:a16="http://schemas.microsoft.com/office/drawing/2014/main" id="{3226F03D-EB10-4408-9570-C8D4B9D07F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7-dom-1-0-0-0-text-0">
            <a:extLst>
              <a:ext uri="{FF2B5EF4-FFF2-40B4-BE49-F238E27FC236}">
                <a16:creationId xmlns:a16="http://schemas.microsoft.com/office/drawing/2014/main" id="{3B746539-7414-4304-8973-D59049DC7680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7-dom-1-0-1-0-text-0">
            <a:extLst>
              <a:ext uri="{FF2B5EF4-FFF2-40B4-BE49-F238E27FC236}">
                <a16:creationId xmlns:a16="http://schemas.microsoft.com/office/drawing/2014/main" id="{ABB44DBA-E998-434F-AB19-601010AEC8CA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7-dom-1-0-2-border-Bottom">
            <a:extLst>
              <a:ext uri="{FF2B5EF4-FFF2-40B4-BE49-F238E27FC236}">
                <a16:creationId xmlns:a16="http://schemas.microsoft.com/office/drawing/2014/main" id="{5B2CA5CE-B1DB-4339-A13B-28116D32EB75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7-dom-1-0-2-0-text-0">
            <a:extLst>
              <a:ext uri="{FF2B5EF4-FFF2-40B4-BE49-F238E27FC236}">
                <a16:creationId xmlns:a16="http://schemas.microsoft.com/office/drawing/2014/main" id="{4D9FEBEF-D006-42D8-8A32-F5BB6E1EA60F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7-dom-1-0-3-0-text-0">
            <a:extLst>
              <a:ext uri="{FF2B5EF4-FFF2-40B4-BE49-F238E27FC236}">
                <a16:creationId xmlns:a16="http://schemas.microsoft.com/office/drawing/2014/main" id="{40431BB8-5575-468E-B469-27C6AEBC3F56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7-dom-1-0-4-0-text-0">
            <a:extLst>
              <a:ext uri="{FF2B5EF4-FFF2-40B4-BE49-F238E27FC236}">
                <a16:creationId xmlns:a16="http://schemas.microsoft.com/office/drawing/2014/main" id="{D8342A57-6D17-4F9C-A47B-A1783BA02DD3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7-dom-1-0-5-0-text-0">
            <a:extLst>
              <a:ext uri="{FF2B5EF4-FFF2-40B4-BE49-F238E27FC236}">
                <a16:creationId xmlns:a16="http://schemas.microsoft.com/office/drawing/2014/main" id="{08E9284C-FCBD-4A9E-8733-0D21D3514803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7-dom-1-1-0-text-0">
            <a:extLst>
              <a:ext uri="{FF2B5EF4-FFF2-40B4-BE49-F238E27FC236}">
                <a16:creationId xmlns:a16="http://schemas.microsoft.com/office/drawing/2014/main" id="{D1D2843B-6FDB-4AF9-8178-B1F1B19E0BB0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08 / 17</a:t>
            </a:r>
          </a:p>
        </p:txBody>
      </p:sp>
      <p:sp>
        <p:nvSpPr>
          <p:cNvPr id="10" name="!!source-7-dom-3-1-0-0-text-0">
            <a:extLst>
              <a:ext uri="{FF2B5EF4-FFF2-40B4-BE49-F238E27FC236}">
                <a16:creationId xmlns:a16="http://schemas.microsoft.com/office/drawing/2014/main" id="{D02B40A2-7EB1-48A5-BEDF-29FD6A585290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4681538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The usual premise</a:t>
            </a:r>
          </a:p>
        </p:txBody>
      </p:sp>
      <p:sp>
        <p:nvSpPr>
          <p:cNvPr id="11" name="!!source-7-dom-3-1-1-0-0-text-0">
            <a:extLst>
              <a:ext uri="{FF2B5EF4-FFF2-40B4-BE49-F238E27FC236}">
                <a16:creationId xmlns:a16="http://schemas.microsoft.com/office/drawing/2014/main" id="{2309DB15-0284-4E25-AA71-991AE305C512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349091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Availability is not a mass</a:t>
            </a:r>
          </a:p>
        </p:txBody>
      </p:sp>
      <p:sp>
        <p:nvSpPr>
          <p:cNvPr id="12" name="!!source-7-dom-5-1-1-1-0-text-0">
            <a:extLst>
              <a:ext uri="{FF2B5EF4-FFF2-40B4-BE49-F238E27FC236}">
                <a16:creationId xmlns:a16="http://schemas.microsoft.com/office/drawing/2014/main" id="{095C3B76-3CE3-43BA-8C9B-29B5D01A1552}"/>
              </a:ext>
            </a:extLst>
          </p:cNvPr>
          <p:cNvSpPr>
            <a:spLocks noGrp="1"/>
          </p:cNvSpPr>
          <p:nvPr/>
        </p:nvSpPr>
        <p:spPr>
          <a:xfrm>
            <a:off x="1047750" y="2833687"/>
            <a:ext cx="47282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AVAILABILITY, IN THE LITERATURE</a:t>
            </a:r>
          </a:p>
        </p:txBody>
      </p:sp>
      <p:sp>
        <p:nvSpPr>
          <p:cNvPr id="13" name="!!source-7-dom-5-1-1-3-1-0-fill">
            <a:extLst>
              <a:ext uri="{FF2B5EF4-FFF2-40B4-BE49-F238E27FC236}">
                <a16:creationId xmlns:a16="http://schemas.microsoft.com/office/drawing/2014/main" id="{B18EFC86-EC95-43E7-B7B5-FE864AEFB829}"/>
              </a:ext>
            </a:extLst>
          </p:cNvPr>
          <p:cNvSpPr>
            <a:spLocks noGrp="1"/>
          </p:cNvSpPr>
          <p:nvPr/>
        </p:nvSpPr>
        <p:spPr>
          <a:xfrm>
            <a:off x="1708249" y="3338512"/>
            <a:ext cx="1504950" cy="2266950"/>
          </a:xfrm>
          <a:prstGeom prst="roundRect">
            <a:avLst>
              <a:gd name="adj" fmla="val 1519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7-dom-5-1-1-3-1-0-outline">
            <a:extLst>
              <a:ext uri="{FF2B5EF4-FFF2-40B4-BE49-F238E27FC236}">
                <a16:creationId xmlns:a16="http://schemas.microsoft.com/office/drawing/2014/main" id="{2C4FE6F6-90A4-4133-9F34-9A558F454C6C}"/>
              </a:ext>
            </a:extLst>
          </p:cNvPr>
          <p:cNvSpPr>
            <a:spLocks noGrp="1"/>
          </p:cNvSpPr>
          <p:nvPr/>
        </p:nvSpPr>
        <p:spPr>
          <a:xfrm>
            <a:off x="1727299" y="3357562"/>
            <a:ext cx="1466850" cy="2228850"/>
          </a:xfrm>
          <a:prstGeom prst="roundRect">
            <a:avLst>
              <a:gd name="adj" fmla="val 15584"/>
            </a:avLst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7-dom-5-1-1-3-1-0-0-fill">
            <a:extLst>
              <a:ext uri="{FF2B5EF4-FFF2-40B4-BE49-F238E27FC236}">
                <a16:creationId xmlns:a16="http://schemas.microsoft.com/office/drawing/2014/main" id="{DA696761-0732-4487-81B3-91F270702134}"/>
              </a:ext>
            </a:extLst>
          </p:cNvPr>
          <p:cNvSpPr>
            <a:spLocks noGrp="1"/>
          </p:cNvSpPr>
          <p:nvPr/>
        </p:nvSpPr>
        <p:spPr>
          <a:xfrm>
            <a:off x="1746349" y="4209157"/>
            <a:ext cx="1428750" cy="1358205"/>
          </a:xfrm>
          <a:custGeom>
            <a:avLst/>
            <a:gdLst/>
            <a:ahLst/>
            <a:cxnLst/>
            <a:rect l="0" t="0" r="0" b="0"/>
            <a:pathLst>
              <a:path w="1428750" h="1358205">
                <a:moveTo>
                  <a:pt x="0" y="0"/>
                </a:moveTo>
                <a:lnTo>
                  <a:pt x="1428750" y="0"/>
                </a:lnTo>
                <a:lnTo>
                  <a:pt x="1428750" y="1167705"/>
                </a:lnTo>
                <a:lnTo>
                  <a:pt x="1425090" y="1204870"/>
                </a:lnTo>
                <a:lnTo>
                  <a:pt x="1414249" y="1240607"/>
                </a:lnTo>
                <a:lnTo>
                  <a:pt x="1396645" y="1273542"/>
                </a:lnTo>
                <a:lnTo>
                  <a:pt x="1372954" y="1302409"/>
                </a:lnTo>
                <a:lnTo>
                  <a:pt x="1344086" y="1326100"/>
                </a:lnTo>
                <a:lnTo>
                  <a:pt x="1311151" y="1343704"/>
                </a:lnTo>
                <a:lnTo>
                  <a:pt x="1275415" y="1354545"/>
                </a:lnTo>
                <a:lnTo>
                  <a:pt x="1238250" y="1358205"/>
                </a:lnTo>
                <a:lnTo>
                  <a:pt x="190500" y="1358205"/>
                </a:lnTo>
                <a:lnTo>
                  <a:pt x="153335" y="1354545"/>
                </a:lnTo>
                <a:lnTo>
                  <a:pt x="117599" y="1343704"/>
                </a:lnTo>
                <a:lnTo>
                  <a:pt x="84664" y="1326100"/>
                </a:lnTo>
                <a:lnTo>
                  <a:pt x="55796" y="1302409"/>
                </a:lnTo>
                <a:lnTo>
                  <a:pt x="32105" y="1273542"/>
                </a:lnTo>
                <a:lnTo>
                  <a:pt x="14501" y="1240607"/>
                </a:lnTo>
                <a:lnTo>
                  <a:pt x="3660" y="1204870"/>
                </a:lnTo>
                <a:lnTo>
                  <a:pt x="0" y="1167705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!!source-7-dom-5-1-1-3-1-0-0-0-text-0">
            <a:extLst>
              <a:ext uri="{FF2B5EF4-FFF2-40B4-BE49-F238E27FC236}">
                <a16:creationId xmlns:a16="http://schemas.microsoft.com/office/drawing/2014/main" id="{A4F185A4-9B26-40FF-84D4-F5E47339BD01}"/>
              </a:ext>
            </a:extLst>
          </p:cNvPr>
          <p:cNvSpPr>
            <a:spLocks noGrp="1"/>
          </p:cNvSpPr>
          <p:nvPr/>
        </p:nvSpPr>
        <p:spPr>
          <a:xfrm>
            <a:off x="2201615" y="4726335"/>
            <a:ext cx="56584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Σ m</a:t>
            </a:r>
          </a:p>
        </p:txBody>
      </p:sp>
      <p:sp>
        <p:nvSpPr>
          <p:cNvPr id="17" name="!!source-7-dom-5-1-1-3-1-1-0-text-0">
            <a:extLst>
              <a:ext uri="{FF2B5EF4-FFF2-40B4-BE49-F238E27FC236}">
                <a16:creationId xmlns:a16="http://schemas.microsoft.com/office/drawing/2014/main" id="{E6B93032-FF68-4E92-BFF7-CE40B1F51191}"/>
              </a:ext>
            </a:extLst>
          </p:cNvPr>
          <p:cNvSpPr>
            <a:spLocks noGrp="1"/>
          </p:cNvSpPr>
          <p:nvPr/>
        </p:nvSpPr>
        <p:spPr>
          <a:xfrm>
            <a:off x="1047750" y="5700712"/>
            <a:ext cx="287357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the station as one tank</a:t>
            </a:r>
          </a:p>
        </p:txBody>
      </p:sp>
      <p:sp>
        <p:nvSpPr>
          <p:cNvPr id="18" name="!!source-7-dom-5-1-1-3-3-0-0-text-0">
            <a:extLst>
              <a:ext uri="{FF2B5EF4-FFF2-40B4-BE49-F238E27FC236}">
                <a16:creationId xmlns:a16="http://schemas.microsoft.com/office/drawing/2014/main" id="{DA71A477-FCFE-4C5E-B76C-2A8DF7490BB3}"/>
              </a:ext>
            </a:extLst>
          </p:cNvPr>
          <p:cNvSpPr>
            <a:spLocks noGrp="1"/>
          </p:cNvSpPr>
          <p:nvPr/>
        </p:nvSpPr>
        <p:spPr>
          <a:xfrm>
            <a:off x="4159449" y="3967014"/>
            <a:ext cx="674936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000" b="0" i="0" spc="-7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Σ m</a:t>
            </a:r>
          </a:p>
        </p:txBody>
      </p:sp>
      <p:sp>
        <p:nvSpPr>
          <p:cNvPr id="19" name="!!source-7-dom-5-1-1-3-3-0-1-0-text-0">
            <a:extLst>
              <a:ext uri="{FF2B5EF4-FFF2-40B4-BE49-F238E27FC236}">
                <a16:creationId xmlns:a16="http://schemas.microsoft.com/office/drawing/2014/main" id="{A1E91E7E-C9E9-493D-8B2E-5D1470042B10}"/>
              </a:ext>
            </a:extLst>
          </p:cNvPr>
          <p:cNvSpPr>
            <a:spLocks noGrp="1"/>
          </p:cNvSpPr>
          <p:nvPr/>
        </p:nvSpPr>
        <p:spPr>
          <a:xfrm>
            <a:off x="4786759" y="4109889"/>
            <a:ext cx="780008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2500" b="0" i="0" spc="-6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tanks</a:t>
            </a:r>
          </a:p>
        </p:txBody>
      </p:sp>
      <p:sp>
        <p:nvSpPr>
          <p:cNvPr id="20" name="!!source-7-dom-5-1-1-3-3-0-2-text-0">
            <a:extLst>
              <a:ext uri="{FF2B5EF4-FFF2-40B4-BE49-F238E27FC236}">
                <a16:creationId xmlns:a16="http://schemas.microsoft.com/office/drawing/2014/main" id="{16B5FFAF-1F3F-456A-9F14-EBDB24266AAC}"/>
              </a:ext>
            </a:extLst>
          </p:cNvPr>
          <p:cNvSpPr>
            <a:spLocks noGrp="1"/>
          </p:cNvSpPr>
          <p:nvPr/>
        </p:nvSpPr>
        <p:spPr>
          <a:xfrm>
            <a:off x="5519142" y="3967014"/>
            <a:ext cx="659011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000" b="0" i="0" spc="-7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≥ m</a:t>
            </a:r>
          </a:p>
        </p:txBody>
      </p:sp>
      <p:sp>
        <p:nvSpPr>
          <p:cNvPr id="21" name="!!source-7-dom-5-1-1-3-3-0-3-0-text-0">
            <a:extLst>
              <a:ext uri="{FF2B5EF4-FFF2-40B4-BE49-F238E27FC236}">
                <a16:creationId xmlns:a16="http://schemas.microsoft.com/office/drawing/2014/main" id="{E446228A-651C-4E7B-AF63-8AADB5CE4D41}"/>
              </a:ext>
            </a:extLst>
          </p:cNvPr>
          <p:cNvSpPr>
            <a:spLocks noGrp="1"/>
          </p:cNvSpPr>
          <p:nvPr/>
        </p:nvSpPr>
        <p:spPr>
          <a:xfrm>
            <a:off x="6130528" y="4109889"/>
            <a:ext cx="112692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2500" b="0" i="0" spc="-6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demand</a:t>
            </a:r>
          </a:p>
        </p:txBody>
      </p:sp>
      <p:sp>
        <p:nvSpPr>
          <p:cNvPr id="22" name="!!source-7-dom-5-1-1-3-3-1-0-text-0">
            <a:extLst>
              <a:ext uri="{FF2B5EF4-FFF2-40B4-BE49-F238E27FC236}">
                <a16:creationId xmlns:a16="http://schemas.microsoft.com/office/drawing/2014/main" id="{35159643-ADF4-4C89-B384-7F110CE02828}"/>
              </a:ext>
            </a:extLst>
          </p:cNvPr>
          <p:cNvSpPr>
            <a:spLocks noGrp="1"/>
          </p:cNvSpPr>
          <p:nvPr/>
        </p:nvSpPr>
        <p:spPr>
          <a:xfrm>
            <a:off x="4159449" y="4630490"/>
            <a:ext cx="35019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enough mass in store, the</a:t>
            </a:r>
          </a:p>
        </p:txBody>
      </p:sp>
      <p:sp>
        <p:nvSpPr>
          <p:cNvPr id="23" name="!!source-7-dom-5-1-1-3-3-1-0-text-1">
            <a:extLst>
              <a:ext uri="{FF2B5EF4-FFF2-40B4-BE49-F238E27FC236}">
                <a16:creationId xmlns:a16="http://schemas.microsoft.com/office/drawing/2014/main" id="{248BBA65-A269-4BB4-8998-6D077C59DD13}"/>
              </a:ext>
            </a:extLst>
          </p:cNvPr>
          <p:cNvSpPr>
            <a:spLocks noGrp="1"/>
          </p:cNvSpPr>
          <p:nvPr/>
        </p:nvSpPr>
        <p:spPr>
          <a:xfrm>
            <a:off x="4159449" y="5003751"/>
            <a:ext cx="2277517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fill can be served</a:t>
            </a:r>
          </a:p>
        </p:txBody>
      </p:sp>
      <p:sp>
        <p:nvSpPr>
          <p:cNvPr id="24" name="!!source-7-dom-5-1-1-5-1-0-0-text-0">
            <a:extLst>
              <a:ext uri="{FF2B5EF4-FFF2-40B4-BE49-F238E27FC236}">
                <a16:creationId xmlns:a16="http://schemas.microsoft.com/office/drawing/2014/main" id="{158FFF20-085B-42EA-BA76-A4C888677799}"/>
              </a:ext>
            </a:extLst>
          </p:cNvPr>
          <p:cNvSpPr>
            <a:spLocks noGrp="1"/>
          </p:cNvSpPr>
          <p:nvPr/>
        </p:nvSpPr>
        <p:spPr>
          <a:xfrm>
            <a:off x="1047750" y="6253163"/>
            <a:ext cx="1509266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Rule-based</a:t>
            </a:r>
          </a:p>
        </p:txBody>
      </p:sp>
      <p:sp>
        <p:nvSpPr>
          <p:cNvPr id="25" name="!!source-7-dom-5-1-1-5-1-1-0-text-0">
            <a:extLst>
              <a:ext uri="{FF2B5EF4-FFF2-40B4-BE49-F238E27FC236}">
                <a16:creationId xmlns:a16="http://schemas.microsoft.com/office/drawing/2014/main" id="{DE43EB1F-F066-493F-BAA2-40A09141F5AF}"/>
              </a:ext>
            </a:extLst>
          </p:cNvPr>
          <p:cNvSpPr>
            <a:spLocks noGrp="1"/>
          </p:cNvSpPr>
          <p:nvPr/>
        </p:nvSpPr>
        <p:spPr>
          <a:xfrm>
            <a:off x="3581400" y="6234113"/>
            <a:ext cx="3016895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fill fast, in a fixed order</a:t>
            </a:r>
          </a:p>
        </p:txBody>
      </p:sp>
      <p:sp>
        <p:nvSpPr>
          <p:cNvPr id="26" name="!!source-7-dom-5-1-1-5-3-0-0-text-0">
            <a:extLst>
              <a:ext uri="{FF2B5EF4-FFF2-40B4-BE49-F238E27FC236}">
                <a16:creationId xmlns:a16="http://schemas.microsoft.com/office/drawing/2014/main" id="{C5DE436D-F644-4806-87DB-668FF3CAF92D}"/>
              </a:ext>
            </a:extLst>
          </p:cNvPr>
          <p:cNvSpPr>
            <a:spLocks noGrp="1"/>
          </p:cNvSpPr>
          <p:nvPr/>
        </p:nvSpPr>
        <p:spPr>
          <a:xfrm>
            <a:off x="1047750" y="6710362"/>
            <a:ext cx="183966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Optimisation-</a:t>
            </a:r>
          </a:p>
        </p:txBody>
      </p:sp>
      <p:sp>
        <p:nvSpPr>
          <p:cNvPr id="27" name="!!source-7-dom-5-1-1-5-3-0-0-text-1">
            <a:extLst>
              <a:ext uri="{FF2B5EF4-FFF2-40B4-BE49-F238E27FC236}">
                <a16:creationId xmlns:a16="http://schemas.microsoft.com/office/drawing/2014/main" id="{FA968FF1-F3AB-4615-960B-C83F9387EB76}"/>
              </a:ext>
            </a:extLst>
          </p:cNvPr>
          <p:cNvSpPr>
            <a:spLocks noGrp="1"/>
          </p:cNvSpPr>
          <p:nvPr/>
        </p:nvSpPr>
        <p:spPr>
          <a:xfrm>
            <a:off x="1047750" y="7015163"/>
            <a:ext cx="82822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based</a:t>
            </a:r>
          </a:p>
        </p:txBody>
      </p:sp>
      <p:sp>
        <p:nvSpPr>
          <p:cNvPr id="28" name="!!source-7-dom-5-1-1-5-3-1-0-text-0">
            <a:extLst>
              <a:ext uri="{FF2B5EF4-FFF2-40B4-BE49-F238E27FC236}">
                <a16:creationId xmlns:a16="http://schemas.microsoft.com/office/drawing/2014/main" id="{FD4DAB29-83A2-447C-A546-5B1FAD5145C4}"/>
              </a:ext>
            </a:extLst>
          </p:cNvPr>
          <p:cNvSpPr>
            <a:spLocks noGrp="1"/>
          </p:cNvSpPr>
          <p:nvPr/>
        </p:nvSpPr>
        <p:spPr>
          <a:xfrm>
            <a:off x="3581400" y="6691313"/>
            <a:ext cx="353957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balance on the total mass,</a:t>
            </a:r>
          </a:p>
        </p:txBody>
      </p:sp>
      <p:sp>
        <p:nvSpPr>
          <p:cNvPr id="29" name="!!source-7-dom-5-1-1-5-3-1-0-text-1">
            <a:extLst>
              <a:ext uri="{FF2B5EF4-FFF2-40B4-BE49-F238E27FC236}">
                <a16:creationId xmlns:a16="http://schemas.microsoft.com/office/drawing/2014/main" id="{F0B1F468-3FE4-4DFA-9C0D-FE718D2AF487}"/>
              </a:ext>
            </a:extLst>
          </p:cNvPr>
          <p:cNvSpPr>
            <a:spLocks noGrp="1"/>
          </p:cNvSpPr>
          <p:nvPr/>
        </p:nvSpPr>
        <p:spPr>
          <a:xfrm>
            <a:off x="3581400" y="7015163"/>
            <a:ext cx="23175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lumped demand</a:t>
            </a:r>
          </a:p>
        </p:txBody>
      </p:sp>
      <p:sp>
        <p:nvSpPr>
          <p:cNvPr id="30" name="!!source-7-dom-5-1-3-1-outline">
            <a:extLst>
              <a:ext uri="{FF2B5EF4-FFF2-40B4-BE49-F238E27FC236}">
                <a16:creationId xmlns:a16="http://schemas.microsoft.com/office/drawing/2014/main" id="{50A15F5A-B095-4579-BA7B-360D363A8765}"/>
              </a:ext>
            </a:extLst>
          </p:cNvPr>
          <p:cNvSpPr>
            <a:spLocks noGrp="1"/>
          </p:cNvSpPr>
          <p:nvPr/>
        </p:nvSpPr>
        <p:spPr>
          <a:xfrm>
            <a:off x="8371434" y="2481263"/>
            <a:ext cx="8854380" cy="2476500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7-dom-5-1-3-1-1-0-fill">
            <a:extLst>
              <a:ext uri="{FF2B5EF4-FFF2-40B4-BE49-F238E27FC236}">
                <a16:creationId xmlns:a16="http://schemas.microsoft.com/office/drawing/2014/main" id="{611BBD5C-CBA2-4BF8-BCD9-6ADD895C1457}"/>
              </a:ext>
            </a:extLst>
          </p:cNvPr>
          <p:cNvSpPr>
            <a:spLocks noGrp="1"/>
          </p:cNvSpPr>
          <p:nvPr/>
        </p:nvSpPr>
        <p:spPr>
          <a:xfrm>
            <a:off x="8652421" y="3506242"/>
            <a:ext cx="457200" cy="880021"/>
          </a:xfrm>
          <a:prstGeom prst="roundRect">
            <a:avLst>
              <a:gd name="adj" fmla="val 12500"/>
            </a:avLst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7-dom-5-1-3-1-1-1-fill">
            <a:extLst>
              <a:ext uri="{FF2B5EF4-FFF2-40B4-BE49-F238E27FC236}">
                <a16:creationId xmlns:a16="http://schemas.microsoft.com/office/drawing/2014/main" id="{A13722FB-6B24-4D6E-B241-A56D52E564BD}"/>
              </a:ext>
            </a:extLst>
          </p:cNvPr>
          <p:cNvSpPr>
            <a:spLocks noGrp="1"/>
          </p:cNvSpPr>
          <p:nvPr/>
        </p:nvSpPr>
        <p:spPr>
          <a:xfrm>
            <a:off x="9185821" y="3506242"/>
            <a:ext cx="457201" cy="880021"/>
          </a:xfrm>
          <a:prstGeom prst="roundRect">
            <a:avLst>
              <a:gd name="adj" fmla="val 12500"/>
            </a:avLst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7-dom-5-1-3-1-1-2-fill">
            <a:extLst>
              <a:ext uri="{FF2B5EF4-FFF2-40B4-BE49-F238E27FC236}">
                <a16:creationId xmlns:a16="http://schemas.microsoft.com/office/drawing/2014/main" id="{98755917-3F01-4613-9A2C-8C7A96740F83}"/>
              </a:ext>
            </a:extLst>
          </p:cNvPr>
          <p:cNvSpPr>
            <a:spLocks noGrp="1"/>
          </p:cNvSpPr>
          <p:nvPr/>
        </p:nvSpPr>
        <p:spPr>
          <a:xfrm>
            <a:off x="9719220" y="3506242"/>
            <a:ext cx="457201" cy="880021"/>
          </a:xfrm>
          <a:prstGeom prst="roundRect">
            <a:avLst>
              <a:gd name="adj" fmla="val 12500"/>
            </a:avLst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7-dom-5-1-3-1-1-3-fill">
            <a:extLst>
              <a:ext uri="{FF2B5EF4-FFF2-40B4-BE49-F238E27FC236}">
                <a16:creationId xmlns:a16="http://schemas.microsoft.com/office/drawing/2014/main" id="{606609E6-93FE-41CF-9BC3-645B034E170F}"/>
              </a:ext>
            </a:extLst>
          </p:cNvPr>
          <p:cNvSpPr>
            <a:spLocks noGrp="1"/>
          </p:cNvSpPr>
          <p:nvPr/>
        </p:nvSpPr>
        <p:spPr>
          <a:xfrm>
            <a:off x="10252620" y="3506242"/>
            <a:ext cx="457201" cy="880021"/>
          </a:xfrm>
          <a:prstGeom prst="roundRect">
            <a:avLst>
              <a:gd name="adj" fmla="val 12500"/>
            </a:avLst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7-dom-5-1-3-1-3-0-0-0-text-0">
            <a:extLst>
              <a:ext uri="{FF2B5EF4-FFF2-40B4-BE49-F238E27FC236}">
                <a16:creationId xmlns:a16="http://schemas.microsoft.com/office/drawing/2014/main" id="{06FD7A9D-B9E0-456E-94B8-6EED25FE3B26}"/>
              </a:ext>
            </a:extLst>
          </p:cNvPr>
          <p:cNvSpPr>
            <a:spLocks noGrp="1"/>
          </p:cNvSpPr>
          <p:nvPr/>
        </p:nvSpPr>
        <p:spPr>
          <a:xfrm>
            <a:off x="11014621" y="2676525"/>
            <a:ext cx="1346895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500" b="0" i="0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500" b="0" i="0" spc="-11">
                <a:solidFill>
                  <a:srgbClr val="E44646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40 kg</a:t>
            </a:r>
          </a:p>
        </p:txBody>
      </p:sp>
      <p:sp>
        <p:nvSpPr>
          <p:cNvPr id="36" name="!!source-7-dom-5-1-3-1-3-0-1-0-text-0">
            <a:extLst>
              <a:ext uri="{FF2B5EF4-FFF2-40B4-BE49-F238E27FC236}">
                <a16:creationId xmlns:a16="http://schemas.microsoft.com/office/drawing/2014/main" id="{D1006972-C658-4C05-8C50-21023F980D5E}"/>
              </a:ext>
            </a:extLst>
          </p:cNvPr>
          <p:cNvSpPr>
            <a:spLocks noGrp="1"/>
          </p:cNvSpPr>
          <p:nvPr/>
        </p:nvSpPr>
        <p:spPr>
          <a:xfrm>
            <a:off x="12504390" y="2905125"/>
            <a:ext cx="4106763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four tanks at 330 bar, request 16</a:t>
            </a:r>
          </a:p>
        </p:txBody>
      </p:sp>
      <p:sp>
        <p:nvSpPr>
          <p:cNvPr id="37" name="!!source-7-dom-5-1-3-1-3-0-1-0-text-1">
            <a:extLst>
              <a:ext uri="{FF2B5EF4-FFF2-40B4-BE49-F238E27FC236}">
                <a16:creationId xmlns:a16="http://schemas.microsoft.com/office/drawing/2014/main" id="{20B24E62-DAE4-4A0D-AEFB-9EEB2ABB9FA5}"/>
              </a:ext>
            </a:extLst>
          </p:cNvPr>
          <p:cNvSpPr>
            <a:spLocks noGrp="1"/>
          </p:cNvSpPr>
          <p:nvPr/>
        </p:nvSpPr>
        <p:spPr>
          <a:xfrm>
            <a:off x="12504390" y="3219450"/>
            <a:ext cx="372219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kg</a:t>
            </a:r>
          </a:p>
        </p:txBody>
      </p:sp>
      <p:sp>
        <p:nvSpPr>
          <p:cNvPr id="38" name="!!source-7-dom-5-1-3-1-3-1-0-fill">
            <a:extLst>
              <a:ext uri="{FF2B5EF4-FFF2-40B4-BE49-F238E27FC236}">
                <a16:creationId xmlns:a16="http://schemas.microsoft.com/office/drawing/2014/main" id="{D4BACB53-B51B-45CC-A072-55E1BF5D4541}"/>
              </a:ext>
            </a:extLst>
          </p:cNvPr>
          <p:cNvSpPr>
            <a:spLocks noGrp="1"/>
          </p:cNvSpPr>
          <p:nvPr/>
        </p:nvSpPr>
        <p:spPr>
          <a:xfrm>
            <a:off x="11014621" y="3648075"/>
            <a:ext cx="3169444" cy="476250"/>
          </a:xfrm>
          <a:prstGeom prst="rect">
            <a:avLst/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7-dom-5-1-3-1-3-1-0-outline">
            <a:extLst>
              <a:ext uri="{FF2B5EF4-FFF2-40B4-BE49-F238E27FC236}">
                <a16:creationId xmlns:a16="http://schemas.microsoft.com/office/drawing/2014/main" id="{69E7DDA5-B1FA-44A9-B797-191D669A19F9}"/>
              </a:ext>
            </a:extLst>
          </p:cNvPr>
          <p:cNvSpPr>
            <a:spLocks noGrp="1"/>
          </p:cNvSpPr>
          <p:nvPr/>
        </p:nvSpPr>
        <p:spPr>
          <a:xfrm>
            <a:off x="11024146" y="3657600"/>
            <a:ext cx="3150394" cy="457200"/>
          </a:xfrm>
          <a:prstGeom prst="rect">
            <a:avLst/>
          </a:prstGeom>
          <a:noFill/>
          <a:ln w="19050">
            <a:solidFill>
              <a:srgbClr val="8A7B71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7-dom-5-1-3-1-3-1-0-0-text-0">
            <a:extLst>
              <a:ext uri="{FF2B5EF4-FFF2-40B4-BE49-F238E27FC236}">
                <a16:creationId xmlns:a16="http://schemas.microsoft.com/office/drawing/2014/main" id="{D005A3FD-B860-457E-AEA3-4AD0BC839222}"/>
              </a:ext>
            </a:extLst>
          </p:cNvPr>
          <p:cNvSpPr>
            <a:spLocks noGrp="1"/>
          </p:cNvSpPr>
          <p:nvPr/>
        </p:nvSpPr>
        <p:spPr>
          <a:xfrm>
            <a:off x="11186071" y="3743325"/>
            <a:ext cx="2874169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one tank: 40 ≥ 16, serve</a:t>
            </a:r>
          </a:p>
        </p:txBody>
      </p:sp>
      <p:sp>
        <p:nvSpPr>
          <p:cNvPr id="41" name="!!source-7-dom-5-1-3-1-3-1-1-fill">
            <a:extLst>
              <a:ext uri="{FF2B5EF4-FFF2-40B4-BE49-F238E27FC236}">
                <a16:creationId xmlns:a16="http://schemas.microsoft.com/office/drawing/2014/main" id="{D2E53B54-118E-4CFD-9578-99640408FD9F}"/>
              </a:ext>
            </a:extLst>
          </p:cNvPr>
          <p:cNvSpPr>
            <a:spLocks noGrp="1"/>
          </p:cNvSpPr>
          <p:nvPr/>
        </p:nvSpPr>
        <p:spPr>
          <a:xfrm>
            <a:off x="11014621" y="4238625"/>
            <a:ext cx="5421660" cy="476250"/>
          </a:xfrm>
          <a:prstGeom prst="rect">
            <a:avLst/>
          </a:prstGeom>
          <a:solidFill>
            <a:srgbClr val="FDEAE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7-dom-5-1-3-1-3-1-1-outline">
            <a:extLst>
              <a:ext uri="{FF2B5EF4-FFF2-40B4-BE49-F238E27FC236}">
                <a16:creationId xmlns:a16="http://schemas.microsoft.com/office/drawing/2014/main" id="{FABCCCDA-40DD-43FE-9D6C-E570C244113B}"/>
              </a:ext>
            </a:extLst>
          </p:cNvPr>
          <p:cNvSpPr>
            <a:spLocks noGrp="1"/>
          </p:cNvSpPr>
          <p:nvPr/>
        </p:nvSpPr>
        <p:spPr>
          <a:xfrm>
            <a:off x="11024146" y="4248150"/>
            <a:ext cx="5402610" cy="457200"/>
          </a:xfrm>
          <a:prstGeom prst="rect">
            <a:avLst/>
          </a:prstGeom>
          <a:noFill/>
          <a:ln w="1905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!!source-7-dom-5-1-3-1-3-1-1-0-text-0">
            <a:extLst>
              <a:ext uri="{FF2B5EF4-FFF2-40B4-BE49-F238E27FC236}">
                <a16:creationId xmlns:a16="http://schemas.microsoft.com/office/drawing/2014/main" id="{AA5B7DB3-48DE-48FD-A782-05B4CCC981A0}"/>
              </a:ext>
            </a:extLst>
          </p:cNvPr>
          <p:cNvSpPr>
            <a:spLocks noGrp="1"/>
          </p:cNvSpPr>
          <p:nvPr/>
        </p:nvSpPr>
        <p:spPr>
          <a:xfrm>
            <a:off x="11186071" y="4333875"/>
            <a:ext cx="512638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cascade: no source above 350 bar, fill fails</a:t>
            </a:r>
          </a:p>
        </p:txBody>
      </p:sp>
      <p:sp>
        <p:nvSpPr>
          <p:cNvPr id="44" name="!!source-7-dom-5-1-3-3-outline">
            <a:extLst>
              <a:ext uri="{FF2B5EF4-FFF2-40B4-BE49-F238E27FC236}">
                <a16:creationId xmlns:a16="http://schemas.microsoft.com/office/drawing/2014/main" id="{1965E80F-1DCB-4FA3-ADF3-9FC19A523BCC}"/>
              </a:ext>
            </a:extLst>
          </p:cNvPr>
          <p:cNvSpPr>
            <a:spLocks noGrp="1"/>
          </p:cNvSpPr>
          <p:nvPr/>
        </p:nvSpPr>
        <p:spPr>
          <a:xfrm>
            <a:off x="8371434" y="5214937"/>
            <a:ext cx="8854380" cy="2476500"/>
          </a:xfrm>
          <a:prstGeom prst="rect">
            <a:avLst/>
          </a:prstGeom>
          <a:noFill/>
          <a:ln w="28575">
            <a:solidFill>
              <a:srgbClr val="2E7D4F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7-dom-5-1-3-3-1-0-fill">
            <a:extLst>
              <a:ext uri="{FF2B5EF4-FFF2-40B4-BE49-F238E27FC236}">
                <a16:creationId xmlns:a16="http://schemas.microsoft.com/office/drawing/2014/main" id="{E4D9E3A7-6DA3-4ABF-A00C-CF752DE6D180}"/>
              </a:ext>
            </a:extLst>
          </p:cNvPr>
          <p:cNvSpPr>
            <a:spLocks noGrp="1"/>
          </p:cNvSpPr>
          <p:nvPr/>
        </p:nvSpPr>
        <p:spPr>
          <a:xfrm>
            <a:off x="8652421" y="6053138"/>
            <a:ext cx="457200" cy="1066800"/>
          </a:xfrm>
          <a:prstGeom prst="roundRect">
            <a:avLst>
              <a:gd name="adj" fmla="val 12500"/>
            </a:avLst>
          </a:prstGeom>
          <a:solidFill>
            <a:srgbClr val="2E7D4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6" name="!!source-7-dom-5-1-3-3-1-1-fill">
            <a:extLst>
              <a:ext uri="{FF2B5EF4-FFF2-40B4-BE49-F238E27FC236}">
                <a16:creationId xmlns:a16="http://schemas.microsoft.com/office/drawing/2014/main" id="{3AFCECE6-B47E-4344-B712-1B314CC1090B}"/>
              </a:ext>
            </a:extLst>
          </p:cNvPr>
          <p:cNvSpPr>
            <a:spLocks noGrp="1"/>
          </p:cNvSpPr>
          <p:nvPr/>
        </p:nvSpPr>
        <p:spPr>
          <a:xfrm>
            <a:off x="9185821" y="5786438"/>
            <a:ext cx="457201" cy="1333500"/>
          </a:xfrm>
          <a:prstGeom prst="roundRect">
            <a:avLst>
              <a:gd name="adj" fmla="val 12500"/>
            </a:avLst>
          </a:prstGeom>
          <a:solidFill>
            <a:srgbClr val="2E7D4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7-dom-5-1-3-3-1-2-fill">
            <a:extLst>
              <a:ext uri="{FF2B5EF4-FFF2-40B4-BE49-F238E27FC236}">
                <a16:creationId xmlns:a16="http://schemas.microsoft.com/office/drawing/2014/main" id="{8A025083-9BBF-4979-9D6C-DF4D76222649}"/>
              </a:ext>
            </a:extLst>
          </p:cNvPr>
          <p:cNvSpPr>
            <a:spLocks noGrp="1"/>
          </p:cNvSpPr>
          <p:nvPr/>
        </p:nvSpPr>
        <p:spPr>
          <a:xfrm>
            <a:off x="9719220" y="6853237"/>
            <a:ext cx="457201" cy="266700"/>
          </a:xfrm>
          <a:prstGeom prst="roundRect">
            <a:avLst>
              <a:gd name="adj" fmla="val 21429"/>
            </a:avLst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8" name="!!source-7-dom-5-1-3-3-1-3-fill">
            <a:extLst>
              <a:ext uri="{FF2B5EF4-FFF2-40B4-BE49-F238E27FC236}">
                <a16:creationId xmlns:a16="http://schemas.microsoft.com/office/drawing/2014/main" id="{E7BF4B41-A8D9-4078-8B0E-5F893FA804F5}"/>
              </a:ext>
            </a:extLst>
          </p:cNvPr>
          <p:cNvSpPr>
            <a:spLocks noGrp="1"/>
          </p:cNvSpPr>
          <p:nvPr/>
        </p:nvSpPr>
        <p:spPr>
          <a:xfrm>
            <a:off x="10252620" y="6853237"/>
            <a:ext cx="457201" cy="266700"/>
          </a:xfrm>
          <a:prstGeom prst="roundRect">
            <a:avLst>
              <a:gd name="adj" fmla="val 21429"/>
            </a:avLst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7-dom-5-1-3-3-3-0-0-0-text-0">
            <a:extLst>
              <a:ext uri="{FF2B5EF4-FFF2-40B4-BE49-F238E27FC236}">
                <a16:creationId xmlns:a16="http://schemas.microsoft.com/office/drawing/2014/main" id="{F67FC9AF-9421-461B-9E01-31B9DD779889}"/>
              </a:ext>
            </a:extLst>
          </p:cNvPr>
          <p:cNvSpPr>
            <a:spLocks noGrp="1"/>
          </p:cNvSpPr>
          <p:nvPr/>
        </p:nvSpPr>
        <p:spPr>
          <a:xfrm>
            <a:off x="11014621" y="5410200"/>
            <a:ext cx="1283344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500" b="0" i="0">
                <a:solidFill>
                  <a:srgbClr val="2E7D4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500" b="0" i="0" spc="-11">
                <a:solidFill>
                  <a:srgbClr val="2E7D4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22 kg</a:t>
            </a:r>
          </a:p>
        </p:txBody>
      </p:sp>
      <p:sp>
        <p:nvSpPr>
          <p:cNvPr id="50" name="!!source-7-dom-5-1-3-3-3-0-1-0-text-0">
            <a:extLst>
              <a:ext uri="{FF2B5EF4-FFF2-40B4-BE49-F238E27FC236}">
                <a16:creationId xmlns:a16="http://schemas.microsoft.com/office/drawing/2014/main" id="{A0D99C4D-39C1-47D7-A643-CC66F6F7F9EA}"/>
              </a:ext>
            </a:extLst>
          </p:cNvPr>
          <p:cNvSpPr>
            <a:spLocks noGrp="1"/>
          </p:cNvSpPr>
          <p:nvPr/>
        </p:nvSpPr>
        <p:spPr>
          <a:xfrm>
            <a:off x="12440841" y="5638800"/>
            <a:ext cx="38702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two tanks at 400 and 500 bar,</a:t>
            </a:r>
          </a:p>
        </p:txBody>
      </p:sp>
      <p:sp>
        <p:nvSpPr>
          <p:cNvPr id="51" name="!!source-7-dom-5-1-3-3-3-0-1-0-text-1">
            <a:extLst>
              <a:ext uri="{FF2B5EF4-FFF2-40B4-BE49-F238E27FC236}">
                <a16:creationId xmlns:a16="http://schemas.microsoft.com/office/drawing/2014/main" id="{CFCDB423-0B8B-4BB3-9C3C-D4C87E6D36A9}"/>
              </a:ext>
            </a:extLst>
          </p:cNvPr>
          <p:cNvSpPr>
            <a:spLocks noGrp="1"/>
          </p:cNvSpPr>
          <p:nvPr/>
        </p:nvSpPr>
        <p:spPr>
          <a:xfrm>
            <a:off x="12440841" y="5953125"/>
            <a:ext cx="1743968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request 16 kg</a:t>
            </a:r>
          </a:p>
        </p:txBody>
      </p:sp>
      <p:sp>
        <p:nvSpPr>
          <p:cNvPr id="52" name="!!source-7-dom-5-1-3-3-3-1-0-fill">
            <a:extLst>
              <a:ext uri="{FF2B5EF4-FFF2-40B4-BE49-F238E27FC236}">
                <a16:creationId xmlns:a16="http://schemas.microsoft.com/office/drawing/2014/main" id="{9263F651-1FB2-48DE-94C7-606CEB8EE5A0}"/>
              </a:ext>
            </a:extLst>
          </p:cNvPr>
          <p:cNvSpPr>
            <a:spLocks noGrp="1"/>
          </p:cNvSpPr>
          <p:nvPr/>
        </p:nvSpPr>
        <p:spPr>
          <a:xfrm>
            <a:off x="11014621" y="6381750"/>
            <a:ext cx="2997100" cy="476250"/>
          </a:xfrm>
          <a:prstGeom prst="rect">
            <a:avLst/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3" name="!!source-7-dom-5-1-3-3-3-1-0-outline">
            <a:extLst>
              <a:ext uri="{FF2B5EF4-FFF2-40B4-BE49-F238E27FC236}">
                <a16:creationId xmlns:a16="http://schemas.microsoft.com/office/drawing/2014/main" id="{9D6049CD-8E22-4D5E-9FD7-D6EDDEFF1957}"/>
              </a:ext>
            </a:extLst>
          </p:cNvPr>
          <p:cNvSpPr>
            <a:spLocks noGrp="1"/>
          </p:cNvSpPr>
          <p:nvPr/>
        </p:nvSpPr>
        <p:spPr>
          <a:xfrm>
            <a:off x="11024146" y="6391275"/>
            <a:ext cx="2978050" cy="457200"/>
          </a:xfrm>
          <a:prstGeom prst="rect">
            <a:avLst/>
          </a:prstGeom>
          <a:noFill/>
          <a:ln w="19050">
            <a:solidFill>
              <a:srgbClr val="8A7B71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!!source-7-dom-5-1-3-3-3-1-0-0-text-0">
            <a:extLst>
              <a:ext uri="{FF2B5EF4-FFF2-40B4-BE49-F238E27FC236}">
                <a16:creationId xmlns:a16="http://schemas.microsoft.com/office/drawing/2014/main" id="{260D30F0-C72B-4FA8-8739-1EA531E353BF}"/>
              </a:ext>
            </a:extLst>
          </p:cNvPr>
          <p:cNvSpPr>
            <a:spLocks noGrp="1"/>
          </p:cNvSpPr>
          <p:nvPr/>
        </p:nvSpPr>
        <p:spPr>
          <a:xfrm>
            <a:off x="11186071" y="6477000"/>
            <a:ext cx="2701826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one tank: less in store</a:t>
            </a:r>
          </a:p>
        </p:txBody>
      </p:sp>
      <p:sp>
        <p:nvSpPr>
          <p:cNvPr id="55" name="!!source-7-dom-5-1-3-3-3-1-1-fill">
            <a:extLst>
              <a:ext uri="{FF2B5EF4-FFF2-40B4-BE49-F238E27FC236}">
                <a16:creationId xmlns:a16="http://schemas.microsoft.com/office/drawing/2014/main" id="{4F20590B-342B-4F8B-90F2-B52DB6586620}"/>
              </a:ext>
            </a:extLst>
          </p:cNvPr>
          <p:cNvSpPr>
            <a:spLocks noGrp="1"/>
          </p:cNvSpPr>
          <p:nvPr/>
        </p:nvSpPr>
        <p:spPr>
          <a:xfrm>
            <a:off x="11014621" y="6972300"/>
            <a:ext cx="4925615" cy="476250"/>
          </a:xfrm>
          <a:prstGeom prst="rect">
            <a:avLst/>
          </a:prstGeom>
          <a:solidFill>
            <a:srgbClr val="E8F3EC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6" name="!!source-7-dom-5-1-3-3-3-1-1-outline">
            <a:extLst>
              <a:ext uri="{FF2B5EF4-FFF2-40B4-BE49-F238E27FC236}">
                <a16:creationId xmlns:a16="http://schemas.microsoft.com/office/drawing/2014/main" id="{09FB1B9A-31A6-4196-BE18-A980E7ACF500}"/>
              </a:ext>
            </a:extLst>
          </p:cNvPr>
          <p:cNvSpPr>
            <a:spLocks noGrp="1"/>
          </p:cNvSpPr>
          <p:nvPr/>
        </p:nvSpPr>
        <p:spPr>
          <a:xfrm>
            <a:off x="11024146" y="6981825"/>
            <a:ext cx="4906565" cy="457200"/>
          </a:xfrm>
          <a:prstGeom prst="rect">
            <a:avLst/>
          </a:prstGeom>
          <a:noFill/>
          <a:ln w="19050">
            <a:solidFill>
              <a:srgbClr val="2E7D4F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7-dom-5-1-3-3-3-1-1-0-text-0">
            <a:extLst>
              <a:ext uri="{FF2B5EF4-FFF2-40B4-BE49-F238E27FC236}">
                <a16:creationId xmlns:a16="http://schemas.microsoft.com/office/drawing/2014/main" id="{8D69397F-62AD-4108-9872-184EDF8D0FCD}"/>
              </a:ext>
            </a:extLst>
          </p:cNvPr>
          <p:cNvSpPr>
            <a:spLocks noGrp="1"/>
          </p:cNvSpPr>
          <p:nvPr/>
        </p:nvSpPr>
        <p:spPr>
          <a:xfrm>
            <a:off x="11186071" y="7067550"/>
            <a:ext cx="4630341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2E7D4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2E7D4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cascade: 400 → 500 bar, fill completes</a:t>
            </a:r>
          </a:p>
        </p:txBody>
      </p:sp>
      <p:sp>
        <p:nvSpPr>
          <p:cNvPr id="58" name="!!source-7-dom-5-3-fill">
            <a:extLst>
              <a:ext uri="{FF2B5EF4-FFF2-40B4-BE49-F238E27FC236}">
                <a16:creationId xmlns:a16="http://schemas.microsoft.com/office/drawing/2014/main" id="{B3F3D6BF-5E26-431B-AF71-A1A1F04F7883}"/>
              </a:ext>
            </a:extLst>
          </p:cNvPr>
          <p:cNvSpPr>
            <a:spLocks noGrp="1"/>
          </p:cNvSpPr>
          <p:nvPr/>
        </p:nvSpPr>
        <p:spPr>
          <a:xfrm>
            <a:off x="1047750" y="7953375"/>
            <a:ext cx="16192501" cy="828675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9" name="!!source-7-dom-5-3-0-text-0">
            <a:extLst>
              <a:ext uri="{FF2B5EF4-FFF2-40B4-BE49-F238E27FC236}">
                <a16:creationId xmlns:a16="http://schemas.microsoft.com/office/drawing/2014/main" id="{C82FE513-7D5C-478B-A8F2-DA05EA3B38CB}"/>
              </a:ext>
            </a:extLst>
          </p:cNvPr>
          <p:cNvSpPr>
            <a:spLocks noGrp="1"/>
          </p:cNvSpPr>
          <p:nvPr/>
        </p:nvSpPr>
        <p:spPr>
          <a:xfrm>
            <a:off x="1333500" y="8181975"/>
            <a:ext cx="1537454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 is a property of the stored mass AND pressure distribution. The station is not one tank.</a:t>
            </a:r>
          </a:p>
        </p:txBody>
      </p:sp>
      <p:pic>
        <p:nvPicPr>
          <p:cNvPr id="122" name="!!source-7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9067861"/>
            <a:ext cx="553789" cy="533279"/>
          </a:xfrm>
          <a:prstGeom prst="rect">
            <a:avLst/>
          </a:prstGeom>
        </p:spPr>
      </p:pic>
      <p:pic>
        <p:nvPicPr>
          <p:cNvPr id="123" name="!!source-7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90678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79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!!source-8-dom-fill">
            <a:extLst>
              <a:ext uri="{FF2B5EF4-FFF2-40B4-BE49-F238E27FC236}">
                <a16:creationId xmlns:a16="http://schemas.microsoft.com/office/drawing/2014/main" id="{2E00D198-FA59-4937-9A7C-BA8B62EC01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8-dom-1-0-0-0-text-0">
            <a:extLst>
              <a:ext uri="{FF2B5EF4-FFF2-40B4-BE49-F238E27FC236}">
                <a16:creationId xmlns:a16="http://schemas.microsoft.com/office/drawing/2014/main" id="{D6D75CCE-D08D-4563-9AC6-1C883DBF8D01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8-dom-1-0-1-0-text-0">
            <a:extLst>
              <a:ext uri="{FF2B5EF4-FFF2-40B4-BE49-F238E27FC236}">
                <a16:creationId xmlns:a16="http://schemas.microsoft.com/office/drawing/2014/main" id="{4414C99E-6914-4E6C-834B-3CC728DEA846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8-dom-1-0-2-border-Bottom">
            <a:extLst>
              <a:ext uri="{FF2B5EF4-FFF2-40B4-BE49-F238E27FC236}">
                <a16:creationId xmlns:a16="http://schemas.microsoft.com/office/drawing/2014/main" id="{C49DDB7E-E6E9-4F37-B1C3-22E80F286AAB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8-dom-1-0-2-0-text-0">
            <a:extLst>
              <a:ext uri="{FF2B5EF4-FFF2-40B4-BE49-F238E27FC236}">
                <a16:creationId xmlns:a16="http://schemas.microsoft.com/office/drawing/2014/main" id="{5D846521-AA43-4319-90DD-758B254E71CB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8-dom-1-0-3-0-text-0">
            <a:extLst>
              <a:ext uri="{FF2B5EF4-FFF2-40B4-BE49-F238E27FC236}">
                <a16:creationId xmlns:a16="http://schemas.microsoft.com/office/drawing/2014/main" id="{E041B300-3993-4E1F-B1BA-E390783555A8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8-dom-1-0-4-0-text-0">
            <a:extLst>
              <a:ext uri="{FF2B5EF4-FFF2-40B4-BE49-F238E27FC236}">
                <a16:creationId xmlns:a16="http://schemas.microsoft.com/office/drawing/2014/main" id="{C5CC2153-4FAA-4973-9E11-BF43772638F1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8-dom-1-0-5-0-text-0">
            <a:extLst>
              <a:ext uri="{FF2B5EF4-FFF2-40B4-BE49-F238E27FC236}">
                <a16:creationId xmlns:a16="http://schemas.microsoft.com/office/drawing/2014/main" id="{988B5181-FD1C-4DE5-A1EC-DD8FC6FD2F3B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8-dom-1-1-0-text-0">
            <a:extLst>
              <a:ext uri="{FF2B5EF4-FFF2-40B4-BE49-F238E27FC236}">
                <a16:creationId xmlns:a16="http://schemas.microsoft.com/office/drawing/2014/main" id="{CED8AE40-1213-4CEF-9150-0EDF98FC9278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09 / 17</a:t>
            </a:r>
          </a:p>
        </p:txBody>
      </p:sp>
      <p:sp>
        <p:nvSpPr>
          <p:cNvPr id="10" name="!!source-8-dom-3-1-0-0-text-0">
            <a:extLst>
              <a:ext uri="{FF2B5EF4-FFF2-40B4-BE49-F238E27FC236}">
                <a16:creationId xmlns:a16="http://schemas.microsoft.com/office/drawing/2014/main" id="{96698809-EA66-47D2-A01A-E220C388CB39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4992291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Refuelling</a:t>
            </a:r>
            <a:r>
              <a:rPr sz="4800" b="0" i="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patterns</a:t>
            </a:r>
            <a:r>
              <a:rPr lang="es-ES" sz="4800" b="0" i="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as a </a:t>
            </a:r>
            <a:r>
              <a:rPr lang="es-ES" sz="4800" b="0" i="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modelling</a:t>
            </a:r>
            <a:r>
              <a:rPr lang="es-ES" sz="4800" b="0" i="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</a:t>
            </a:r>
            <a:r>
              <a:rPr lang="es-ES" sz="4800" b="0" i="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strategy</a:t>
            </a:r>
            <a:endParaRPr sz="4800" b="0" i="0" spc="-12" dirty="0">
              <a:solidFill>
                <a:srgbClr val="4E2E1A">
                  <a:alpha val="100000"/>
                </a:srgbClr>
              </a:solidFill>
              <a:latin typeface="Abhaya Libre ExtraBold"/>
              <a:ea typeface="Abhaya Libre ExtraBold"/>
              <a:cs typeface="Abhaya Libre ExtraBold"/>
            </a:endParaRPr>
          </a:p>
        </p:txBody>
      </p:sp>
      <p:sp>
        <p:nvSpPr>
          <p:cNvPr id="11" name="!!source-8-dom-3-1-1-0-0-text-0">
            <a:extLst>
              <a:ext uri="{FF2B5EF4-FFF2-40B4-BE49-F238E27FC236}">
                <a16:creationId xmlns:a16="http://schemas.microsoft.com/office/drawing/2014/main" id="{BB91E851-BB21-4A27-94F6-090D47DFBBD7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464105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An ordered sequence of sources</a:t>
            </a:r>
          </a:p>
        </p:txBody>
      </p:sp>
      <p:sp>
        <p:nvSpPr>
          <p:cNvPr id="12" name="!!source-8-dom-5-1-fill">
            <a:extLst>
              <a:ext uri="{FF2B5EF4-FFF2-40B4-BE49-F238E27FC236}">
                <a16:creationId xmlns:a16="http://schemas.microsoft.com/office/drawing/2014/main" id="{F4E6BF05-5901-4CCA-AB04-1BE595EB4CCC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16192501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8-dom-5-1-outline">
            <a:extLst>
              <a:ext uri="{FF2B5EF4-FFF2-40B4-BE49-F238E27FC236}">
                <a16:creationId xmlns:a16="http://schemas.microsoft.com/office/drawing/2014/main" id="{BC7D1483-054B-4B7D-BBE5-46385BDECBA9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16163926" cy="30194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8-dom-5-1-1-0-fill">
            <a:extLst>
              <a:ext uri="{FF2B5EF4-FFF2-40B4-BE49-F238E27FC236}">
                <a16:creationId xmlns:a16="http://schemas.microsoft.com/office/drawing/2014/main" id="{38870039-753C-4516-8306-9A2E7E95AA2F}"/>
              </a:ext>
            </a:extLst>
          </p:cNvPr>
          <p:cNvSpPr>
            <a:spLocks noGrp="1"/>
          </p:cNvSpPr>
          <p:nvPr/>
        </p:nvSpPr>
        <p:spPr>
          <a:xfrm>
            <a:off x="1362075" y="3743325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8-dom-5-1-1-0-0-text-0">
            <a:extLst>
              <a:ext uri="{FF2B5EF4-FFF2-40B4-BE49-F238E27FC236}">
                <a16:creationId xmlns:a16="http://schemas.microsoft.com/office/drawing/2014/main" id="{593E61AD-BEEE-440A-80BB-7C3BB6279A98}"/>
              </a:ext>
            </a:extLst>
          </p:cNvPr>
          <p:cNvSpPr>
            <a:spLocks noGrp="1"/>
          </p:cNvSpPr>
          <p:nvPr/>
        </p:nvSpPr>
        <p:spPr>
          <a:xfrm>
            <a:off x="1557338" y="3829050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8-dom-5-1-1-1-0-text-0">
            <a:extLst>
              <a:ext uri="{FF2B5EF4-FFF2-40B4-BE49-F238E27FC236}">
                <a16:creationId xmlns:a16="http://schemas.microsoft.com/office/drawing/2014/main" id="{3F96DD05-7ED1-484A-A0A5-4C6E645E1276}"/>
              </a:ext>
            </a:extLst>
          </p:cNvPr>
          <p:cNvSpPr>
            <a:spLocks noGrp="1"/>
          </p:cNvSpPr>
          <p:nvPr/>
        </p:nvSpPr>
        <p:spPr>
          <a:xfrm>
            <a:off x="2085975" y="3814762"/>
            <a:ext cx="14318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Pattern = </a:t>
            </a:r>
          </a:p>
        </p:txBody>
      </p:sp>
      <p:sp>
        <p:nvSpPr>
          <p:cNvPr id="17" name="!!source-8-dom-5-1-1-1-1-0-text-0">
            <a:extLst>
              <a:ext uri="{FF2B5EF4-FFF2-40B4-BE49-F238E27FC236}">
                <a16:creationId xmlns:a16="http://schemas.microsoft.com/office/drawing/2014/main" id="{C509902E-1C71-4DDB-B240-DCBCF3469147}"/>
              </a:ext>
            </a:extLst>
          </p:cNvPr>
          <p:cNvSpPr>
            <a:spLocks noGrp="1"/>
          </p:cNvSpPr>
          <p:nvPr/>
        </p:nvSpPr>
        <p:spPr>
          <a:xfrm>
            <a:off x="3470225" y="3814762"/>
            <a:ext cx="123214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ordered</a:t>
            </a:r>
          </a:p>
        </p:txBody>
      </p:sp>
      <p:sp>
        <p:nvSpPr>
          <p:cNvPr id="18" name="!!source-8-dom-5-1-1-1-2-text-0">
            <a:extLst>
              <a:ext uri="{FF2B5EF4-FFF2-40B4-BE49-F238E27FC236}">
                <a16:creationId xmlns:a16="http://schemas.microsoft.com/office/drawing/2014/main" id="{839911C1-3D0E-453E-A12C-E2B6D6666F46}"/>
              </a:ext>
            </a:extLst>
          </p:cNvPr>
          <p:cNvSpPr>
            <a:spLocks noGrp="1"/>
          </p:cNvSpPr>
          <p:nvPr/>
        </p:nvSpPr>
        <p:spPr>
          <a:xfrm>
            <a:off x="4654748" y="3814762"/>
            <a:ext cx="303460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sequence of sources</a:t>
            </a:r>
          </a:p>
        </p:txBody>
      </p:sp>
      <p:sp>
        <p:nvSpPr>
          <p:cNvPr id="19" name="!!source-8-dom-5-1-3-0-fill">
            <a:extLst>
              <a:ext uri="{FF2B5EF4-FFF2-40B4-BE49-F238E27FC236}">
                <a16:creationId xmlns:a16="http://schemas.microsoft.com/office/drawing/2014/main" id="{D499C6F3-08FC-488D-BA51-7604FF0D458E}"/>
              </a:ext>
            </a:extLst>
          </p:cNvPr>
          <p:cNvSpPr>
            <a:spLocks noGrp="1"/>
          </p:cNvSpPr>
          <p:nvPr/>
        </p:nvSpPr>
        <p:spPr>
          <a:xfrm>
            <a:off x="1362075" y="3771900"/>
            <a:ext cx="495300" cy="4953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8-dom-5-1-3-0-0-text-0">
            <a:extLst>
              <a:ext uri="{FF2B5EF4-FFF2-40B4-BE49-F238E27FC236}">
                <a16:creationId xmlns:a16="http://schemas.microsoft.com/office/drawing/2014/main" id="{7101CBAE-1E26-4165-8C55-9C87337D5ECB}"/>
              </a:ext>
            </a:extLst>
          </p:cNvPr>
          <p:cNvSpPr>
            <a:spLocks noGrp="1"/>
          </p:cNvSpPr>
          <p:nvPr/>
        </p:nvSpPr>
        <p:spPr>
          <a:xfrm>
            <a:off x="1557338" y="385762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1" name="!!source-8-dom-5-1-3-1-0-0-text-0">
            <a:extLst>
              <a:ext uri="{FF2B5EF4-FFF2-40B4-BE49-F238E27FC236}">
                <a16:creationId xmlns:a16="http://schemas.microsoft.com/office/drawing/2014/main" id="{A0E9D3E9-9E2F-4197-A454-B58E21D16E1A}"/>
              </a:ext>
            </a:extLst>
          </p:cNvPr>
          <p:cNvSpPr>
            <a:spLocks noGrp="1"/>
          </p:cNvSpPr>
          <p:nvPr/>
        </p:nvSpPr>
        <p:spPr>
          <a:xfrm>
            <a:off x="2238375" y="3252788"/>
            <a:ext cx="25653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 pattern is an </a:t>
            </a:r>
          </a:p>
        </p:txBody>
      </p:sp>
      <p:sp>
        <p:nvSpPr>
          <p:cNvPr id="22" name="!!source-8-dom-5-1-3-1-0-1-0-text-0">
            <a:extLst>
              <a:ext uri="{FF2B5EF4-FFF2-40B4-BE49-F238E27FC236}">
                <a16:creationId xmlns:a16="http://schemas.microsoft.com/office/drawing/2014/main" id="{B7606794-A1AB-4CE0-A6B4-4FC26C75EF39}"/>
              </a:ext>
            </a:extLst>
          </p:cNvPr>
          <p:cNvSpPr>
            <a:spLocks noGrp="1"/>
          </p:cNvSpPr>
          <p:nvPr/>
        </p:nvSpPr>
        <p:spPr>
          <a:xfrm>
            <a:off x="4756100" y="3252788"/>
            <a:ext cx="139005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ordered</a:t>
            </a:r>
          </a:p>
        </p:txBody>
      </p:sp>
      <p:sp>
        <p:nvSpPr>
          <p:cNvPr id="23" name="!!source-8-dom-5-1-3-1-0-2-text-0">
            <a:extLst>
              <a:ext uri="{FF2B5EF4-FFF2-40B4-BE49-F238E27FC236}">
                <a16:creationId xmlns:a16="http://schemas.microsoft.com/office/drawing/2014/main" id="{75B6A3C8-A2AE-49F7-BE41-54BDF26CF136}"/>
              </a:ext>
            </a:extLst>
          </p:cNvPr>
          <p:cNvSpPr>
            <a:spLocks noGrp="1"/>
          </p:cNvSpPr>
          <p:nvPr/>
        </p:nvSpPr>
        <p:spPr>
          <a:xfrm>
            <a:off x="6098530" y="3252788"/>
            <a:ext cx="3548509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sequence of sources</a:t>
            </a:r>
          </a:p>
        </p:txBody>
      </p:sp>
      <p:sp>
        <p:nvSpPr>
          <p:cNvPr id="24" name="!!source-8-dom-5-1-3-1-1-0-fill">
            <a:extLst>
              <a:ext uri="{FF2B5EF4-FFF2-40B4-BE49-F238E27FC236}">
                <a16:creationId xmlns:a16="http://schemas.microsoft.com/office/drawing/2014/main" id="{6E22057C-EDF5-42EB-A2FF-92DCBD107749}"/>
              </a:ext>
            </a:extLst>
          </p:cNvPr>
          <p:cNvSpPr>
            <a:spLocks noGrp="1"/>
          </p:cNvSpPr>
          <p:nvPr/>
        </p:nvSpPr>
        <p:spPr>
          <a:xfrm>
            <a:off x="2238375" y="3919538"/>
            <a:ext cx="990303" cy="866775"/>
          </a:xfrm>
          <a:prstGeom prst="roundRect">
            <a:avLst>
              <a:gd name="adj" fmla="val 6593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8-dom-5-1-3-1-1-0-outline">
            <a:extLst>
              <a:ext uri="{FF2B5EF4-FFF2-40B4-BE49-F238E27FC236}">
                <a16:creationId xmlns:a16="http://schemas.microsoft.com/office/drawing/2014/main" id="{EA33FE0F-F645-4698-BAD8-23EED00ACCD7}"/>
              </a:ext>
            </a:extLst>
          </p:cNvPr>
          <p:cNvSpPr>
            <a:spLocks noGrp="1"/>
          </p:cNvSpPr>
          <p:nvPr/>
        </p:nvSpPr>
        <p:spPr>
          <a:xfrm>
            <a:off x="2252662" y="3933825"/>
            <a:ext cx="961728" cy="838200"/>
          </a:xfrm>
          <a:prstGeom prst="roundRect">
            <a:avLst>
              <a:gd name="adj" fmla="val 6818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8-dom-5-1-3-1-1-0-0-text-0">
            <a:extLst>
              <a:ext uri="{FF2B5EF4-FFF2-40B4-BE49-F238E27FC236}">
                <a16:creationId xmlns:a16="http://schemas.microsoft.com/office/drawing/2014/main" id="{E7AD86A6-90AC-4C01-9794-E56833612D15}"/>
              </a:ext>
            </a:extLst>
          </p:cNvPr>
          <p:cNvSpPr>
            <a:spLocks noGrp="1"/>
          </p:cNvSpPr>
          <p:nvPr/>
        </p:nvSpPr>
        <p:spPr>
          <a:xfrm>
            <a:off x="2590800" y="4119562"/>
            <a:ext cx="333077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3000" b="0" i="0" spc="-7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27" name="!!source-8-dom-5-1-3-1-1-1-0-fill">
            <a:extLst>
              <a:ext uri="{FF2B5EF4-FFF2-40B4-BE49-F238E27FC236}">
                <a16:creationId xmlns:a16="http://schemas.microsoft.com/office/drawing/2014/main" id="{C52FD21C-81AA-4FB2-9C0F-4D4CA74217F1}"/>
              </a:ext>
            </a:extLst>
          </p:cNvPr>
          <p:cNvSpPr>
            <a:spLocks noGrp="1"/>
          </p:cNvSpPr>
          <p:nvPr/>
        </p:nvSpPr>
        <p:spPr>
          <a:xfrm>
            <a:off x="3228678" y="4333875"/>
            <a:ext cx="704850" cy="38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8-dom-5-1-3-1-1-1-1-border-Top">
            <a:extLst>
              <a:ext uri="{FF2B5EF4-FFF2-40B4-BE49-F238E27FC236}">
                <a16:creationId xmlns:a16="http://schemas.microsoft.com/office/drawing/2014/main" id="{7C1F5BA8-ECB7-4DED-B280-A56770DE4E95}"/>
              </a:ext>
            </a:extLst>
          </p:cNvPr>
          <p:cNvSpPr>
            <a:spLocks noGrp="1"/>
          </p:cNvSpPr>
          <p:nvPr/>
        </p:nvSpPr>
        <p:spPr>
          <a:xfrm>
            <a:off x="3933527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8-dom-5-1-3-1-1-1-1-border-Bottom">
            <a:extLst>
              <a:ext uri="{FF2B5EF4-FFF2-40B4-BE49-F238E27FC236}">
                <a16:creationId xmlns:a16="http://schemas.microsoft.com/office/drawing/2014/main" id="{2DD7B54D-5B2D-4887-A5DF-1C5FFD325B86}"/>
              </a:ext>
            </a:extLst>
          </p:cNvPr>
          <p:cNvSpPr>
            <a:spLocks noGrp="1"/>
          </p:cNvSpPr>
          <p:nvPr/>
        </p:nvSpPr>
        <p:spPr>
          <a:xfrm>
            <a:off x="3933527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8-dom-5-1-3-1-1-1-1-border-Left">
            <a:extLst>
              <a:ext uri="{FF2B5EF4-FFF2-40B4-BE49-F238E27FC236}">
                <a16:creationId xmlns:a16="http://schemas.microsoft.com/office/drawing/2014/main" id="{9AAA23EE-EE31-498C-9F91-0E1B42A0997A}"/>
              </a:ext>
            </a:extLst>
          </p:cNvPr>
          <p:cNvSpPr>
            <a:spLocks noGrp="1"/>
          </p:cNvSpPr>
          <p:nvPr/>
        </p:nvSpPr>
        <p:spPr>
          <a:xfrm>
            <a:off x="3933527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8-dom-5-1-3-1-1-2-fill">
            <a:extLst>
              <a:ext uri="{FF2B5EF4-FFF2-40B4-BE49-F238E27FC236}">
                <a16:creationId xmlns:a16="http://schemas.microsoft.com/office/drawing/2014/main" id="{26185D8D-D140-40B4-A92B-232ED5A55A13}"/>
              </a:ext>
            </a:extLst>
          </p:cNvPr>
          <p:cNvSpPr>
            <a:spLocks noGrp="1"/>
          </p:cNvSpPr>
          <p:nvPr/>
        </p:nvSpPr>
        <p:spPr>
          <a:xfrm>
            <a:off x="4085928" y="3919538"/>
            <a:ext cx="994916" cy="866775"/>
          </a:xfrm>
          <a:prstGeom prst="roundRect">
            <a:avLst>
              <a:gd name="adj" fmla="val 6593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8-dom-5-1-3-1-1-2-outline">
            <a:extLst>
              <a:ext uri="{FF2B5EF4-FFF2-40B4-BE49-F238E27FC236}">
                <a16:creationId xmlns:a16="http://schemas.microsoft.com/office/drawing/2014/main" id="{016DE6DC-0E88-4DA3-9121-04D3D5151DA0}"/>
              </a:ext>
            </a:extLst>
          </p:cNvPr>
          <p:cNvSpPr>
            <a:spLocks noGrp="1"/>
          </p:cNvSpPr>
          <p:nvPr/>
        </p:nvSpPr>
        <p:spPr>
          <a:xfrm>
            <a:off x="4100215" y="3933825"/>
            <a:ext cx="966341" cy="838200"/>
          </a:xfrm>
          <a:prstGeom prst="roundRect">
            <a:avLst>
              <a:gd name="adj" fmla="val 6818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8-dom-5-1-3-1-1-2-0-text-0">
            <a:extLst>
              <a:ext uri="{FF2B5EF4-FFF2-40B4-BE49-F238E27FC236}">
                <a16:creationId xmlns:a16="http://schemas.microsoft.com/office/drawing/2014/main" id="{6181D765-A1F0-4F00-B64B-33082B6BC7C8}"/>
              </a:ext>
            </a:extLst>
          </p:cNvPr>
          <p:cNvSpPr>
            <a:spLocks noGrp="1"/>
          </p:cNvSpPr>
          <p:nvPr/>
        </p:nvSpPr>
        <p:spPr>
          <a:xfrm>
            <a:off x="4438352" y="4119562"/>
            <a:ext cx="337691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3000" b="0" i="0" spc="-7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34" name="!!source-8-dom-5-1-3-1-1-3-0-fill">
            <a:extLst>
              <a:ext uri="{FF2B5EF4-FFF2-40B4-BE49-F238E27FC236}">
                <a16:creationId xmlns:a16="http://schemas.microsoft.com/office/drawing/2014/main" id="{B919DC6F-13A9-4D6E-B932-CB9AD6250A4B}"/>
              </a:ext>
            </a:extLst>
          </p:cNvPr>
          <p:cNvSpPr>
            <a:spLocks noGrp="1"/>
          </p:cNvSpPr>
          <p:nvPr/>
        </p:nvSpPr>
        <p:spPr>
          <a:xfrm>
            <a:off x="5080843" y="4333875"/>
            <a:ext cx="704850" cy="38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8-dom-5-1-3-1-1-3-1-border-Top">
            <a:extLst>
              <a:ext uri="{FF2B5EF4-FFF2-40B4-BE49-F238E27FC236}">
                <a16:creationId xmlns:a16="http://schemas.microsoft.com/office/drawing/2014/main" id="{94C98B57-1E31-4054-97B5-9DDD60840219}"/>
              </a:ext>
            </a:extLst>
          </p:cNvPr>
          <p:cNvSpPr>
            <a:spLocks noGrp="1"/>
          </p:cNvSpPr>
          <p:nvPr/>
        </p:nvSpPr>
        <p:spPr>
          <a:xfrm>
            <a:off x="5785693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8-dom-5-1-3-1-1-3-1-border-Bottom">
            <a:extLst>
              <a:ext uri="{FF2B5EF4-FFF2-40B4-BE49-F238E27FC236}">
                <a16:creationId xmlns:a16="http://schemas.microsoft.com/office/drawing/2014/main" id="{4E4AE42E-98ED-40D6-A067-B337ECCBB194}"/>
              </a:ext>
            </a:extLst>
          </p:cNvPr>
          <p:cNvSpPr>
            <a:spLocks noGrp="1"/>
          </p:cNvSpPr>
          <p:nvPr/>
        </p:nvSpPr>
        <p:spPr>
          <a:xfrm>
            <a:off x="5785693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8-dom-5-1-3-1-1-3-1-border-Left">
            <a:extLst>
              <a:ext uri="{FF2B5EF4-FFF2-40B4-BE49-F238E27FC236}">
                <a16:creationId xmlns:a16="http://schemas.microsoft.com/office/drawing/2014/main" id="{2B470DD7-86AE-4F02-AB30-0DFE5D89D1E6}"/>
              </a:ext>
            </a:extLst>
          </p:cNvPr>
          <p:cNvSpPr>
            <a:spLocks noGrp="1"/>
          </p:cNvSpPr>
          <p:nvPr/>
        </p:nvSpPr>
        <p:spPr>
          <a:xfrm>
            <a:off x="5785693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8-dom-5-1-3-1-1-4-fill">
            <a:extLst>
              <a:ext uri="{FF2B5EF4-FFF2-40B4-BE49-F238E27FC236}">
                <a16:creationId xmlns:a16="http://schemas.microsoft.com/office/drawing/2014/main" id="{1022733B-4282-4256-8604-1DDA7C034729}"/>
              </a:ext>
            </a:extLst>
          </p:cNvPr>
          <p:cNvSpPr>
            <a:spLocks noGrp="1"/>
          </p:cNvSpPr>
          <p:nvPr/>
        </p:nvSpPr>
        <p:spPr>
          <a:xfrm>
            <a:off x="5938093" y="3919538"/>
            <a:ext cx="3906887" cy="866775"/>
          </a:xfrm>
          <a:prstGeom prst="roundRect">
            <a:avLst>
              <a:gd name="adj" fmla="val 6593"/>
            </a:avLst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8-dom-5-1-3-1-1-4-outline">
            <a:extLst>
              <a:ext uri="{FF2B5EF4-FFF2-40B4-BE49-F238E27FC236}">
                <a16:creationId xmlns:a16="http://schemas.microsoft.com/office/drawing/2014/main" id="{64C38276-17AB-4CBA-B72E-EC888EFA5F79}"/>
              </a:ext>
            </a:extLst>
          </p:cNvPr>
          <p:cNvSpPr>
            <a:spLocks noGrp="1"/>
          </p:cNvSpPr>
          <p:nvPr/>
        </p:nvSpPr>
        <p:spPr>
          <a:xfrm>
            <a:off x="5952381" y="3933825"/>
            <a:ext cx="3878312" cy="838200"/>
          </a:xfrm>
          <a:prstGeom prst="roundRect">
            <a:avLst>
              <a:gd name="adj" fmla="val 6818"/>
            </a:avLst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8-dom-5-1-3-1-1-4-0-text-0">
            <a:extLst>
              <a:ext uri="{FF2B5EF4-FFF2-40B4-BE49-F238E27FC236}">
                <a16:creationId xmlns:a16="http://schemas.microsoft.com/office/drawing/2014/main" id="{B63F51AE-438F-4258-9F80-DCE47BC1C4E7}"/>
              </a:ext>
            </a:extLst>
          </p:cNvPr>
          <p:cNvSpPr>
            <a:spLocks noGrp="1"/>
          </p:cNvSpPr>
          <p:nvPr/>
        </p:nvSpPr>
        <p:spPr>
          <a:xfrm>
            <a:off x="6290518" y="4119562"/>
            <a:ext cx="3249662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3000" b="0" i="0" spc="-7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 · 350 bar</a:t>
            </a:r>
          </a:p>
        </p:txBody>
      </p:sp>
      <p:sp>
        <p:nvSpPr>
          <p:cNvPr id="41" name="!!source-8-dom-5-1-3-1-1-6-0-text-0">
            <a:extLst>
              <a:ext uri="{FF2B5EF4-FFF2-40B4-BE49-F238E27FC236}">
                <a16:creationId xmlns:a16="http://schemas.microsoft.com/office/drawing/2014/main" id="{2552E305-118D-469F-8E3B-4D96EA063945}"/>
              </a:ext>
            </a:extLst>
          </p:cNvPr>
          <p:cNvSpPr>
            <a:spLocks noGrp="1"/>
          </p:cNvSpPr>
          <p:nvPr/>
        </p:nvSpPr>
        <p:spPr>
          <a:xfrm>
            <a:off x="10416480" y="4025354"/>
            <a:ext cx="180424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order matters:</a:t>
            </a:r>
          </a:p>
        </p:txBody>
      </p:sp>
      <p:sp>
        <p:nvSpPr>
          <p:cNvPr id="42" name="!!source-8-dom-5-1-3-1-1-6-2-text-0">
            <a:extLst>
              <a:ext uri="{FF2B5EF4-FFF2-40B4-BE49-F238E27FC236}">
                <a16:creationId xmlns:a16="http://schemas.microsoft.com/office/drawing/2014/main" id="{78FED799-F740-4DAB-B40E-311DADEE4AFC}"/>
              </a:ext>
            </a:extLst>
          </p:cNvPr>
          <p:cNvSpPr>
            <a:spLocks noGrp="1"/>
          </p:cNvSpPr>
          <p:nvPr/>
        </p:nvSpPr>
        <p:spPr>
          <a:xfrm>
            <a:off x="10416480" y="4371975"/>
            <a:ext cx="361563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 → A stalls at B's equilibrium</a:t>
            </a:r>
          </a:p>
        </p:txBody>
      </p:sp>
      <p:sp>
        <p:nvSpPr>
          <p:cNvPr id="43" name="!!source-8-dom-5-3-fill">
            <a:extLst>
              <a:ext uri="{FF2B5EF4-FFF2-40B4-BE49-F238E27FC236}">
                <a16:creationId xmlns:a16="http://schemas.microsoft.com/office/drawing/2014/main" id="{9CD2E8A4-6029-44C7-9083-CC64D60FEA4A}"/>
              </a:ext>
            </a:extLst>
          </p:cNvPr>
          <p:cNvSpPr>
            <a:spLocks noGrp="1"/>
          </p:cNvSpPr>
          <p:nvPr/>
        </p:nvSpPr>
        <p:spPr>
          <a:xfrm>
            <a:off x="1047750" y="5648325"/>
            <a:ext cx="16192501" cy="6858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4" name="!!source-8-dom-5-3-outline">
            <a:extLst>
              <a:ext uri="{FF2B5EF4-FFF2-40B4-BE49-F238E27FC236}">
                <a16:creationId xmlns:a16="http://schemas.microsoft.com/office/drawing/2014/main" id="{B86115D0-62F2-4512-9920-C1915F85F709}"/>
              </a:ext>
            </a:extLst>
          </p:cNvPr>
          <p:cNvSpPr>
            <a:spLocks noGrp="1"/>
          </p:cNvSpPr>
          <p:nvPr/>
        </p:nvSpPr>
        <p:spPr>
          <a:xfrm>
            <a:off x="1062037" y="5662613"/>
            <a:ext cx="16163926" cy="6572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8-dom-5-3-1-0-fill">
            <a:extLst>
              <a:ext uri="{FF2B5EF4-FFF2-40B4-BE49-F238E27FC236}">
                <a16:creationId xmlns:a16="http://schemas.microsoft.com/office/drawing/2014/main" id="{5070CBDC-FF2C-4D8A-8FDB-C7F11DC03C2C}"/>
              </a:ext>
            </a:extLst>
          </p:cNvPr>
          <p:cNvSpPr>
            <a:spLocks noGrp="1"/>
          </p:cNvSpPr>
          <p:nvPr/>
        </p:nvSpPr>
        <p:spPr>
          <a:xfrm>
            <a:off x="1362075" y="5743575"/>
            <a:ext cx="495300" cy="4953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6" name="!!source-8-dom-5-3-1-0-0-text-0">
            <a:extLst>
              <a:ext uri="{FF2B5EF4-FFF2-40B4-BE49-F238E27FC236}">
                <a16:creationId xmlns:a16="http://schemas.microsoft.com/office/drawing/2014/main" id="{52C0C932-85E7-4983-AD36-95A823833213}"/>
              </a:ext>
            </a:extLst>
          </p:cNvPr>
          <p:cNvSpPr>
            <a:spLocks noGrp="1"/>
          </p:cNvSpPr>
          <p:nvPr/>
        </p:nvSpPr>
        <p:spPr>
          <a:xfrm>
            <a:off x="1530995" y="5829300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7" name="!!source-8-dom-5-3-1-1-0-text-0">
            <a:extLst>
              <a:ext uri="{FF2B5EF4-FFF2-40B4-BE49-F238E27FC236}">
                <a16:creationId xmlns:a16="http://schemas.microsoft.com/office/drawing/2014/main" id="{D20A300D-6A2F-430D-B41C-5D9C10ADE79F}"/>
              </a:ext>
            </a:extLst>
          </p:cNvPr>
          <p:cNvSpPr>
            <a:spLocks noGrp="1"/>
          </p:cNvSpPr>
          <p:nvPr/>
        </p:nvSpPr>
        <p:spPr>
          <a:xfrm>
            <a:off x="2085975" y="5815012"/>
            <a:ext cx="190857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Step ends at </a:t>
            </a:r>
          </a:p>
        </p:txBody>
      </p:sp>
      <p:sp>
        <p:nvSpPr>
          <p:cNvPr id="48" name="!!source-8-dom-5-3-1-1-1-0-text-0">
            <a:extLst>
              <a:ext uri="{FF2B5EF4-FFF2-40B4-BE49-F238E27FC236}">
                <a16:creationId xmlns:a16="http://schemas.microsoft.com/office/drawing/2014/main" id="{789F4CE9-FA9E-43B9-9B5F-045FFB697795}"/>
              </a:ext>
            </a:extLst>
          </p:cNvPr>
          <p:cNvSpPr>
            <a:spLocks noGrp="1"/>
          </p:cNvSpPr>
          <p:nvPr/>
        </p:nvSpPr>
        <p:spPr>
          <a:xfrm>
            <a:off x="3946922" y="5815012"/>
            <a:ext cx="115297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350 bar</a:t>
            </a:r>
          </a:p>
        </p:txBody>
      </p:sp>
      <p:sp>
        <p:nvSpPr>
          <p:cNvPr id="49" name="!!source-8-dom-5-3-1-1-2-text-0">
            <a:extLst>
              <a:ext uri="{FF2B5EF4-FFF2-40B4-BE49-F238E27FC236}">
                <a16:creationId xmlns:a16="http://schemas.microsoft.com/office/drawing/2014/main" id="{798819F6-7E2E-41BE-AD4F-289697FAF65C}"/>
              </a:ext>
            </a:extLst>
          </p:cNvPr>
          <p:cNvSpPr>
            <a:spLocks noGrp="1"/>
          </p:cNvSpPr>
          <p:nvPr/>
        </p:nvSpPr>
        <p:spPr>
          <a:xfrm>
            <a:off x="5052268" y="5815012"/>
            <a:ext cx="85070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or at </a:t>
            </a:r>
          </a:p>
        </p:txBody>
      </p:sp>
      <p:sp>
        <p:nvSpPr>
          <p:cNvPr id="50" name="!!source-8-dom-5-3-1-1-3-0-text-0">
            <a:extLst>
              <a:ext uri="{FF2B5EF4-FFF2-40B4-BE49-F238E27FC236}">
                <a16:creationId xmlns:a16="http://schemas.microsoft.com/office/drawing/2014/main" id="{67112D85-1C2D-4DAE-80A5-3FB2EC197ACA}"/>
              </a:ext>
            </a:extLst>
          </p:cNvPr>
          <p:cNvSpPr>
            <a:spLocks noGrp="1"/>
          </p:cNvSpPr>
          <p:nvPr/>
        </p:nvSpPr>
        <p:spPr>
          <a:xfrm>
            <a:off x="5855345" y="5815012"/>
            <a:ext cx="189279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equalisation</a:t>
            </a:r>
          </a:p>
        </p:txBody>
      </p:sp>
      <p:sp>
        <p:nvSpPr>
          <p:cNvPr id="51" name="!!source-8-dom-5-3-3-0-fill">
            <a:extLst>
              <a:ext uri="{FF2B5EF4-FFF2-40B4-BE49-F238E27FC236}">
                <a16:creationId xmlns:a16="http://schemas.microsoft.com/office/drawing/2014/main" id="{870A630B-80F9-4398-BE6C-D943D69D6B31}"/>
              </a:ext>
            </a:extLst>
          </p:cNvPr>
          <p:cNvSpPr>
            <a:spLocks noGrp="1"/>
          </p:cNvSpPr>
          <p:nvPr/>
        </p:nvSpPr>
        <p:spPr>
          <a:xfrm>
            <a:off x="1362075" y="6953250"/>
            <a:ext cx="495300" cy="495301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2" name="!!source-8-dom-5-3-3-0-0-text-0">
            <a:extLst>
              <a:ext uri="{FF2B5EF4-FFF2-40B4-BE49-F238E27FC236}">
                <a16:creationId xmlns:a16="http://schemas.microsoft.com/office/drawing/2014/main" id="{090F0158-D77E-485C-8752-4CFF0F37FEC5}"/>
              </a:ext>
            </a:extLst>
          </p:cNvPr>
          <p:cNvSpPr>
            <a:spLocks noGrp="1"/>
          </p:cNvSpPr>
          <p:nvPr/>
        </p:nvSpPr>
        <p:spPr>
          <a:xfrm>
            <a:off x="1530995" y="7038975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3" name="!!source-8-dom-5-3-3-1-0-0-text-0">
            <a:extLst>
              <a:ext uri="{FF2B5EF4-FFF2-40B4-BE49-F238E27FC236}">
                <a16:creationId xmlns:a16="http://schemas.microsoft.com/office/drawing/2014/main" id="{0CB05DA1-0EDD-4659-893F-EEFEF1F1EE13}"/>
              </a:ext>
            </a:extLst>
          </p:cNvPr>
          <p:cNvSpPr>
            <a:spLocks noGrp="1"/>
          </p:cNvSpPr>
          <p:nvPr/>
        </p:nvSpPr>
        <p:spPr>
          <a:xfrm>
            <a:off x="2238375" y="5986462"/>
            <a:ext cx="360164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</a:t>
            </a:r>
          </a:p>
        </p:txBody>
      </p:sp>
      <p:sp>
        <p:nvSpPr>
          <p:cNvPr id="54" name="!!source-8-dom-5-3-3-1-0-1-0-text-0">
            <a:extLst>
              <a:ext uri="{FF2B5EF4-FFF2-40B4-BE49-F238E27FC236}">
                <a16:creationId xmlns:a16="http://schemas.microsoft.com/office/drawing/2014/main" id="{B038BF67-82FE-4EF5-8AE2-42A5BBA02BB3}"/>
              </a:ext>
            </a:extLst>
          </p:cNvPr>
          <p:cNvSpPr>
            <a:spLocks noGrp="1"/>
          </p:cNvSpPr>
          <p:nvPr/>
        </p:nvSpPr>
        <p:spPr>
          <a:xfrm>
            <a:off x="2550914" y="5986462"/>
            <a:ext cx="73952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step</a:t>
            </a:r>
          </a:p>
        </p:txBody>
      </p:sp>
      <p:sp>
        <p:nvSpPr>
          <p:cNvPr id="55" name="!!source-8-dom-5-3-3-1-0-2-text-0">
            <a:extLst>
              <a:ext uri="{FF2B5EF4-FFF2-40B4-BE49-F238E27FC236}">
                <a16:creationId xmlns:a16="http://schemas.microsoft.com/office/drawing/2014/main" id="{CE9200B2-25FE-4DE7-A58D-26FB4CEB9CAB}"/>
              </a:ext>
            </a:extLst>
          </p:cNvPr>
          <p:cNvSpPr>
            <a:spLocks noGrp="1"/>
          </p:cNvSpPr>
          <p:nvPr/>
        </p:nvSpPr>
        <p:spPr>
          <a:xfrm>
            <a:off x="3242816" y="5986462"/>
            <a:ext cx="835595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opens one source and ends at the first of two events</a:t>
            </a:r>
          </a:p>
        </p:txBody>
      </p:sp>
      <p:sp>
        <p:nvSpPr>
          <p:cNvPr id="56" name="!!source-8-dom-5-3-3-1-1-0-0-0-text-0">
            <a:extLst>
              <a:ext uri="{FF2B5EF4-FFF2-40B4-BE49-F238E27FC236}">
                <a16:creationId xmlns:a16="http://schemas.microsoft.com/office/drawing/2014/main" id="{6A6F2606-D0F3-4171-A22A-C1355ACA96EE}"/>
              </a:ext>
            </a:extLst>
          </p:cNvPr>
          <p:cNvSpPr>
            <a:spLocks noGrp="1"/>
          </p:cNvSpPr>
          <p:nvPr/>
        </p:nvSpPr>
        <p:spPr>
          <a:xfrm>
            <a:off x="2306538" y="6491287"/>
            <a:ext cx="101604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300 bar</a:t>
            </a:r>
          </a:p>
        </p:txBody>
      </p:sp>
      <p:sp>
        <p:nvSpPr>
          <p:cNvPr id="57" name="!!source-8-dom-5-3-3-1-1-0-1-fill">
            <a:extLst>
              <a:ext uri="{FF2B5EF4-FFF2-40B4-BE49-F238E27FC236}">
                <a16:creationId xmlns:a16="http://schemas.microsoft.com/office/drawing/2014/main" id="{222ECC33-FBEB-46EC-AF91-EE4E8B1D83A7}"/>
              </a:ext>
            </a:extLst>
          </p:cNvPr>
          <p:cNvSpPr>
            <a:spLocks noGrp="1"/>
          </p:cNvSpPr>
          <p:nvPr/>
        </p:nvSpPr>
        <p:spPr>
          <a:xfrm>
            <a:off x="2238375" y="6853237"/>
            <a:ext cx="1104900" cy="1200150"/>
          </a:xfrm>
          <a:prstGeom prst="roundRect">
            <a:avLst>
              <a:gd name="adj" fmla="val 12069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8-dom-5-3-3-1-1-0-1-outline">
            <a:extLst>
              <a:ext uri="{FF2B5EF4-FFF2-40B4-BE49-F238E27FC236}">
                <a16:creationId xmlns:a16="http://schemas.microsoft.com/office/drawing/2014/main" id="{13DD0B6E-6E9D-44A0-9D2E-1ED97096F540}"/>
              </a:ext>
            </a:extLst>
          </p:cNvPr>
          <p:cNvSpPr>
            <a:spLocks noGrp="1"/>
          </p:cNvSpPr>
          <p:nvPr/>
        </p:nvSpPr>
        <p:spPr>
          <a:xfrm>
            <a:off x="2252662" y="6867525"/>
            <a:ext cx="1076325" cy="1171575"/>
          </a:xfrm>
          <a:prstGeom prst="roundRect">
            <a:avLst>
              <a:gd name="adj" fmla="val 12389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!!source-8-dom-5-3-3-1-1-0-1-0-fill">
            <a:extLst>
              <a:ext uri="{FF2B5EF4-FFF2-40B4-BE49-F238E27FC236}">
                <a16:creationId xmlns:a16="http://schemas.microsoft.com/office/drawing/2014/main" id="{D1384947-66A3-4081-88BA-BC9A2A803E85}"/>
              </a:ext>
            </a:extLst>
          </p:cNvPr>
          <p:cNvSpPr>
            <a:spLocks noGrp="1"/>
          </p:cNvSpPr>
          <p:nvPr/>
        </p:nvSpPr>
        <p:spPr>
          <a:xfrm>
            <a:off x="2266950" y="7681913"/>
            <a:ext cx="1047750" cy="342900"/>
          </a:xfrm>
          <a:custGeom>
            <a:avLst/>
            <a:gdLst/>
            <a:ahLst/>
            <a:cxnLst/>
            <a:rect l="0" t="0" r="0" b="0"/>
            <a:pathLst>
              <a:path w="1047750" h="342900">
                <a:moveTo>
                  <a:pt x="0" y="0"/>
                </a:moveTo>
                <a:lnTo>
                  <a:pt x="1047750" y="0"/>
                </a:lnTo>
                <a:lnTo>
                  <a:pt x="1047750" y="238125"/>
                </a:lnTo>
                <a:lnTo>
                  <a:pt x="1045737" y="258565"/>
                </a:lnTo>
                <a:lnTo>
                  <a:pt x="1039774" y="278220"/>
                </a:lnTo>
                <a:lnTo>
                  <a:pt x="1030092" y="296335"/>
                </a:lnTo>
                <a:lnTo>
                  <a:pt x="1017062" y="312212"/>
                </a:lnTo>
                <a:lnTo>
                  <a:pt x="1001185" y="325242"/>
                </a:lnTo>
                <a:lnTo>
                  <a:pt x="983071" y="334924"/>
                </a:lnTo>
                <a:lnTo>
                  <a:pt x="963415" y="340887"/>
                </a:lnTo>
                <a:lnTo>
                  <a:pt x="942975" y="342900"/>
                </a:lnTo>
                <a:lnTo>
                  <a:pt x="104775" y="342900"/>
                </a:lnTo>
                <a:lnTo>
                  <a:pt x="84334" y="340887"/>
                </a:lnTo>
                <a:lnTo>
                  <a:pt x="64679" y="334924"/>
                </a:lnTo>
                <a:lnTo>
                  <a:pt x="46565" y="325242"/>
                </a:lnTo>
                <a:lnTo>
                  <a:pt x="30688" y="312212"/>
                </a:lnTo>
                <a:lnTo>
                  <a:pt x="17658" y="296335"/>
                </a:lnTo>
                <a:lnTo>
                  <a:pt x="7976" y="278220"/>
                </a:lnTo>
                <a:lnTo>
                  <a:pt x="2013" y="258565"/>
                </a:lnTo>
                <a:lnTo>
                  <a:pt x="0" y="2381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0" name="!!source-8-dom-5-3-3-1-1-0-2-0-text-0">
            <a:extLst>
              <a:ext uri="{FF2B5EF4-FFF2-40B4-BE49-F238E27FC236}">
                <a16:creationId xmlns:a16="http://schemas.microsoft.com/office/drawing/2014/main" id="{CC5CCDC3-8D31-4D63-A7F1-91E827417A68}"/>
              </a:ext>
            </a:extLst>
          </p:cNvPr>
          <p:cNvSpPr>
            <a:spLocks noGrp="1"/>
          </p:cNvSpPr>
          <p:nvPr/>
        </p:nvSpPr>
        <p:spPr>
          <a:xfrm>
            <a:off x="2697956" y="8110538"/>
            <a:ext cx="23321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61" name="!!source-8-dom-5-3-3-1-1-1-0-text-0">
            <a:extLst>
              <a:ext uri="{FF2B5EF4-FFF2-40B4-BE49-F238E27FC236}">
                <a16:creationId xmlns:a16="http://schemas.microsoft.com/office/drawing/2014/main" id="{8AA0E2C5-F7AB-4261-A7E5-62DC790E70B7}"/>
              </a:ext>
            </a:extLst>
          </p:cNvPr>
          <p:cNvSpPr>
            <a:spLocks noGrp="1"/>
          </p:cNvSpPr>
          <p:nvPr/>
        </p:nvSpPr>
        <p:spPr>
          <a:xfrm>
            <a:off x="3724275" y="7091363"/>
            <a:ext cx="654844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5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4500" b="1" i="0" spc="-11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⟶</a:t>
            </a:r>
          </a:p>
        </p:txBody>
      </p:sp>
      <p:sp>
        <p:nvSpPr>
          <p:cNvPr id="62" name="!!source-8-dom-5-3-3-1-1-2-0-0-text-0">
            <a:extLst>
              <a:ext uri="{FF2B5EF4-FFF2-40B4-BE49-F238E27FC236}">
                <a16:creationId xmlns:a16="http://schemas.microsoft.com/office/drawing/2014/main" id="{FF5CAB88-D453-4269-8447-F94910C189C8}"/>
              </a:ext>
            </a:extLst>
          </p:cNvPr>
          <p:cNvSpPr>
            <a:spLocks noGrp="1"/>
          </p:cNvSpPr>
          <p:nvPr/>
        </p:nvSpPr>
        <p:spPr>
          <a:xfrm>
            <a:off x="4712494" y="6491287"/>
            <a:ext cx="170646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100 → 230 bar</a:t>
            </a:r>
          </a:p>
        </p:txBody>
      </p:sp>
      <p:sp>
        <p:nvSpPr>
          <p:cNvPr id="63" name="!!source-8-dom-5-3-3-1-1-2-1-fill">
            <a:extLst>
              <a:ext uri="{FF2B5EF4-FFF2-40B4-BE49-F238E27FC236}">
                <a16:creationId xmlns:a16="http://schemas.microsoft.com/office/drawing/2014/main" id="{88CC593F-24F9-4F9D-9C94-9665A7390564}"/>
              </a:ext>
            </a:extLst>
          </p:cNvPr>
          <p:cNvSpPr>
            <a:spLocks noGrp="1"/>
          </p:cNvSpPr>
          <p:nvPr/>
        </p:nvSpPr>
        <p:spPr>
          <a:xfrm>
            <a:off x="4989463" y="6853237"/>
            <a:ext cx="1104900" cy="1200150"/>
          </a:xfrm>
          <a:prstGeom prst="roundRect">
            <a:avLst>
              <a:gd name="adj" fmla="val 12069"/>
            </a:avLst>
          </a:prstGeom>
          <a:solidFill>
            <a:srgbClr val="FFF5F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8-dom-5-3-3-1-1-2-1-outline">
            <a:extLst>
              <a:ext uri="{FF2B5EF4-FFF2-40B4-BE49-F238E27FC236}">
                <a16:creationId xmlns:a16="http://schemas.microsoft.com/office/drawing/2014/main" id="{58EA8EAE-600B-4B06-BA40-27EC192220E0}"/>
              </a:ext>
            </a:extLst>
          </p:cNvPr>
          <p:cNvSpPr>
            <a:spLocks noGrp="1"/>
          </p:cNvSpPr>
          <p:nvPr/>
        </p:nvSpPr>
        <p:spPr>
          <a:xfrm>
            <a:off x="5003750" y="6867525"/>
            <a:ext cx="1076325" cy="1171575"/>
          </a:xfrm>
          <a:prstGeom prst="roundRect">
            <a:avLst>
              <a:gd name="adj" fmla="val 12389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8-dom-5-3-3-1-1-2-1-0-fill">
            <a:extLst>
              <a:ext uri="{FF2B5EF4-FFF2-40B4-BE49-F238E27FC236}">
                <a16:creationId xmlns:a16="http://schemas.microsoft.com/office/drawing/2014/main" id="{18F42564-B2E3-4246-8C73-CB36592FE610}"/>
              </a:ext>
            </a:extLst>
          </p:cNvPr>
          <p:cNvSpPr>
            <a:spLocks noGrp="1"/>
          </p:cNvSpPr>
          <p:nvPr/>
        </p:nvSpPr>
        <p:spPr>
          <a:xfrm>
            <a:off x="5018038" y="7499152"/>
            <a:ext cx="1047750" cy="525661"/>
          </a:xfrm>
          <a:custGeom>
            <a:avLst/>
            <a:gdLst/>
            <a:ahLst/>
            <a:cxnLst/>
            <a:rect l="0" t="0" r="0" b="0"/>
            <a:pathLst>
              <a:path w="1047750" h="525661">
                <a:moveTo>
                  <a:pt x="0" y="0"/>
                </a:moveTo>
                <a:lnTo>
                  <a:pt x="1047750" y="0"/>
                </a:lnTo>
                <a:lnTo>
                  <a:pt x="1047750" y="420886"/>
                </a:lnTo>
                <a:lnTo>
                  <a:pt x="1045737" y="441326"/>
                </a:lnTo>
                <a:lnTo>
                  <a:pt x="1039775" y="460981"/>
                </a:lnTo>
                <a:lnTo>
                  <a:pt x="1030092" y="479095"/>
                </a:lnTo>
                <a:lnTo>
                  <a:pt x="1017062" y="494973"/>
                </a:lnTo>
                <a:lnTo>
                  <a:pt x="1001185" y="508003"/>
                </a:lnTo>
                <a:lnTo>
                  <a:pt x="983071" y="517685"/>
                </a:lnTo>
                <a:lnTo>
                  <a:pt x="963416" y="523647"/>
                </a:lnTo>
                <a:lnTo>
                  <a:pt x="942975" y="525661"/>
                </a:lnTo>
                <a:lnTo>
                  <a:pt x="104775" y="525661"/>
                </a:lnTo>
                <a:lnTo>
                  <a:pt x="84334" y="523647"/>
                </a:lnTo>
                <a:lnTo>
                  <a:pt x="64679" y="517685"/>
                </a:lnTo>
                <a:lnTo>
                  <a:pt x="46565" y="508003"/>
                </a:lnTo>
                <a:lnTo>
                  <a:pt x="30688" y="494973"/>
                </a:lnTo>
                <a:lnTo>
                  <a:pt x="17658" y="479095"/>
                </a:lnTo>
                <a:lnTo>
                  <a:pt x="7976" y="460981"/>
                </a:lnTo>
                <a:lnTo>
                  <a:pt x="2013" y="441326"/>
                </a:lnTo>
                <a:lnTo>
                  <a:pt x="0" y="420886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8-dom-5-3-3-1-1-2-2-0-text-0">
            <a:extLst>
              <a:ext uri="{FF2B5EF4-FFF2-40B4-BE49-F238E27FC236}">
                <a16:creationId xmlns:a16="http://schemas.microsoft.com/office/drawing/2014/main" id="{4361A34C-71D3-4BEA-ADEB-140C6334A726}"/>
              </a:ext>
            </a:extLst>
          </p:cNvPr>
          <p:cNvSpPr>
            <a:spLocks noGrp="1"/>
          </p:cNvSpPr>
          <p:nvPr/>
        </p:nvSpPr>
        <p:spPr>
          <a:xfrm>
            <a:off x="5076676" y="8110538"/>
            <a:ext cx="97809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67" name="!!source-8-dom-5-3-3-1-1-4-0-fill">
            <a:extLst>
              <a:ext uri="{FF2B5EF4-FFF2-40B4-BE49-F238E27FC236}">
                <a16:creationId xmlns:a16="http://schemas.microsoft.com/office/drawing/2014/main" id="{103DC86C-9DDA-409C-8D9D-4450F7569056}"/>
              </a:ext>
            </a:extLst>
          </p:cNvPr>
          <p:cNvSpPr>
            <a:spLocks noGrp="1"/>
          </p:cNvSpPr>
          <p:nvPr/>
        </p:nvSpPr>
        <p:spPr>
          <a:xfrm>
            <a:off x="7514332" y="6788497"/>
            <a:ext cx="3962995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8-dom-5-3-3-1-1-4-0-outline">
            <a:extLst>
              <a:ext uri="{FF2B5EF4-FFF2-40B4-BE49-F238E27FC236}">
                <a16:creationId xmlns:a16="http://schemas.microsoft.com/office/drawing/2014/main" id="{0C941564-67FE-4D9E-8F49-455872C1E3D5}"/>
              </a:ext>
            </a:extLst>
          </p:cNvPr>
          <p:cNvSpPr>
            <a:spLocks noGrp="1"/>
          </p:cNvSpPr>
          <p:nvPr/>
        </p:nvSpPr>
        <p:spPr>
          <a:xfrm>
            <a:off x="7528620" y="6802785"/>
            <a:ext cx="3934420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8-dom-5-3-3-1-1-4-0-0-text-0">
            <a:extLst>
              <a:ext uri="{FF2B5EF4-FFF2-40B4-BE49-F238E27FC236}">
                <a16:creationId xmlns:a16="http://schemas.microsoft.com/office/drawing/2014/main" id="{0522C941-D037-4B6E-BE99-F141D803AF5C}"/>
              </a:ext>
            </a:extLst>
          </p:cNvPr>
          <p:cNvSpPr>
            <a:spLocks noGrp="1"/>
          </p:cNvSpPr>
          <p:nvPr/>
        </p:nvSpPr>
        <p:spPr>
          <a:xfrm>
            <a:off x="7752457" y="6912322"/>
            <a:ext cx="353437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✓ vehicle reaches 350 bar</a:t>
            </a:r>
          </a:p>
        </p:txBody>
      </p:sp>
      <p:sp>
        <p:nvSpPr>
          <p:cNvPr id="70" name="!!source-8-dom-5-3-3-1-1-4-1-fill">
            <a:extLst>
              <a:ext uri="{FF2B5EF4-FFF2-40B4-BE49-F238E27FC236}">
                <a16:creationId xmlns:a16="http://schemas.microsoft.com/office/drawing/2014/main" id="{A79A6A73-F338-41E9-8483-E77C5BE82872}"/>
              </a:ext>
            </a:extLst>
          </p:cNvPr>
          <p:cNvSpPr>
            <a:spLocks noGrp="1"/>
          </p:cNvSpPr>
          <p:nvPr/>
        </p:nvSpPr>
        <p:spPr>
          <a:xfrm>
            <a:off x="7514332" y="7493347"/>
            <a:ext cx="3962995" cy="624781"/>
          </a:xfrm>
          <a:prstGeom prst="roundRect">
            <a:avLst>
              <a:gd name="adj" fmla="val 9147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1" name="!!source-8-dom-5-3-3-1-1-4-1-outline">
            <a:extLst>
              <a:ext uri="{FF2B5EF4-FFF2-40B4-BE49-F238E27FC236}">
                <a16:creationId xmlns:a16="http://schemas.microsoft.com/office/drawing/2014/main" id="{4DB86BB3-A01E-4C78-9662-0265FD93E0FC}"/>
              </a:ext>
            </a:extLst>
          </p:cNvPr>
          <p:cNvSpPr>
            <a:spLocks noGrp="1"/>
          </p:cNvSpPr>
          <p:nvPr/>
        </p:nvSpPr>
        <p:spPr>
          <a:xfrm>
            <a:off x="7528620" y="7507635"/>
            <a:ext cx="3934420" cy="596206"/>
          </a:xfrm>
          <a:prstGeom prst="roundRect">
            <a:avLst>
              <a:gd name="adj" fmla="val 9586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8-dom-5-3-3-1-1-4-1-0-text-0">
            <a:extLst>
              <a:ext uri="{FF2B5EF4-FFF2-40B4-BE49-F238E27FC236}">
                <a16:creationId xmlns:a16="http://schemas.microsoft.com/office/drawing/2014/main" id="{707EC4CD-4762-46E9-A53A-50A4A89902C0}"/>
              </a:ext>
            </a:extLst>
          </p:cNvPr>
          <p:cNvSpPr>
            <a:spLocks noGrp="1"/>
          </p:cNvSpPr>
          <p:nvPr/>
        </p:nvSpPr>
        <p:spPr>
          <a:xfrm>
            <a:off x="7752457" y="7617172"/>
            <a:ext cx="47223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= P</a:t>
            </a:r>
          </a:p>
        </p:txBody>
      </p:sp>
      <p:sp>
        <p:nvSpPr>
          <p:cNvPr id="73" name="!!source-8-dom-5-3-3-1-1-4-1-1-0-text-0">
            <a:extLst>
              <a:ext uri="{FF2B5EF4-FFF2-40B4-BE49-F238E27FC236}">
                <a16:creationId xmlns:a16="http://schemas.microsoft.com/office/drawing/2014/main" id="{BB757A97-FCBC-4109-A591-913EA1743E85}"/>
              </a:ext>
            </a:extLst>
          </p:cNvPr>
          <p:cNvSpPr>
            <a:spLocks noGrp="1"/>
          </p:cNvSpPr>
          <p:nvPr/>
        </p:nvSpPr>
        <p:spPr>
          <a:xfrm>
            <a:off x="8177064" y="7718078"/>
            <a:ext cx="21416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750" b="0" i="0" spc="-4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74" name="!!source-8-dom-5-3-3-1-1-4-1-2-text-0">
            <a:extLst>
              <a:ext uri="{FF2B5EF4-FFF2-40B4-BE49-F238E27FC236}">
                <a16:creationId xmlns:a16="http://schemas.microsoft.com/office/drawing/2014/main" id="{39077FDE-3345-40DE-AB92-273BE46B3C2E}"/>
              </a:ext>
            </a:extLst>
          </p:cNvPr>
          <p:cNvSpPr>
            <a:spLocks noGrp="1"/>
          </p:cNvSpPr>
          <p:nvPr/>
        </p:nvSpPr>
        <p:spPr>
          <a:xfrm>
            <a:off x="8343603" y="7617172"/>
            <a:ext cx="236726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equalises with P</a:t>
            </a:r>
          </a:p>
        </p:txBody>
      </p:sp>
      <p:sp>
        <p:nvSpPr>
          <p:cNvPr id="75" name="!!source-8-dom-5-3-3-1-1-4-1-3-0-text-0">
            <a:extLst>
              <a:ext uri="{FF2B5EF4-FFF2-40B4-BE49-F238E27FC236}">
                <a16:creationId xmlns:a16="http://schemas.microsoft.com/office/drawing/2014/main" id="{9B5E8CCC-0161-4B7C-9967-771C023682E6}"/>
              </a:ext>
            </a:extLst>
          </p:cNvPr>
          <p:cNvSpPr>
            <a:spLocks noGrp="1"/>
          </p:cNvSpPr>
          <p:nvPr/>
        </p:nvSpPr>
        <p:spPr>
          <a:xfrm>
            <a:off x="10663238" y="7718078"/>
            <a:ext cx="46330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750" b="0" i="0" spc="-4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</a:t>
            </a:r>
          </a:p>
        </p:txBody>
      </p:sp>
      <p:sp>
        <p:nvSpPr>
          <p:cNvPr id="76" name="!!source-8-dom-5-5-fill">
            <a:extLst>
              <a:ext uri="{FF2B5EF4-FFF2-40B4-BE49-F238E27FC236}">
                <a16:creationId xmlns:a16="http://schemas.microsoft.com/office/drawing/2014/main" id="{6ECB8BC8-3BCB-4535-B34A-B78D6D93E631}"/>
              </a:ext>
            </a:extLst>
          </p:cNvPr>
          <p:cNvSpPr>
            <a:spLocks noGrp="1"/>
          </p:cNvSpPr>
          <p:nvPr/>
        </p:nvSpPr>
        <p:spPr>
          <a:xfrm>
            <a:off x="1047750" y="6467475"/>
            <a:ext cx="16192501" cy="6858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8-dom-5-5-outline">
            <a:extLst>
              <a:ext uri="{FF2B5EF4-FFF2-40B4-BE49-F238E27FC236}">
                <a16:creationId xmlns:a16="http://schemas.microsoft.com/office/drawing/2014/main" id="{EF7A4249-17AC-481F-8066-BEDA23741BE3}"/>
              </a:ext>
            </a:extLst>
          </p:cNvPr>
          <p:cNvSpPr>
            <a:spLocks noGrp="1"/>
          </p:cNvSpPr>
          <p:nvPr/>
        </p:nvSpPr>
        <p:spPr>
          <a:xfrm>
            <a:off x="1062037" y="6481763"/>
            <a:ext cx="16163926" cy="6572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!!source-8-dom-5-5-1-0-fill">
            <a:extLst>
              <a:ext uri="{FF2B5EF4-FFF2-40B4-BE49-F238E27FC236}">
                <a16:creationId xmlns:a16="http://schemas.microsoft.com/office/drawing/2014/main" id="{3AFF0FD4-EA46-4E97-9ABD-E6F6FFCC7128}"/>
              </a:ext>
            </a:extLst>
          </p:cNvPr>
          <p:cNvSpPr>
            <a:spLocks noGrp="1"/>
          </p:cNvSpPr>
          <p:nvPr/>
        </p:nvSpPr>
        <p:spPr>
          <a:xfrm>
            <a:off x="1362075" y="6562725"/>
            <a:ext cx="495300" cy="4953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8-dom-5-5-1-0-0-text-0">
            <a:extLst>
              <a:ext uri="{FF2B5EF4-FFF2-40B4-BE49-F238E27FC236}">
                <a16:creationId xmlns:a16="http://schemas.microsoft.com/office/drawing/2014/main" id="{BD978268-4874-4939-84EA-A1487B85DC30}"/>
              </a:ext>
            </a:extLst>
          </p:cNvPr>
          <p:cNvSpPr>
            <a:spLocks noGrp="1"/>
          </p:cNvSpPr>
          <p:nvPr/>
        </p:nvSpPr>
        <p:spPr>
          <a:xfrm>
            <a:off x="1530697" y="6648450"/>
            <a:ext cx="20553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80" name="!!source-8-dom-5-5-1-1-0-text-0">
            <a:extLst>
              <a:ext uri="{FF2B5EF4-FFF2-40B4-BE49-F238E27FC236}">
                <a16:creationId xmlns:a16="http://schemas.microsoft.com/office/drawing/2014/main" id="{4BB2CEF4-7B24-4241-95E7-F0964EA4C55E}"/>
              </a:ext>
            </a:extLst>
          </p:cNvPr>
          <p:cNvSpPr>
            <a:spLocks noGrp="1"/>
          </p:cNvSpPr>
          <p:nvPr/>
        </p:nvSpPr>
        <p:spPr>
          <a:xfrm>
            <a:off x="2085975" y="6634162"/>
            <a:ext cx="1398389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Length ≤ </a:t>
            </a:r>
          </a:p>
        </p:txBody>
      </p:sp>
      <p:sp>
        <p:nvSpPr>
          <p:cNvPr id="81" name="!!source-8-dom-5-5-1-1-1-0-text-0">
            <a:extLst>
              <a:ext uri="{FF2B5EF4-FFF2-40B4-BE49-F238E27FC236}">
                <a16:creationId xmlns:a16="http://schemas.microsoft.com/office/drawing/2014/main" id="{8F10475E-54F2-4F04-9491-80CC26CB2706}"/>
              </a:ext>
            </a:extLst>
          </p:cNvPr>
          <p:cNvSpPr>
            <a:spLocks noGrp="1"/>
          </p:cNvSpPr>
          <p:nvPr/>
        </p:nvSpPr>
        <p:spPr>
          <a:xfrm>
            <a:off x="3436739" y="6634162"/>
            <a:ext cx="109760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 steps</a:t>
            </a:r>
          </a:p>
        </p:txBody>
      </p:sp>
      <p:sp>
        <p:nvSpPr>
          <p:cNvPr id="82" name="!!source-8-dom-5-5-1-1-2-text-0">
            <a:extLst>
              <a:ext uri="{FF2B5EF4-FFF2-40B4-BE49-F238E27FC236}">
                <a16:creationId xmlns:a16="http://schemas.microsoft.com/office/drawing/2014/main" id="{1BEF5588-8274-4F4A-860C-8634EAC94184}"/>
              </a:ext>
            </a:extLst>
          </p:cNvPr>
          <p:cNvSpPr>
            <a:spLocks noGrp="1"/>
          </p:cNvSpPr>
          <p:nvPr/>
        </p:nvSpPr>
        <p:spPr>
          <a:xfrm>
            <a:off x="4486721" y="6634162"/>
            <a:ext cx="270867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, repeats pruned → </a:t>
            </a:r>
          </a:p>
        </p:txBody>
      </p:sp>
      <p:sp>
        <p:nvSpPr>
          <p:cNvPr id="83" name="!!source-8-dom-5-5-1-1-3-0-text-0">
            <a:extLst>
              <a:ext uri="{FF2B5EF4-FFF2-40B4-BE49-F238E27FC236}">
                <a16:creationId xmlns:a16="http://schemas.microsoft.com/office/drawing/2014/main" id="{A4419714-25ED-4430-B295-3D31A8CE3F94}"/>
              </a:ext>
            </a:extLst>
          </p:cNvPr>
          <p:cNvSpPr>
            <a:spLocks noGrp="1"/>
          </p:cNvSpPr>
          <p:nvPr/>
        </p:nvSpPr>
        <p:spPr>
          <a:xfrm>
            <a:off x="7147768" y="6634162"/>
            <a:ext cx="213285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36 candidates</a:t>
            </a:r>
          </a:p>
        </p:txBody>
      </p:sp>
      <p:sp>
        <p:nvSpPr>
          <p:cNvPr id="84" name="!!source-8-dom-5-5-3-0-fill">
            <a:extLst>
              <a:ext uri="{FF2B5EF4-FFF2-40B4-BE49-F238E27FC236}">
                <a16:creationId xmlns:a16="http://schemas.microsoft.com/office/drawing/2014/main" id="{2675B7C5-69BF-43F5-88C4-87F7C24F0718}"/>
              </a:ext>
            </a:extLst>
          </p:cNvPr>
          <p:cNvSpPr>
            <a:spLocks noGrp="1"/>
          </p:cNvSpPr>
          <p:nvPr/>
        </p:nvSpPr>
        <p:spPr>
          <a:xfrm>
            <a:off x="1362075" y="7772400"/>
            <a:ext cx="495300" cy="495301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8-dom-5-5-3-0-0-text-0">
            <a:extLst>
              <a:ext uri="{FF2B5EF4-FFF2-40B4-BE49-F238E27FC236}">
                <a16:creationId xmlns:a16="http://schemas.microsoft.com/office/drawing/2014/main" id="{611CCF8B-C695-4CDD-81FD-0D5D431FA93D}"/>
              </a:ext>
            </a:extLst>
          </p:cNvPr>
          <p:cNvSpPr>
            <a:spLocks noGrp="1"/>
          </p:cNvSpPr>
          <p:nvPr/>
        </p:nvSpPr>
        <p:spPr>
          <a:xfrm>
            <a:off x="1530697" y="7858125"/>
            <a:ext cx="20553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86" name="!!source-8-dom-5-5-3-1-0-0-text-0">
            <a:extLst>
              <a:ext uri="{FF2B5EF4-FFF2-40B4-BE49-F238E27FC236}">
                <a16:creationId xmlns:a16="http://schemas.microsoft.com/office/drawing/2014/main" id="{4118EA55-DC0E-40BC-B07C-C68FC3225C4A}"/>
              </a:ext>
            </a:extLst>
          </p:cNvPr>
          <p:cNvSpPr>
            <a:spLocks noGrp="1"/>
          </p:cNvSpPr>
          <p:nvPr/>
        </p:nvSpPr>
        <p:spPr>
          <a:xfrm>
            <a:off x="2238375" y="6834188"/>
            <a:ext cx="292283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Length capped at </a:t>
            </a:r>
          </a:p>
        </p:txBody>
      </p:sp>
      <p:sp>
        <p:nvSpPr>
          <p:cNvPr id="87" name="!!source-8-dom-5-5-3-1-0-1-0-text-0">
            <a:extLst>
              <a:ext uri="{FF2B5EF4-FFF2-40B4-BE49-F238E27FC236}">
                <a16:creationId xmlns:a16="http://schemas.microsoft.com/office/drawing/2014/main" id="{5CFEA8D4-1FC7-46F3-BDA6-3B876F112E4F}"/>
              </a:ext>
            </a:extLst>
          </p:cNvPr>
          <p:cNvSpPr>
            <a:spLocks noGrp="1"/>
          </p:cNvSpPr>
          <p:nvPr/>
        </p:nvSpPr>
        <p:spPr>
          <a:xfrm>
            <a:off x="5113585" y="6834188"/>
            <a:ext cx="116755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 steps</a:t>
            </a:r>
          </a:p>
        </p:txBody>
      </p:sp>
      <p:sp>
        <p:nvSpPr>
          <p:cNvPr id="88" name="!!source-8-dom-5-5-3-1-0-2-text-0">
            <a:extLst>
              <a:ext uri="{FF2B5EF4-FFF2-40B4-BE49-F238E27FC236}">
                <a16:creationId xmlns:a16="http://schemas.microsoft.com/office/drawing/2014/main" id="{61ACC9F5-6F0D-411D-B0CB-0463303E323F}"/>
              </a:ext>
            </a:extLst>
          </p:cNvPr>
          <p:cNvSpPr>
            <a:spLocks noGrp="1"/>
          </p:cNvSpPr>
          <p:nvPr/>
        </p:nvSpPr>
        <p:spPr>
          <a:xfrm>
            <a:off x="6233517" y="6834188"/>
            <a:ext cx="262294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; repeats pruned</a:t>
            </a:r>
          </a:p>
        </p:txBody>
      </p:sp>
      <p:sp>
        <p:nvSpPr>
          <p:cNvPr id="89" name="!!source-8-dom-5-5-3-1-1-0-0-0-text-0">
            <a:extLst>
              <a:ext uri="{FF2B5EF4-FFF2-40B4-BE49-F238E27FC236}">
                <a16:creationId xmlns:a16="http://schemas.microsoft.com/office/drawing/2014/main" id="{5244E69C-CCCB-48FD-921A-39ACABF9DEF0}"/>
              </a:ext>
            </a:extLst>
          </p:cNvPr>
          <p:cNvSpPr>
            <a:spLocks noGrp="1"/>
          </p:cNvSpPr>
          <p:nvPr/>
        </p:nvSpPr>
        <p:spPr>
          <a:xfrm>
            <a:off x="2238375" y="7481888"/>
            <a:ext cx="78908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 step</a:t>
            </a:r>
          </a:p>
        </p:txBody>
      </p:sp>
      <p:sp>
        <p:nvSpPr>
          <p:cNvPr id="90" name="!!source-8-dom-5-5-3-1-1-0-1-0-fill">
            <a:extLst>
              <a:ext uri="{FF2B5EF4-FFF2-40B4-BE49-F238E27FC236}">
                <a16:creationId xmlns:a16="http://schemas.microsoft.com/office/drawing/2014/main" id="{8C7BE673-6470-4CC8-82DB-967C7929D260}"/>
              </a:ext>
            </a:extLst>
          </p:cNvPr>
          <p:cNvSpPr>
            <a:spLocks noGrp="1"/>
          </p:cNvSpPr>
          <p:nvPr/>
        </p:nvSpPr>
        <p:spPr>
          <a:xfrm>
            <a:off x="3857625" y="7377113"/>
            <a:ext cx="638026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1" name="!!source-8-dom-5-5-3-1-1-0-1-0-outline">
            <a:extLst>
              <a:ext uri="{FF2B5EF4-FFF2-40B4-BE49-F238E27FC236}">
                <a16:creationId xmlns:a16="http://schemas.microsoft.com/office/drawing/2014/main" id="{B95FBD8E-1A9E-4CC4-A1E1-553E378B542E}"/>
              </a:ext>
            </a:extLst>
          </p:cNvPr>
          <p:cNvSpPr>
            <a:spLocks noGrp="1"/>
          </p:cNvSpPr>
          <p:nvPr/>
        </p:nvSpPr>
        <p:spPr>
          <a:xfrm>
            <a:off x="3871913" y="7391400"/>
            <a:ext cx="609451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2" name="!!source-8-dom-5-5-3-1-1-0-1-0-0-text-0">
            <a:extLst>
              <a:ext uri="{FF2B5EF4-FFF2-40B4-BE49-F238E27FC236}">
                <a16:creationId xmlns:a16="http://schemas.microsoft.com/office/drawing/2014/main" id="{DD5060BF-0ECA-4564-833A-18E8517D201E}"/>
              </a:ext>
            </a:extLst>
          </p:cNvPr>
          <p:cNvSpPr>
            <a:spLocks noGrp="1"/>
          </p:cNvSpPr>
          <p:nvPr/>
        </p:nvSpPr>
        <p:spPr>
          <a:xfrm>
            <a:off x="4076700" y="7481888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93" name="!!source-8-dom-5-5-3-1-1-0-2-0-text-0">
            <a:extLst>
              <a:ext uri="{FF2B5EF4-FFF2-40B4-BE49-F238E27FC236}">
                <a16:creationId xmlns:a16="http://schemas.microsoft.com/office/drawing/2014/main" id="{997774DB-A6D0-4E00-A56F-8F3008D52D8B}"/>
              </a:ext>
            </a:extLst>
          </p:cNvPr>
          <p:cNvSpPr>
            <a:spLocks noGrp="1"/>
          </p:cNvSpPr>
          <p:nvPr/>
        </p:nvSpPr>
        <p:spPr>
          <a:xfrm>
            <a:off x="8343900" y="7481888"/>
            <a:ext cx="21758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94" name="!!source-8-dom-5-5-3-1-1-0-3-0-text-0">
            <a:extLst>
              <a:ext uri="{FF2B5EF4-FFF2-40B4-BE49-F238E27FC236}">
                <a16:creationId xmlns:a16="http://schemas.microsoft.com/office/drawing/2014/main" id="{298C5E1D-2071-4049-96B4-317468FC6EB0}"/>
              </a:ext>
            </a:extLst>
          </p:cNvPr>
          <p:cNvSpPr>
            <a:spLocks noGrp="1"/>
          </p:cNvSpPr>
          <p:nvPr/>
        </p:nvSpPr>
        <p:spPr>
          <a:xfrm>
            <a:off x="2238375" y="8129587"/>
            <a:ext cx="9745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 steps</a:t>
            </a:r>
          </a:p>
        </p:txBody>
      </p:sp>
      <p:sp>
        <p:nvSpPr>
          <p:cNvPr id="95" name="!!source-8-dom-5-5-3-1-1-0-4-0-fill">
            <a:extLst>
              <a:ext uri="{FF2B5EF4-FFF2-40B4-BE49-F238E27FC236}">
                <a16:creationId xmlns:a16="http://schemas.microsoft.com/office/drawing/2014/main" id="{249FD8CA-9C45-4123-9EEF-D7CD5A8F72C6}"/>
              </a:ext>
            </a:extLst>
          </p:cNvPr>
          <p:cNvSpPr>
            <a:spLocks noGrp="1"/>
          </p:cNvSpPr>
          <p:nvPr/>
        </p:nvSpPr>
        <p:spPr>
          <a:xfrm>
            <a:off x="3857625" y="8024812"/>
            <a:ext cx="638026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6" name="!!source-8-dom-5-5-3-1-1-0-4-0-outline">
            <a:extLst>
              <a:ext uri="{FF2B5EF4-FFF2-40B4-BE49-F238E27FC236}">
                <a16:creationId xmlns:a16="http://schemas.microsoft.com/office/drawing/2014/main" id="{05C6B676-E1CE-4758-BD48-08E8B7158955}"/>
              </a:ext>
            </a:extLst>
          </p:cNvPr>
          <p:cNvSpPr>
            <a:spLocks noGrp="1"/>
          </p:cNvSpPr>
          <p:nvPr/>
        </p:nvSpPr>
        <p:spPr>
          <a:xfrm>
            <a:off x="3871913" y="8039100"/>
            <a:ext cx="609451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7" name="!!source-8-dom-5-5-3-1-1-0-4-0-0-text-0">
            <a:extLst>
              <a:ext uri="{FF2B5EF4-FFF2-40B4-BE49-F238E27FC236}">
                <a16:creationId xmlns:a16="http://schemas.microsoft.com/office/drawing/2014/main" id="{4DDB1F42-253E-4C27-9D71-1031143EFE46}"/>
              </a:ext>
            </a:extLst>
          </p:cNvPr>
          <p:cNvSpPr>
            <a:spLocks noGrp="1"/>
          </p:cNvSpPr>
          <p:nvPr/>
        </p:nvSpPr>
        <p:spPr>
          <a:xfrm>
            <a:off x="4076700" y="8129587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98" name="!!source-8-dom-5-5-3-1-1-0-4-1-0-fill">
            <a:extLst>
              <a:ext uri="{FF2B5EF4-FFF2-40B4-BE49-F238E27FC236}">
                <a16:creationId xmlns:a16="http://schemas.microsoft.com/office/drawing/2014/main" id="{D875CA3B-03EA-43AA-8656-3356CBF58EF6}"/>
              </a:ext>
            </a:extLst>
          </p:cNvPr>
          <p:cNvSpPr>
            <a:spLocks noGrp="1"/>
          </p:cNvSpPr>
          <p:nvPr/>
        </p:nvSpPr>
        <p:spPr>
          <a:xfrm>
            <a:off x="4590901" y="8272462"/>
            <a:ext cx="22860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9" name="!!source-8-dom-5-5-3-1-1-0-4-1-1-border-Top">
            <a:extLst>
              <a:ext uri="{FF2B5EF4-FFF2-40B4-BE49-F238E27FC236}">
                <a16:creationId xmlns:a16="http://schemas.microsoft.com/office/drawing/2014/main" id="{0904B6A5-DACC-485F-81DA-0F3344FD4FA2}"/>
              </a:ext>
            </a:extLst>
          </p:cNvPr>
          <p:cNvSpPr>
            <a:spLocks noGrp="1"/>
          </p:cNvSpPr>
          <p:nvPr/>
        </p:nvSpPr>
        <p:spPr>
          <a:xfrm>
            <a:off x="4819501" y="81962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8-dom-5-5-3-1-1-0-4-1-1-border-Bottom">
            <a:extLst>
              <a:ext uri="{FF2B5EF4-FFF2-40B4-BE49-F238E27FC236}">
                <a16:creationId xmlns:a16="http://schemas.microsoft.com/office/drawing/2014/main" id="{6EE5F9DA-DA9B-4651-AC09-E7968F6BB2E9}"/>
              </a:ext>
            </a:extLst>
          </p:cNvPr>
          <p:cNvSpPr>
            <a:spLocks noGrp="1"/>
          </p:cNvSpPr>
          <p:nvPr/>
        </p:nvSpPr>
        <p:spPr>
          <a:xfrm>
            <a:off x="4819501" y="81962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1" name="!!source-8-dom-5-5-3-1-1-0-4-1-1-border-Left">
            <a:extLst>
              <a:ext uri="{FF2B5EF4-FFF2-40B4-BE49-F238E27FC236}">
                <a16:creationId xmlns:a16="http://schemas.microsoft.com/office/drawing/2014/main" id="{877F07BE-2CBA-48BD-9225-DE2568301B20}"/>
              </a:ext>
            </a:extLst>
          </p:cNvPr>
          <p:cNvSpPr>
            <a:spLocks noGrp="1"/>
          </p:cNvSpPr>
          <p:nvPr/>
        </p:nvSpPr>
        <p:spPr>
          <a:xfrm>
            <a:off x="4819501" y="81962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2" name="!!source-8-dom-5-5-3-1-1-0-4-2-fill">
            <a:extLst>
              <a:ext uri="{FF2B5EF4-FFF2-40B4-BE49-F238E27FC236}">
                <a16:creationId xmlns:a16="http://schemas.microsoft.com/office/drawing/2014/main" id="{58C288FF-59B7-4132-8D1C-3310031697C7}"/>
              </a:ext>
            </a:extLst>
          </p:cNvPr>
          <p:cNvSpPr>
            <a:spLocks noGrp="1"/>
          </p:cNvSpPr>
          <p:nvPr/>
        </p:nvSpPr>
        <p:spPr>
          <a:xfrm>
            <a:off x="5067151" y="8024812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3" name="!!source-8-dom-5-5-3-1-1-0-4-2-outline">
            <a:extLst>
              <a:ext uri="{FF2B5EF4-FFF2-40B4-BE49-F238E27FC236}">
                <a16:creationId xmlns:a16="http://schemas.microsoft.com/office/drawing/2014/main" id="{9945F04D-6095-45D7-AAE8-8AC1E1AE23AB}"/>
              </a:ext>
            </a:extLst>
          </p:cNvPr>
          <p:cNvSpPr>
            <a:spLocks noGrp="1"/>
          </p:cNvSpPr>
          <p:nvPr/>
        </p:nvSpPr>
        <p:spPr>
          <a:xfrm>
            <a:off x="5081439" y="80391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8-dom-5-5-3-1-1-0-4-2-0-text-0">
            <a:extLst>
              <a:ext uri="{FF2B5EF4-FFF2-40B4-BE49-F238E27FC236}">
                <a16:creationId xmlns:a16="http://schemas.microsoft.com/office/drawing/2014/main" id="{5D634663-7F44-4651-8F81-606AB90515FA}"/>
              </a:ext>
            </a:extLst>
          </p:cNvPr>
          <p:cNvSpPr>
            <a:spLocks noGrp="1"/>
          </p:cNvSpPr>
          <p:nvPr/>
        </p:nvSpPr>
        <p:spPr>
          <a:xfrm>
            <a:off x="5286226" y="8129587"/>
            <a:ext cx="2506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05" name="!!source-8-dom-5-5-3-1-1-0-5-0-text-0">
            <a:extLst>
              <a:ext uri="{FF2B5EF4-FFF2-40B4-BE49-F238E27FC236}">
                <a16:creationId xmlns:a16="http://schemas.microsoft.com/office/drawing/2014/main" id="{F37DDD33-D038-4D21-8DD9-6A34EDD200E1}"/>
              </a:ext>
            </a:extLst>
          </p:cNvPr>
          <p:cNvSpPr>
            <a:spLocks noGrp="1"/>
          </p:cNvSpPr>
          <p:nvPr/>
        </p:nvSpPr>
        <p:spPr>
          <a:xfrm>
            <a:off x="8343900" y="8129587"/>
            <a:ext cx="38665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30</a:t>
            </a:r>
          </a:p>
        </p:txBody>
      </p:sp>
      <p:sp>
        <p:nvSpPr>
          <p:cNvPr id="106" name="!!source-8-dom-5-5-3-1-1-0-6-0-text-0">
            <a:extLst>
              <a:ext uri="{FF2B5EF4-FFF2-40B4-BE49-F238E27FC236}">
                <a16:creationId xmlns:a16="http://schemas.microsoft.com/office/drawing/2014/main" id="{DA1ED5BF-FABE-4F18-8440-D607EA6879D9}"/>
              </a:ext>
            </a:extLst>
          </p:cNvPr>
          <p:cNvSpPr>
            <a:spLocks noGrp="1"/>
          </p:cNvSpPr>
          <p:nvPr/>
        </p:nvSpPr>
        <p:spPr>
          <a:xfrm>
            <a:off x="2238375" y="8777287"/>
            <a:ext cx="9734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 steps</a:t>
            </a:r>
          </a:p>
        </p:txBody>
      </p:sp>
      <p:sp>
        <p:nvSpPr>
          <p:cNvPr id="107" name="!!source-8-dom-5-5-3-1-1-0-7-0-fill">
            <a:extLst>
              <a:ext uri="{FF2B5EF4-FFF2-40B4-BE49-F238E27FC236}">
                <a16:creationId xmlns:a16="http://schemas.microsoft.com/office/drawing/2014/main" id="{2B78176E-93B8-431E-9114-F86D242DF5E1}"/>
              </a:ext>
            </a:extLst>
          </p:cNvPr>
          <p:cNvSpPr>
            <a:spLocks noGrp="1"/>
          </p:cNvSpPr>
          <p:nvPr/>
        </p:nvSpPr>
        <p:spPr>
          <a:xfrm>
            <a:off x="3857625" y="8672512"/>
            <a:ext cx="638026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8-dom-5-5-3-1-1-0-7-0-outline">
            <a:extLst>
              <a:ext uri="{FF2B5EF4-FFF2-40B4-BE49-F238E27FC236}">
                <a16:creationId xmlns:a16="http://schemas.microsoft.com/office/drawing/2014/main" id="{7C50271E-4957-49C5-ACDA-77608E581C5D}"/>
              </a:ext>
            </a:extLst>
          </p:cNvPr>
          <p:cNvSpPr>
            <a:spLocks noGrp="1"/>
          </p:cNvSpPr>
          <p:nvPr/>
        </p:nvSpPr>
        <p:spPr>
          <a:xfrm>
            <a:off x="3871913" y="8686800"/>
            <a:ext cx="609451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8-dom-5-5-3-1-1-0-7-0-0-text-0">
            <a:extLst>
              <a:ext uri="{FF2B5EF4-FFF2-40B4-BE49-F238E27FC236}">
                <a16:creationId xmlns:a16="http://schemas.microsoft.com/office/drawing/2014/main" id="{0B921E7F-0B9E-46B5-AA0D-12899C5680F5}"/>
              </a:ext>
            </a:extLst>
          </p:cNvPr>
          <p:cNvSpPr>
            <a:spLocks noGrp="1"/>
          </p:cNvSpPr>
          <p:nvPr/>
        </p:nvSpPr>
        <p:spPr>
          <a:xfrm>
            <a:off x="4076700" y="8777287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10" name="!!source-8-dom-5-5-3-1-1-0-7-1-0-fill">
            <a:extLst>
              <a:ext uri="{FF2B5EF4-FFF2-40B4-BE49-F238E27FC236}">
                <a16:creationId xmlns:a16="http://schemas.microsoft.com/office/drawing/2014/main" id="{89398C5B-C1F6-4B92-9163-FE695215262D}"/>
              </a:ext>
            </a:extLst>
          </p:cNvPr>
          <p:cNvSpPr>
            <a:spLocks noGrp="1"/>
          </p:cNvSpPr>
          <p:nvPr/>
        </p:nvSpPr>
        <p:spPr>
          <a:xfrm>
            <a:off x="4590901" y="8920162"/>
            <a:ext cx="22860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8-dom-5-5-3-1-1-0-7-1-1-border-Top">
            <a:extLst>
              <a:ext uri="{FF2B5EF4-FFF2-40B4-BE49-F238E27FC236}">
                <a16:creationId xmlns:a16="http://schemas.microsoft.com/office/drawing/2014/main" id="{17B262AE-9ADC-4FD1-BA76-C73927531F1B}"/>
              </a:ext>
            </a:extLst>
          </p:cNvPr>
          <p:cNvSpPr>
            <a:spLocks noGrp="1"/>
          </p:cNvSpPr>
          <p:nvPr/>
        </p:nvSpPr>
        <p:spPr>
          <a:xfrm>
            <a:off x="4819501" y="8843962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8-dom-5-5-3-1-1-0-7-1-1-border-Bottom">
            <a:extLst>
              <a:ext uri="{FF2B5EF4-FFF2-40B4-BE49-F238E27FC236}">
                <a16:creationId xmlns:a16="http://schemas.microsoft.com/office/drawing/2014/main" id="{65A00E6E-9D5F-4AE7-979B-E30D1E152004}"/>
              </a:ext>
            </a:extLst>
          </p:cNvPr>
          <p:cNvSpPr>
            <a:spLocks noGrp="1"/>
          </p:cNvSpPr>
          <p:nvPr/>
        </p:nvSpPr>
        <p:spPr>
          <a:xfrm>
            <a:off x="4819501" y="8843962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!!source-8-dom-5-5-3-1-1-0-7-1-1-border-Left">
            <a:extLst>
              <a:ext uri="{FF2B5EF4-FFF2-40B4-BE49-F238E27FC236}">
                <a16:creationId xmlns:a16="http://schemas.microsoft.com/office/drawing/2014/main" id="{CF3B03A0-7E6B-42EA-A786-5C21CDFC8495}"/>
              </a:ext>
            </a:extLst>
          </p:cNvPr>
          <p:cNvSpPr>
            <a:spLocks noGrp="1"/>
          </p:cNvSpPr>
          <p:nvPr/>
        </p:nvSpPr>
        <p:spPr>
          <a:xfrm>
            <a:off x="4819501" y="8843962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8-dom-5-5-3-1-1-0-7-2-fill">
            <a:extLst>
              <a:ext uri="{FF2B5EF4-FFF2-40B4-BE49-F238E27FC236}">
                <a16:creationId xmlns:a16="http://schemas.microsoft.com/office/drawing/2014/main" id="{54608C69-09E4-4F9F-ADD8-9442A54D7C25}"/>
              </a:ext>
            </a:extLst>
          </p:cNvPr>
          <p:cNvSpPr>
            <a:spLocks noGrp="1"/>
          </p:cNvSpPr>
          <p:nvPr/>
        </p:nvSpPr>
        <p:spPr>
          <a:xfrm>
            <a:off x="5067151" y="8672512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8-dom-5-5-3-1-1-0-7-2-outline">
            <a:extLst>
              <a:ext uri="{FF2B5EF4-FFF2-40B4-BE49-F238E27FC236}">
                <a16:creationId xmlns:a16="http://schemas.microsoft.com/office/drawing/2014/main" id="{08BC6ACC-D464-490B-964A-F9B6F1CBF1FC}"/>
              </a:ext>
            </a:extLst>
          </p:cNvPr>
          <p:cNvSpPr>
            <a:spLocks noGrp="1"/>
          </p:cNvSpPr>
          <p:nvPr/>
        </p:nvSpPr>
        <p:spPr>
          <a:xfrm>
            <a:off x="5081439" y="86868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8-dom-5-5-3-1-1-0-7-2-0-text-0">
            <a:extLst>
              <a:ext uri="{FF2B5EF4-FFF2-40B4-BE49-F238E27FC236}">
                <a16:creationId xmlns:a16="http://schemas.microsoft.com/office/drawing/2014/main" id="{7A219522-71F9-4957-84A0-610D1C038440}"/>
              </a:ext>
            </a:extLst>
          </p:cNvPr>
          <p:cNvSpPr>
            <a:spLocks noGrp="1"/>
          </p:cNvSpPr>
          <p:nvPr/>
        </p:nvSpPr>
        <p:spPr>
          <a:xfrm>
            <a:off x="5286226" y="8777287"/>
            <a:ext cx="2506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17" name="!!source-8-dom-5-5-3-1-1-0-7-3-0-fill">
            <a:extLst>
              <a:ext uri="{FF2B5EF4-FFF2-40B4-BE49-F238E27FC236}">
                <a16:creationId xmlns:a16="http://schemas.microsoft.com/office/drawing/2014/main" id="{1C2036A2-30AE-48BA-8BA2-36981C591074}"/>
              </a:ext>
            </a:extLst>
          </p:cNvPr>
          <p:cNvSpPr>
            <a:spLocks noGrp="1"/>
          </p:cNvSpPr>
          <p:nvPr/>
        </p:nvSpPr>
        <p:spPr>
          <a:xfrm>
            <a:off x="5803553" y="8920162"/>
            <a:ext cx="22860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8-dom-5-5-3-1-1-0-7-3-1-border-Top">
            <a:extLst>
              <a:ext uri="{FF2B5EF4-FFF2-40B4-BE49-F238E27FC236}">
                <a16:creationId xmlns:a16="http://schemas.microsoft.com/office/drawing/2014/main" id="{11031257-A50A-4285-A2D4-2A8B2B06F3CB}"/>
              </a:ext>
            </a:extLst>
          </p:cNvPr>
          <p:cNvSpPr>
            <a:spLocks noGrp="1"/>
          </p:cNvSpPr>
          <p:nvPr/>
        </p:nvSpPr>
        <p:spPr>
          <a:xfrm>
            <a:off x="6032153" y="8843962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8-dom-5-5-3-1-1-0-7-3-1-border-Bottom">
            <a:extLst>
              <a:ext uri="{FF2B5EF4-FFF2-40B4-BE49-F238E27FC236}">
                <a16:creationId xmlns:a16="http://schemas.microsoft.com/office/drawing/2014/main" id="{2EC7F1F7-2B30-484F-B607-81C2520801DA}"/>
              </a:ext>
            </a:extLst>
          </p:cNvPr>
          <p:cNvSpPr>
            <a:spLocks noGrp="1"/>
          </p:cNvSpPr>
          <p:nvPr/>
        </p:nvSpPr>
        <p:spPr>
          <a:xfrm>
            <a:off x="6032153" y="8843962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8-dom-5-5-3-1-1-0-7-3-1-border-Left">
            <a:extLst>
              <a:ext uri="{FF2B5EF4-FFF2-40B4-BE49-F238E27FC236}">
                <a16:creationId xmlns:a16="http://schemas.microsoft.com/office/drawing/2014/main" id="{AB9548BC-1E21-402B-874E-2AC92188B28D}"/>
              </a:ext>
            </a:extLst>
          </p:cNvPr>
          <p:cNvSpPr>
            <a:spLocks noGrp="1"/>
          </p:cNvSpPr>
          <p:nvPr/>
        </p:nvSpPr>
        <p:spPr>
          <a:xfrm>
            <a:off x="6032153" y="8843962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1" name="!!source-8-dom-5-5-3-1-1-0-7-4-fill">
            <a:extLst>
              <a:ext uri="{FF2B5EF4-FFF2-40B4-BE49-F238E27FC236}">
                <a16:creationId xmlns:a16="http://schemas.microsoft.com/office/drawing/2014/main" id="{B2DC2E7A-2658-4A0D-BA8B-15651D644798}"/>
              </a:ext>
            </a:extLst>
          </p:cNvPr>
          <p:cNvSpPr>
            <a:spLocks noGrp="1"/>
          </p:cNvSpPr>
          <p:nvPr/>
        </p:nvSpPr>
        <p:spPr>
          <a:xfrm>
            <a:off x="6279803" y="8672512"/>
            <a:ext cx="62969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!!source-8-dom-5-5-3-1-1-0-7-4-outline">
            <a:extLst>
              <a:ext uri="{FF2B5EF4-FFF2-40B4-BE49-F238E27FC236}">
                <a16:creationId xmlns:a16="http://schemas.microsoft.com/office/drawing/2014/main" id="{679B03A1-C833-4B30-92CE-9CDFF577A7FF}"/>
              </a:ext>
            </a:extLst>
          </p:cNvPr>
          <p:cNvSpPr>
            <a:spLocks noGrp="1"/>
          </p:cNvSpPr>
          <p:nvPr/>
        </p:nvSpPr>
        <p:spPr>
          <a:xfrm>
            <a:off x="6294090" y="8686800"/>
            <a:ext cx="60111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8-dom-5-5-3-1-1-0-7-4-0-text-0">
            <a:extLst>
              <a:ext uri="{FF2B5EF4-FFF2-40B4-BE49-F238E27FC236}">
                <a16:creationId xmlns:a16="http://schemas.microsoft.com/office/drawing/2014/main" id="{97B45896-D6B8-4EC9-BDC3-37E4E15A9AD6}"/>
              </a:ext>
            </a:extLst>
          </p:cNvPr>
          <p:cNvSpPr>
            <a:spLocks noGrp="1"/>
          </p:cNvSpPr>
          <p:nvPr/>
        </p:nvSpPr>
        <p:spPr>
          <a:xfrm>
            <a:off x="6498878" y="8777287"/>
            <a:ext cx="2391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</a:t>
            </a:r>
          </a:p>
        </p:txBody>
      </p:sp>
      <p:sp>
        <p:nvSpPr>
          <p:cNvPr id="124" name="!!source-8-dom-5-5-3-1-1-0-8-0-text-0">
            <a:extLst>
              <a:ext uri="{FF2B5EF4-FFF2-40B4-BE49-F238E27FC236}">
                <a16:creationId xmlns:a16="http://schemas.microsoft.com/office/drawing/2014/main" id="{61B0F214-88A2-4E96-A9C4-6B3A8E9B26DD}"/>
              </a:ext>
            </a:extLst>
          </p:cNvPr>
          <p:cNvSpPr>
            <a:spLocks noGrp="1"/>
          </p:cNvSpPr>
          <p:nvPr/>
        </p:nvSpPr>
        <p:spPr>
          <a:xfrm>
            <a:off x="8343900" y="8777287"/>
            <a:ext cx="2242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0</a:t>
            </a:r>
          </a:p>
        </p:txBody>
      </p:sp>
      <p:sp>
        <p:nvSpPr>
          <p:cNvPr id="125" name="!!source-8-dom-5-5-3-1-1-1-0-0-0-fill">
            <a:extLst>
              <a:ext uri="{FF2B5EF4-FFF2-40B4-BE49-F238E27FC236}">
                <a16:creationId xmlns:a16="http://schemas.microsoft.com/office/drawing/2014/main" id="{04F58A71-F5D1-452E-9B08-2BDC3D3944E4}"/>
              </a:ext>
            </a:extLst>
          </p:cNvPr>
          <p:cNvSpPr>
            <a:spLocks noGrp="1"/>
          </p:cNvSpPr>
          <p:nvPr/>
        </p:nvSpPr>
        <p:spPr>
          <a:xfrm>
            <a:off x="9867900" y="7377113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8-dom-5-5-3-1-1-1-0-0-0-outline">
            <a:extLst>
              <a:ext uri="{FF2B5EF4-FFF2-40B4-BE49-F238E27FC236}">
                <a16:creationId xmlns:a16="http://schemas.microsoft.com/office/drawing/2014/main" id="{F259A05D-709C-4B4C-AD62-A119EEA6B99F}"/>
              </a:ext>
            </a:extLst>
          </p:cNvPr>
          <p:cNvSpPr>
            <a:spLocks noGrp="1"/>
          </p:cNvSpPr>
          <p:nvPr/>
        </p:nvSpPr>
        <p:spPr>
          <a:xfrm>
            <a:off x="9882188" y="73914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7" name="!!source-8-dom-5-5-3-1-1-1-0-0-0-0-text-0">
            <a:extLst>
              <a:ext uri="{FF2B5EF4-FFF2-40B4-BE49-F238E27FC236}">
                <a16:creationId xmlns:a16="http://schemas.microsoft.com/office/drawing/2014/main" id="{C0C65EA8-30F4-497A-9991-A87C47FA6658}"/>
              </a:ext>
            </a:extLst>
          </p:cNvPr>
          <p:cNvSpPr>
            <a:spLocks noGrp="1"/>
          </p:cNvSpPr>
          <p:nvPr/>
        </p:nvSpPr>
        <p:spPr>
          <a:xfrm>
            <a:off x="10086975" y="7481888"/>
            <a:ext cx="24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28" name="!!source-8-dom-5-5-3-1-1-1-0-0-1-fill">
            <a:extLst>
              <a:ext uri="{FF2B5EF4-FFF2-40B4-BE49-F238E27FC236}">
                <a16:creationId xmlns:a16="http://schemas.microsoft.com/office/drawing/2014/main" id="{35004A7B-B65B-4571-AA74-B747A95299D0}"/>
              </a:ext>
            </a:extLst>
          </p:cNvPr>
          <p:cNvSpPr>
            <a:spLocks noGrp="1"/>
          </p:cNvSpPr>
          <p:nvPr/>
        </p:nvSpPr>
        <p:spPr>
          <a:xfrm>
            <a:off x="10563075" y="7377113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8-dom-5-5-3-1-1-1-0-0-1-outline">
            <a:extLst>
              <a:ext uri="{FF2B5EF4-FFF2-40B4-BE49-F238E27FC236}">
                <a16:creationId xmlns:a16="http://schemas.microsoft.com/office/drawing/2014/main" id="{DAA7181C-AA11-4D6A-936E-9F83A4F0CA84}"/>
              </a:ext>
            </a:extLst>
          </p:cNvPr>
          <p:cNvSpPr>
            <a:spLocks noGrp="1"/>
          </p:cNvSpPr>
          <p:nvPr/>
        </p:nvSpPr>
        <p:spPr>
          <a:xfrm>
            <a:off x="10577363" y="73914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0" name="!!source-8-dom-5-5-3-1-1-1-0-0-1-0-text-0">
            <a:extLst>
              <a:ext uri="{FF2B5EF4-FFF2-40B4-BE49-F238E27FC236}">
                <a16:creationId xmlns:a16="http://schemas.microsoft.com/office/drawing/2014/main" id="{9C7F0D07-C893-4FA5-93A5-0F2A6DBED76D}"/>
              </a:ext>
            </a:extLst>
          </p:cNvPr>
          <p:cNvSpPr>
            <a:spLocks noGrp="1"/>
          </p:cNvSpPr>
          <p:nvPr/>
        </p:nvSpPr>
        <p:spPr>
          <a:xfrm>
            <a:off x="10782152" y="7481888"/>
            <a:ext cx="24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31" name="!!source-8-dom-5-5-3-1-1-1-0-1-0-text-0">
            <a:extLst>
              <a:ext uri="{FF2B5EF4-FFF2-40B4-BE49-F238E27FC236}">
                <a16:creationId xmlns:a16="http://schemas.microsoft.com/office/drawing/2014/main" id="{2A56C54E-128A-4C34-A1CE-9100924C10EE}"/>
              </a:ext>
            </a:extLst>
          </p:cNvPr>
          <p:cNvSpPr>
            <a:spLocks noGrp="1"/>
          </p:cNvSpPr>
          <p:nvPr/>
        </p:nvSpPr>
        <p:spPr>
          <a:xfrm>
            <a:off x="11353502" y="7477125"/>
            <a:ext cx="48026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≡ A</a:t>
            </a:r>
          </a:p>
        </p:txBody>
      </p:sp>
      <p:sp>
        <p:nvSpPr>
          <p:cNvPr id="132" name="!!source-8-dom-5-5-3-1-1-1-0-2-0-text-0">
            <a:extLst>
              <a:ext uri="{FF2B5EF4-FFF2-40B4-BE49-F238E27FC236}">
                <a16:creationId xmlns:a16="http://schemas.microsoft.com/office/drawing/2014/main" id="{55D25678-C970-4466-84C8-4DD63964DB3E}"/>
              </a:ext>
            </a:extLst>
          </p:cNvPr>
          <p:cNvSpPr>
            <a:spLocks noGrp="1"/>
          </p:cNvSpPr>
          <p:nvPr/>
        </p:nvSpPr>
        <p:spPr>
          <a:xfrm>
            <a:off x="11938546" y="7481888"/>
            <a:ext cx="21047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no gradient left</a:t>
            </a:r>
          </a:p>
        </p:txBody>
      </p:sp>
      <p:sp>
        <p:nvSpPr>
          <p:cNvPr id="133" name="!!source-8-dom-5-5-3-1-1-1-1-0-0-fill">
            <a:extLst>
              <a:ext uri="{FF2B5EF4-FFF2-40B4-BE49-F238E27FC236}">
                <a16:creationId xmlns:a16="http://schemas.microsoft.com/office/drawing/2014/main" id="{B472F124-0C77-4662-BF04-751646E2E153}"/>
              </a:ext>
            </a:extLst>
          </p:cNvPr>
          <p:cNvSpPr>
            <a:spLocks noGrp="1"/>
          </p:cNvSpPr>
          <p:nvPr/>
        </p:nvSpPr>
        <p:spPr>
          <a:xfrm>
            <a:off x="9867900" y="8024812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8-dom-5-5-3-1-1-1-1-0-0-outline">
            <a:extLst>
              <a:ext uri="{FF2B5EF4-FFF2-40B4-BE49-F238E27FC236}">
                <a16:creationId xmlns:a16="http://schemas.microsoft.com/office/drawing/2014/main" id="{7B2F05B6-A919-47B7-AABD-72653BAA6A0E}"/>
              </a:ext>
            </a:extLst>
          </p:cNvPr>
          <p:cNvSpPr>
            <a:spLocks noGrp="1"/>
          </p:cNvSpPr>
          <p:nvPr/>
        </p:nvSpPr>
        <p:spPr>
          <a:xfrm>
            <a:off x="9882188" y="80391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5" name="!!source-8-dom-5-5-3-1-1-1-1-0-0-0-text-0">
            <a:extLst>
              <a:ext uri="{FF2B5EF4-FFF2-40B4-BE49-F238E27FC236}">
                <a16:creationId xmlns:a16="http://schemas.microsoft.com/office/drawing/2014/main" id="{61A3D5C7-E7F4-4BDF-AF82-8DBC1A62A711}"/>
              </a:ext>
            </a:extLst>
          </p:cNvPr>
          <p:cNvSpPr>
            <a:spLocks noGrp="1"/>
          </p:cNvSpPr>
          <p:nvPr/>
        </p:nvSpPr>
        <p:spPr>
          <a:xfrm>
            <a:off x="10086975" y="8129587"/>
            <a:ext cx="24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36" name="!!source-8-dom-5-5-3-1-1-1-1-0-1-fill">
            <a:extLst>
              <a:ext uri="{FF2B5EF4-FFF2-40B4-BE49-F238E27FC236}">
                <a16:creationId xmlns:a16="http://schemas.microsoft.com/office/drawing/2014/main" id="{962F192F-7010-460E-809C-2AD838D9B282}"/>
              </a:ext>
            </a:extLst>
          </p:cNvPr>
          <p:cNvSpPr>
            <a:spLocks noGrp="1"/>
          </p:cNvSpPr>
          <p:nvPr/>
        </p:nvSpPr>
        <p:spPr>
          <a:xfrm>
            <a:off x="10563075" y="8024812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!!source-8-dom-5-5-3-1-1-1-1-0-1-outline">
            <a:extLst>
              <a:ext uri="{FF2B5EF4-FFF2-40B4-BE49-F238E27FC236}">
                <a16:creationId xmlns:a16="http://schemas.microsoft.com/office/drawing/2014/main" id="{E17B9EB6-9650-4C96-B6E6-9C592B9F1C1D}"/>
              </a:ext>
            </a:extLst>
          </p:cNvPr>
          <p:cNvSpPr>
            <a:spLocks noGrp="1"/>
          </p:cNvSpPr>
          <p:nvPr/>
        </p:nvSpPr>
        <p:spPr>
          <a:xfrm>
            <a:off x="10577363" y="80391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8" name="!!source-8-dom-5-5-3-1-1-1-1-0-1-0-text-0">
            <a:extLst>
              <a:ext uri="{FF2B5EF4-FFF2-40B4-BE49-F238E27FC236}">
                <a16:creationId xmlns:a16="http://schemas.microsoft.com/office/drawing/2014/main" id="{C9FA1363-0757-401F-83F3-233454FBD845}"/>
              </a:ext>
            </a:extLst>
          </p:cNvPr>
          <p:cNvSpPr>
            <a:spLocks noGrp="1"/>
          </p:cNvSpPr>
          <p:nvPr/>
        </p:nvSpPr>
        <p:spPr>
          <a:xfrm>
            <a:off x="10782152" y="8129587"/>
            <a:ext cx="2506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39" name="!!source-8-dom-5-5-3-1-1-1-1-0-2-fill">
            <a:extLst>
              <a:ext uri="{FF2B5EF4-FFF2-40B4-BE49-F238E27FC236}">
                <a16:creationId xmlns:a16="http://schemas.microsoft.com/office/drawing/2014/main" id="{772A9B25-544B-4881-B06F-940AD469BF97}"/>
              </a:ext>
            </a:extLst>
          </p:cNvPr>
          <p:cNvSpPr>
            <a:spLocks noGrp="1"/>
          </p:cNvSpPr>
          <p:nvPr/>
        </p:nvSpPr>
        <p:spPr>
          <a:xfrm>
            <a:off x="11261377" y="8024812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0" name="!!source-8-dom-5-5-3-1-1-1-1-0-2-outline">
            <a:extLst>
              <a:ext uri="{FF2B5EF4-FFF2-40B4-BE49-F238E27FC236}">
                <a16:creationId xmlns:a16="http://schemas.microsoft.com/office/drawing/2014/main" id="{4E0F996D-E1D2-4C69-B3DD-A2AA9C2883E9}"/>
              </a:ext>
            </a:extLst>
          </p:cNvPr>
          <p:cNvSpPr>
            <a:spLocks noGrp="1"/>
          </p:cNvSpPr>
          <p:nvPr/>
        </p:nvSpPr>
        <p:spPr>
          <a:xfrm>
            <a:off x="11275665" y="80391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1" name="!!source-8-dom-5-5-3-1-1-1-1-0-2-0-text-0">
            <a:extLst>
              <a:ext uri="{FF2B5EF4-FFF2-40B4-BE49-F238E27FC236}">
                <a16:creationId xmlns:a16="http://schemas.microsoft.com/office/drawing/2014/main" id="{1D37700F-7A72-475E-AAEC-E53537AF841D}"/>
              </a:ext>
            </a:extLst>
          </p:cNvPr>
          <p:cNvSpPr>
            <a:spLocks noGrp="1"/>
          </p:cNvSpPr>
          <p:nvPr/>
        </p:nvSpPr>
        <p:spPr>
          <a:xfrm>
            <a:off x="11480452" y="8129587"/>
            <a:ext cx="2506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42" name="!!source-8-dom-5-5-3-1-1-1-1-1-0-text-0">
            <a:extLst>
              <a:ext uri="{FF2B5EF4-FFF2-40B4-BE49-F238E27FC236}">
                <a16:creationId xmlns:a16="http://schemas.microsoft.com/office/drawing/2014/main" id="{4D6E70EB-2675-4E7D-944E-F6960F5EDB96}"/>
              </a:ext>
            </a:extLst>
          </p:cNvPr>
          <p:cNvSpPr>
            <a:spLocks noGrp="1"/>
          </p:cNvSpPr>
          <p:nvPr/>
        </p:nvSpPr>
        <p:spPr>
          <a:xfrm>
            <a:off x="12054930" y="8124825"/>
            <a:ext cx="99521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≡ A → B</a:t>
            </a:r>
          </a:p>
        </p:txBody>
      </p:sp>
      <p:sp>
        <p:nvSpPr>
          <p:cNvPr id="143" name="!!source-8-dom-5-5-3-1-1-1-2-0-0-fill">
            <a:extLst>
              <a:ext uri="{FF2B5EF4-FFF2-40B4-BE49-F238E27FC236}">
                <a16:creationId xmlns:a16="http://schemas.microsoft.com/office/drawing/2014/main" id="{A1520CE2-D404-4CEB-835B-AF30E655F208}"/>
              </a:ext>
            </a:extLst>
          </p:cNvPr>
          <p:cNvSpPr>
            <a:spLocks noGrp="1"/>
          </p:cNvSpPr>
          <p:nvPr/>
        </p:nvSpPr>
        <p:spPr>
          <a:xfrm>
            <a:off x="9867900" y="8672512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4" name="!!source-8-dom-5-5-3-1-1-1-2-0-0-outline">
            <a:extLst>
              <a:ext uri="{FF2B5EF4-FFF2-40B4-BE49-F238E27FC236}">
                <a16:creationId xmlns:a16="http://schemas.microsoft.com/office/drawing/2014/main" id="{874C0E8C-5864-4D05-A541-925E28CF3423}"/>
              </a:ext>
            </a:extLst>
          </p:cNvPr>
          <p:cNvSpPr>
            <a:spLocks noGrp="1"/>
          </p:cNvSpPr>
          <p:nvPr/>
        </p:nvSpPr>
        <p:spPr>
          <a:xfrm>
            <a:off x="9882188" y="86868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8-dom-5-5-3-1-1-1-2-0-0-0-text-0">
            <a:extLst>
              <a:ext uri="{FF2B5EF4-FFF2-40B4-BE49-F238E27FC236}">
                <a16:creationId xmlns:a16="http://schemas.microsoft.com/office/drawing/2014/main" id="{25379026-517E-46C7-A81B-7DE9191E8763}"/>
              </a:ext>
            </a:extLst>
          </p:cNvPr>
          <p:cNvSpPr>
            <a:spLocks noGrp="1"/>
          </p:cNvSpPr>
          <p:nvPr/>
        </p:nvSpPr>
        <p:spPr>
          <a:xfrm>
            <a:off x="10086975" y="8777287"/>
            <a:ext cx="24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46" name="!!source-8-dom-5-5-3-1-1-1-2-0-1-fill">
            <a:extLst>
              <a:ext uri="{FF2B5EF4-FFF2-40B4-BE49-F238E27FC236}">
                <a16:creationId xmlns:a16="http://schemas.microsoft.com/office/drawing/2014/main" id="{C30F399F-B8BC-4648-B438-8E5EB1882B89}"/>
              </a:ext>
            </a:extLst>
          </p:cNvPr>
          <p:cNvSpPr>
            <a:spLocks noGrp="1"/>
          </p:cNvSpPr>
          <p:nvPr/>
        </p:nvSpPr>
        <p:spPr>
          <a:xfrm>
            <a:off x="10563075" y="8672512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7" name="!!source-8-dom-5-5-3-1-1-1-2-0-1-outline">
            <a:extLst>
              <a:ext uri="{FF2B5EF4-FFF2-40B4-BE49-F238E27FC236}">
                <a16:creationId xmlns:a16="http://schemas.microsoft.com/office/drawing/2014/main" id="{4009E6B3-AD3F-44A4-B108-F2554B972DB2}"/>
              </a:ext>
            </a:extLst>
          </p:cNvPr>
          <p:cNvSpPr>
            <a:spLocks noGrp="1"/>
          </p:cNvSpPr>
          <p:nvPr/>
        </p:nvSpPr>
        <p:spPr>
          <a:xfrm>
            <a:off x="10577363" y="86868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8" name="!!source-8-dom-5-5-3-1-1-1-2-0-1-0-text-0">
            <a:extLst>
              <a:ext uri="{FF2B5EF4-FFF2-40B4-BE49-F238E27FC236}">
                <a16:creationId xmlns:a16="http://schemas.microsoft.com/office/drawing/2014/main" id="{3704926E-8697-434C-9806-EF8BB28C0F83}"/>
              </a:ext>
            </a:extLst>
          </p:cNvPr>
          <p:cNvSpPr>
            <a:spLocks noGrp="1"/>
          </p:cNvSpPr>
          <p:nvPr/>
        </p:nvSpPr>
        <p:spPr>
          <a:xfrm>
            <a:off x="10782152" y="8777287"/>
            <a:ext cx="2506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49" name="!!source-8-dom-5-5-3-1-1-1-2-0-2-fill">
            <a:extLst>
              <a:ext uri="{FF2B5EF4-FFF2-40B4-BE49-F238E27FC236}">
                <a16:creationId xmlns:a16="http://schemas.microsoft.com/office/drawing/2014/main" id="{22A247DB-C90D-4BAC-A326-373B082A39B2}"/>
              </a:ext>
            </a:extLst>
          </p:cNvPr>
          <p:cNvSpPr>
            <a:spLocks noGrp="1"/>
          </p:cNvSpPr>
          <p:nvPr/>
        </p:nvSpPr>
        <p:spPr>
          <a:xfrm>
            <a:off x="11261377" y="8672512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0" name="!!source-8-dom-5-5-3-1-1-1-2-0-2-outline">
            <a:extLst>
              <a:ext uri="{FF2B5EF4-FFF2-40B4-BE49-F238E27FC236}">
                <a16:creationId xmlns:a16="http://schemas.microsoft.com/office/drawing/2014/main" id="{EFC60A42-1E1B-4F0D-B319-F06BD47DCAEF}"/>
              </a:ext>
            </a:extLst>
          </p:cNvPr>
          <p:cNvSpPr>
            <a:spLocks noGrp="1"/>
          </p:cNvSpPr>
          <p:nvPr/>
        </p:nvSpPr>
        <p:spPr>
          <a:xfrm>
            <a:off x="11275665" y="86868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1" name="!!source-8-dom-5-5-3-1-1-1-2-0-2-0-text-0">
            <a:extLst>
              <a:ext uri="{FF2B5EF4-FFF2-40B4-BE49-F238E27FC236}">
                <a16:creationId xmlns:a16="http://schemas.microsoft.com/office/drawing/2014/main" id="{4DBF1BFC-7FB1-4752-8F24-A03B3B5BB2D2}"/>
              </a:ext>
            </a:extLst>
          </p:cNvPr>
          <p:cNvSpPr>
            <a:spLocks noGrp="1"/>
          </p:cNvSpPr>
          <p:nvPr/>
        </p:nvSpPr>
        <p:spPr>
          <a:xfrm>
            <a:off x="11480452" y="8777287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52" name="!!source-8-dom-5-5-3-1-1-1-2-1-0-text-0">
            <a:extLst>
              <a:ext uri="{FF2B5EF4-FFF2-40B4-BE49-F238E27FC236}">
                <a16:creationId xmlns:a16="http://schemas.microsoft.com/office/drawing/2014/main" id="{74787632-E517-4738-A411-308DFF93DB37}"/>
              </a:ext>
            </a:extLst>
          </p:cNvPr>
          <p:cNvSpPr>
            <a:spLocks noGrp="1"/>
          </p:cNvSpPr>
          <p:nvPr/>
        </p:nvSpPr>
        <p:spPr>
          <a:xfrm>
            <a:off x="12051804" y="8777287"/>
            <a:ext cx="25092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✕</a:t>
            </a:r>
          </a:p>
        </p:txBody>
      </p:sp>
      <p:sp>
        <p:nvSpPr>
          <p:cNvPr id="153" name="!!source-8-dom-5-5-3-1-1-1-2-2-0-text-0">
            <a:extLst>
              <a:ext uri="{FF2B5EF4-FFF2-40B4-BE49-F238E27FC236}">
                <a16:creationId xmlns:a16="http://schemas.microsoft.com/office/drawing/2014/main" id="{0A3CA710-CF03-436F-AFD6-54A74062BEFC}"/>
              </a:ext>
            </a:extLst>
          </p:cNvPr>
          <p:cNvSpPr>
            <a:spLocks noGrp="1"/>
          </p:cNvSpPr>
          <p:nvPr/>
        </p:nvSpPr>
        <p:spPr>
          <a:xfrm>
            <a:off x="12407503" y="8777287"/>
            <a:ext cx="264408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 already equalised</a:t>
            </a:r>
          </a:p>
        </p:txBody>
      </p:sp>
      <p:sp>
        <p:nvSpPr>
          <p:cNvPr id="154" name="!!source-8-dom-5-7-fill">
            <a:extLst>
              <a:ext uri="{FF2B5EF4-FFF2-40B4-BE49-F238E27FC236}">
                <a16:creationId xmlns:a16="http://schemas.microsoft.com/office/drawing/2014/main" id="{82DC280D-0F1B-4207-960C-A48DD37CE70F}"/>
              </a:ext>
            </a:extLst>
          </p:cNvPr>
          <p:cNvSpPr>
            <a:spLocks noGrp="1"/>
          </p:cNvSpPr>
          <p:nvPr/>
        </p:nvSpPr>
        <p:spPr>
          <a:xfrm>
            <a:off x="1047750" y="7286625"/>
            <a:ext cx="16192501" cy="6858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8-dom-5-7-outline">
            <a:extLst>
              <a:ext uri="{FF2B5EF4-FFF2-40B4-BE49-F238E27FC236}">
                <a16:creationId xmlns:a16="http://schemas.microsoft.com/office/drawing/2014/main" id="{48326D77-CC58-43FD-B5D2-E44BA564A8F6}"/>
              </a:ext>
            </a:extLst>
          </p:cNvPr>
          <p:cNvSpPr>
            <a:spLocks noGrp="1"/>
          </p:cNvSpPr>
          <p:nvPr/>
        </p:nvSpPr>
        <p:spPr>
          <a:xfrm>
            <a:off x="1062037" y="7300913"/>
            <a:ext cx="16163926" cy="6572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6" name="!!source-8-dom-5-7-1-0-fill">
            <a:extLst>
              <a:ext uri="{FF2B5EF4-FFF2-40B4-BE49-F238E27FC236}">
                <a16:creationId xmlns:a16="http://schemas.microsoft.com/office/drawing/2014/main" id="{B621B9AA-9CD6-4F7B-B563-FBCFD3AA572A}"/>
              </a:ext>
            </a:extLst>
          </p:cNvPr>
          <p:cNvSpPr>
            <a:spLocks noGrp="1"/>
          </p:cNvSpPr>
          <p:nvPr/>
        </p:nvSpPr>
        <p:spPr>
          <a:xfrm>
            <a:off x="1362075" y="7381875"/>
            <a:ext cx="495300" cy="495301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7" name="!!source-8-dom-5-7-1-0-0-text-0">
            <a:extLst>
              <a:ext uri="{FF2B5EF4-FFF2-40B4-BE49-F238E27FC236}">
                <a16:creationId xmlns:a16="http://schemas.microsoft.com/office/drawing/2014/main" id="{6F5E3557-9812-4EA0-882F-F0427EE30812}"/>
              </a:ext>
            </a:extLst>
          </p:cNvPr>
          <p:cNvSpPr>
            <a:spLocks noGrp="1"/>
          </p:cNvSpPr>
          <p:nvPr/>
        </p:nvSpPr>
        <p:spPr>
          <a:xfrm>
            <a:off x="1517749" y="7467600"/>
            <a:ext cx="23142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58" name="!!source-8-dom-5-7-1-1-0-text-0">
            <a:extLst>
              <a:ext uri="{FF2B5EF4-FFF2-40B4-BE49-F238E27FC236}">
                <a16:creationId xmlns:a16="http://schemas.microsoft.com/office/drawing/2014/main" id="{AD46A263-A288-442A-9591-749E6140016A}"/>
              </a:ext>
            </a:extLst>
          </p:cNvPr>
          <p:cNvSpPr>
            <a:spLocks noGrp="1"/>
          </p:cNvSpPr>
          <p:nvPr/>
        </p:nvSpPr>
        <p:spPr>
          <a:xfrm>
            <a:off x="2085975" y="7453312"/>
            <a:ext cx="3982194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Available mass per pattern, </a:t>
            </a:r>
          </a:p>
        </p:txBody>
      </p:sp>
      <p:sp>
        <p:nvSpPr>
          <p:cNvPr id="159" name="!!source-8-dom-5-7-1-1-1-0-text-0">
            <a:extLst>
              <a:ext uri="{FF2B5EF4-FFF2-40B4-BE49-F238E27FC236}">
                <a16:creationId xmlns:a16="http://schemas.microsoft.com/office/drawing/2014/main" id="{E79072F3-DA30-4E90-BF3E-A018F5BAFB6C}"/>
              </a:ext>
            </a:extLst>
          </p:cNvPr>
          <p:cNvSpPr>
            <a:spLocks noGrp="1"/>
          </p:cNvSpPr>
          <p:nvPr/>
        </p:nvSpPr>
        <p:spPr>
          <a:xfrm>
            <a:off x="6020544" y="7453312"/>
            <a:ext cx="893862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linear</a:t>
            </a:r>
          </a:p>
        </p:txBody>
      </p:sp>
      <p:sp>
        <p:nvSpPr>
          <p:cNvPr id="160" name="!!source-8-dom-5-7-1-1-2-text-0">
            <a:extLst>
              <a:ext uri="{FF2B5EF4-FFF2-40B4-BE49-F238E27FC236}">
                <a16:creationId xmlns:a16="http://schemas.microsoft.com/office/drawing/2014/main" id="{AFC2AAE4-0C20-4357-A33C-87D3332F3855}"/>
              </a:ext>
            </a:extLst>
          </p:cNvPr>
          <p:cNvSpPr>
            <a:spLocks noGrp="1"/>
          </p:cNvSpPr>
          <p:nvPr/>
        </p:nvSpPr>
        <p:spPr>
          <a:xfrm>
            <a:off x="6866781" y="7453312"/>
            <a:ext cx="2247900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in tank masses</a:t>
            </a:r>
          </a:p>
        </p:txBody>
      </p:sp>
      <p:sp>
        <p:nvSpPr>
          <p:cNvPr id="161" name="!!source-8-dom-5-7-3-0-fill">
            <a:extLst>
              <a:ext uri="{FF2B5EF4-FFF2-40B4-BE49-F238E27FC236}">
                <a16:creationId xmlns:a16="http://schemas.microsoft.com/office/drawing/2014/main" id="{125D807A-56C8-4992-B501-D6F4BB319D1A}"/>
              </a:ext>
            </a:extLst>
          </p:cNvPr>
          <p:cNvSpPr>
            <a:spLocks noGrp="1"/>
          </p:cNvSpPr>
          <p:nvPr/>
        </p:nvSpPr>
        <p:spPr>
          <a:xfrm>
            <a:off x="1362075" y="85915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2" name="!!source-8-dom-5-7-3-0-0-text-0">
            <a:extLst>
              <a:ext uri="{FF2B5EF4-FFF2-40B4-BE49-F238E27FC236}">
                <a16:creationId xmlns:a16="http://schemas.microsoft.com/office/drawing/2014/main" id="{AAD00B01-9717-4C89-AB7C-6B88E51B3BFA}"/>
              </a:ext>
            </a:extLst>
          </p:cNvPr>
          <p:cNvSpPr>
            <a:spLocks noGrp="1"/>
          </p:cNvSpPr>
          <p:nvPr/>
        </p:nvSpPr>
        <p:spPr>
          <a:xfrm>
            <a:off x="1517749" y="8677275"/>
            <a:ext cx="23142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63" name="!!source-8-dom-5-7-3-1-0-0-text-0">
            <a:extLst>
              <a:ext uri="{FF2B5EF4-FFF2-40B4-BE49-F238E27FC236}">
                <a16:creationId xmlns:a16="http://schemas.microsoft.com/office/drawing/2014/main" id="{33529046-A6C7-40C0-9851-F548BEF189B1}"/>
              </a:ext>
            </a:extLst>
          </p:cNvPr>
          <p:cNvSpPr>
            <a:spLocks noGrp="1"/>
          </p:cNvSpPr>
          <p:nvPr/>
        </p:nvSpPr>
        <p:spPr>
          <a:xfrm>
            <a:off x="2238375" y="7499301"/>
            <a:ext cx="771703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 mass of a pattern, in one algebraic step</a:t>
            </a:r>
          </a:p>
        </p:txBody>
      </p:sp>
      <p:sp>
        <p:nvSpPr>
          <p:cNvPr id="164" name="!!source-8-dom-5-7-3-1-1-0-0-0-text-0">
            <a:extLst>
              <a:ext uri="{FF2B5EF4-FFF2-40B4-BE49-F238E27FC236}">
                <a16:creationId xmlns:a16="http://schemas.microsoft.com/office/drawing/2014/main" id="{BA8131A8-1923-43B9-A3CF-FF21456F2849}"/>
              </a:ext>
            </a:extLst>
          </p:cNvPr>
          <p:cNvSpPr>
            <a:spLocks noGrp="1"/>
          </p:cNvSpPr>
          <p:nvPr/>
        </p:nvSpPr>
        <p:spPr>
          <a:xfrm>
            <a:off x="2238375" y="8042226"/>
            <a:ext cx="149572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Pattern T3₂ </a:t>
            </a:r>
          </a:p>
        </p:txBody>
      </p:sp>
      <p:sp>
        <p:nvSpPr>
          <p:cNvPr id="165" name="!!source-8-dom-5-7-3-1-1-0-0-1-0-text-0">
            <a:extLst>
              <a:ext uri="{FF2B5EF4-FFF2-40B4-BE49-F238E27FC236}">
                <a16:creationId xmlns:a16="http://schemas.microsoft.com/office/drawing/2014/main" id="{38A27BC2-F3F7-48E9-9C12-7CFE1A44FA18}"/>
              </a:ext>
            </a:extLst>
          </p:cNvPr>
          <p:cNvSpPr>
            <a:spLocks noGrp="1"/>
          </p:cNvSpPr>
          <p:nvPr/>
        </p:nvSpPr>
        <p:spPr>
          <a:xfrm>
            <a:off x="3686472" y="8042226"/>
            <a:ext cx="98881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430 bar</a:t>
            </a:r>
          </a:p>
        </p:txBody>
      </p:sp>
      <p:sp>
        <p:nvSpPr>
          <p:cNvPr id="166" name="!!source-8-dom-5-7-3-1-1-0-0-2-text-0">
            <a:extLst>
              <a:ext uri="{FF2B5EF4-FFF2-40B4-BE49-F238E27FC236}">
                <a16:creationId xmlns:a16="http://schemas.microsoft.com/office/drawing/2014/main" id="{DCD2766B-4629-4725-8255-46BF1C52FB32}"/>
              </a:ext>
            </a:extLst>
          </p:cNvPr>
          <p:cNvSpPr>
            <a:spLocks noGrp="1"/>
          </p:cNvSpPr>
          <p:nvPr/>
        </p:nvSpPr>
        <p:spPr>
          <a:xfrm>
            <a:off x="4627662" y="8042226"/>
            <a:ext cx="674936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→ T4 </a:t>
            </a:r>
          </a:p>
        </p:txBody>
      </p:sp>
      <p:sp>
        <p:nvSpPr>
          <p:cNvPr id="167" name="!!source-8-dom-5-7-3-1-1-0-0-3-0-text-0">
            <a:extLst>
              <a:ext uri="{FF2B5EF4-FFF2-40B4-BE49-F238E27FC236}">
                <a16:creationId xmlns:a16="http://schemas.microsoft.com/office/drawing/2014/main" id="{1309DE1D-427C-4ADD-95DF-8F8333A82D8F}"/>
              </a:ext>
            </a:extLst>
          </p:cNvPr>
          <p:cNvSpPr>
            <a:spLocks noGrp="1"/>
          </p:cNvSpPr>
          <p:nvPr/>
        </p:nvSpPr>
        <p:spPr>
          <a:xfrm>
            <a:off x="5254972" y="8042226"/>
            <a:ext cx="97512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720 bar</a:t>
            </a:r>
          </a:p>
        </p:txBody>
      </p:sp>
      <p:sp>
        <p:nvSpPr>
          <p:cNvPr id="168" name="!!source-8-dom-5-7-3-1-1-0-0-4-text-0">
            <a:extLst>
              <a:ext uri="{FF2B5EF4-FFF2-40B4-BE49-F238E27FC236}">
                <a16:creationId xmlns:a16="http://schemas.microsoft.com/office/drawing/2014/main" id="{44A79CC9-E89D-4F98-B5B1-B1744CD9D4AD}"/>
              </a:ext>
            </a:extLst>
          </p:cNvPr>
          <p:cNvSpPr>
            <a:spLocks noGrp="1"/>
          </p:cNvSpPr>
          <p:nvPr/>
        </p:nvSpPr>
        <p:spPr>
          <a:xfrm>
            <a:off x="6182469" y="8042226"/>
            <a:ext cx="365819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· vehicle at 100 bar asks 16 kg</a:t>
            </a:r>
          </a:p>
        </p:txBody>
      </p:sp>
      <p:sp>
        <p:nvSpPr>
          <p:cNvPr id="169" name="!!source-8-dom-5-7-3-1-1-0-1-0-fill">
            <a:extLst>
              <a:ext uri="{FF2B5EF4-FFF2-40B4-BE49-F238E27FC236}">
                <a16:creationId xmlns:a16="http://schemas.microsoft.com/office/drawing/2014/main" id="{0E5E4D41-069A-4DE8-9503-F8678AD88413}"/>
              </a:ext>
            </a:extLst>
          </p:cNvPr>
          <p:cNvSpPr>
            <a:spLocks noGrp="1"/>
          </p:cNvSpPr>
          <p:nvPr/>
        </p:nvSpPr>
        <p:spPr>
          <a:xfrm>
            <a:off x="2238375" y="8842325"/>
            <a:ext cx="7978527" cy="83820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0" name="!!source-8-dom-5-7-3-1-1-0-1-0-outline">
            <a:extLst>
              <a:ext uri="{FF2B5EF4-FFF2-40B4-BE49-F238E27FC236}">
                <a16:creationId xmlns:a16="http://schemas.microsoft.com/office/drawing/2014/main" id="{76634D0C-8FF8-41AD-AA20-81765E3209D0}"/>
              </a:ext>
            </a:extLst>
          </p:cNvPr>
          <p:cNvSpPr>
            <a:spLocks noGrp="1"/>
          </p:cNvSpPr>
          <p:nvPr/>
        </p:nvSpPr>
        <p:spPr>
          <a:xfrm>
            <a:off x="2247900" y="8851850"/>
            <a:ext cx="7959477" cy="81915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1" name="!!source-8-dom-5-7-3-1-1-0-1-0-0-fill">
            <a:extLst>
              <a:ext uri="{FF2B5EF4-FFF2-40B4-BE49-F238E27FC236}">
                <a16:creationId xmlns:a16="http://schemas.microsoft.com/office/drawing/2014/main" id="{4B8D4049-77B3-411F-8094-41F2CCED5642}"/>
              </a:ext>
            </a:extLst>
          </p:cNvPr>
          <p:cNvSpPr>
            <a:spLocks noGrp="1"/>
          </p:cNvSpPr>
          <p:nvPr/>
        </p:nvSpPr>
        <p:spPr>
          <a:xfrm>
            <a:off x="2257425" y="8861376"/>
            <a:ext cx="3176141" cy="800100"/>
          </a:xfrm>
          <a:prstGeom prst="rect">
            <a:avLst/>
          </a:prstGeom>
          <a:solidFill>
            <a:srgbClr val="7A5A4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2" name="!!source-8-dom-5-7-3-1-1-0-1-0-0-0-text-0">
            <a:extLst>
              <a:ext uri="{FF2B5EF4-FFF2-40B4-BE49-F238E27FC236}">
                <a16:creationId xmlns:a16="http://schemas.microsoft.com/office/drawing/2014/main" id="{612690DC-7A7D-4E08-A4FA-A06084880A93}"/>
              </a:ext>
            </a:extLst>
          </p:cNvPr>
          <p:cNvSpPr>
            <a:spLocks noGrp="1"/>
          </p:cNvSpPr>
          <p:nvPr/>
        </p:nvSpPr>
        <p:spPr>
          <a:xfrm>
            <a:off x="3086100" y="9109026"/>
            <a:ext cx="49396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Δm</a:t>
            </a:r>
          </a:p>
        </p:txBody>
      </p:sp>
      <p:sp>
        <p:nvSpPr>
          <p:cNvPr id="173" name="!!source-8-dom-5-7-3-1-1-0-1-0-0-1-0-text-0">
            <a:extLst>
              <a:ext uri="{FF2B5EF4-FFF2-40B4-BE49-F238E27FC236}">
                <a16:creationId xmlns:a16="http://schemas.microsoft.com/office/drawing/2014/main" id="{B47ECE25-40AE-498E-B88F-F415786A64CC}"/>
              </a:ext>
            </a:extLst>
          </p:cNvPr>
          <p:cNvSpPr>
            <a:spLocks noGrp="1"/>
          </p:cNvSpPr>
          <p:nvPr/>
        </p:nvSpPr>
        <p:spPr>
          <a:xfrm>
            <a:off x="3532435" y="9137600"/>
            <a:ext cx="27176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2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2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(1)</a:t>
            </a:r>
          </a:p>
        </p:txBody>
      </p:sp>
      <p:sp>
        <p:nvSpPr>
          <p:cNvPr id="174" name="!!source-8-dom-5-7-3-1-1-0-1-0-0-2-text-0">
            <a:extLst>
              <a:ext uri="{FF2B5EF4-FFF2-40B4-BE49-F238E27FC236}">
                <a16:creationId xmlns:a16="http://schemas.microsoft.com/office/drawing/2014/main" id="{1768BF18-A4E8-42B0-8816-629A327C975C}"/>
              </a:ext>
            </a:extLst>
          </p:cNvPr>
          <p:cNvSpPr>
            <a:spLocks noGrp="1"/>
          </p:cNvSpPr>
          <p:nvPr/>
        </p:nvSpPr>
        <p:spPr>
          <a:xfrm>
            <a:off x="3756571" y="9109026"/>
            <a:ext cx="89594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8.0 kg</a:t>
            </a:r>
          </a:p>
        </p:txBody>
      </p:sp>
      <p:sp>
        <p:nvSpPr>
          <p:cNvPr id="175" name="!!source-8-dom-5-7-3-1-1-0-1-0-1-fill">
            <a:extLst>
              <a:ext uri="{FF2B5EF4-FFF2-40B4-BE49-F238E27FC236}">
                <a16:creationId xmlns:a16="http://schemas.microsoft.com/office/drawing/2014/main" id="{2785E77D-E927-4F43-A434-6326DEA6ADA1}"/>
              </a:ext>
            </a:extLst>
          </p:cNvPr>
          <p:cNvSpPr>
            <a:spLocks noGrp="1"/>
          </p:cNvSpPr>
          <p:nvPr/>
        </p:nvSpPr>
        <p:spPr>
          <a:xfrm>
            <a:off x="5433566" y="8861376"/>
            <a:ext cx="3771603" cy="800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6" name="!!source-8-dom-5-7-3-1-1-0-1-0-1-0-text-0">
            <a:extLst>
              <a:ext uri="{FF2B5EF4-FFF2-40B4-BE49-F238E27FC236}">
                <a16:creationId xmlns:a16="http://schemas.microsoft.com/office/drawing/2014/main" id="{E42D26BB-2CFB-4D74-AA3A-F73E43527338}"/>
              </a:ext>
            </a:extLst>
          </p:cNvPr>
          <p:cNvSpPr>
            <a:spLocks noGrp="1"/>
          </p:cNvSpPr>
          <p:nvPr/>
        </p:nvSpPr>
        <p:spPr>
          <a:xfrm>
            <a:off x="6555582" y="9109026"/>
            <a:ext cx="49396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Δm</a:t>
            </a:r>
          </a:p>
        </p:txBody>
      </p:sp>
      <p:sp>
        <p:nvSpPr>
          <p:cNvPr id="177" name="!!source-8-dom-5-7-3-1-1-0-1-0-1-1-0-text-0">
            <a:extLst>
              <a:ext uri="{FF2B5EF4-FFF2-40B4-BE49-F238E27FC236}">
                <a16:creationId xmlns:a16="http://schemas.microsoft.com/office/drawing/2014/main" id="{1103C424-B66B-4254-9DF0-7D22B57904FA}"/>
              </a:ext>
            </a:extLst>
          </p:cNvPr>
          <p:cNvSpPr>
            <a:spLocks noGrp="1"/>
          </p:cNvSpPr>
          <p:nvPr/>
        </p:nvSpPr>
        <p:spPr>
          <a:xfrm>
            <a:off x="7001917" y="9137600"/>
            <a:ext cx="3112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2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2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(2)</a:t>
            </a:r>
          </a:p>
        </p:txBody>
      </p:sp>
      <p:sp>
        <p:nvSpPr>
          <p:cNvPr id="178" name="!!source-8-dom-5-7-3-1-1-0-1-0-1-2-text-0">
            <a:extLst>
              <a:ext uri="{FF2B5EF4-FFF2-40B4-BE49-F238E27FC236}">
                <a16:creationId xmlns:a16="http://schemas.microsoft.com/office/drawing/2014/main" id="{1BD22966-A7EF-41B6-8A12-700986AF004A}"/>
              </a:ext>
            </a:extLst>
          </p:cNvPr>
          <p:cNvSpPr>
            <a:spLocks noGrp="1"/>
          </p:cNvSpPr>
          <p:nvPr/>
        </p:nvSpPr>
        <p:spPr>
          <a:xfrm>
            <a:off x="7265492" y="9109026"/>
            <a:ext cx="86513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9.5 kg</a:t>
            </a:r>
          </a:p>
        </p:txBody>
      </p:sp>
      <p:sp>
        <p:nvSpPr>
          <p:cNvPr id="179" name="!!source-8-dom-5-7-3-1-1-0-1-1-border-Left">
            <a:extLst>
              <a:ext uri="{FF2B5EF4-FFF2-40B4-BE49-F238E27FC236}">
                <a16:creationId xmlns:a16="http://schemas.microsoft.com/office/drawing/2014/main" id="{3C81F8D1-4931-42B0-A1AF-5B0827F67B9B}"/>
              </a:ext>
            </a:extLst>
          </p:cNvPr>
          <p:cNvSpPr>
            <a:spLocks noGrp="1"/>
          </p:cNvSpPr>
          <p:nvPr/>
        </p:nvSpPr>
        <p:spPr>
          <a:xfrm>
            <a:off x="8644979" y="8461326"/>
            <a:ext cx="953" cy="1333500"/>
          </a:xfrm>
          <a:prstGeom prst="line">
            <a:avLst/>
          </a:prstGeom>
          <a:noFill/>
          <a:ln w="47625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80" name="!!source-8-dom-5-7-3-1-1-0-1-1-0-0-text-0">
            <a:extLst>
              <a:ext uri="{FF2B5EF4-FFF2-40B4-BE49-F238E27FC236}">
                <a16:creationId xmlns:a16="http://schemas.microsoft.com/office/drawing/2014/main" id="{B02C0820-4AE9-4652-8ECD-5C1EAB316183}"/>
              </a:ext>
            </a:extLst>
          </p:cNvPr>
          <p:cNvSpPr>
            <a:spLocks noGrp="1"/>
          </p:cNvSpPr>
          <p:nvPr/>
        </p:nvSpPr>
        <p:spPr>
          <a:xfrm>
            <a:off x="6668988" y="8451800"/>
            <a:ext cx="197122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request 16 kg ▸</a:t>
            </a:r>
          </a:p>
        </p:txBody>
      </p:sp>
      <p:sp>
        <p:nvSpPr>
          <p:cNvPr id="181" name="!!source-8-dom-5-7-3-1-1-0-2-0-text-0">
            <a:extLst>
              <a:ext uri="{FF2B5EF4-FFF2-40B4-BE49-F238E27FC236}">
                <a16:creationId xmlns:a16="http://schemas.microsoft.com/office/drawing/2014/main" id="{291A4B4A-5FBC-47F7-8420-B246A607AC27}"/>
              </a:ext>
            </a:extLst>
          </p:cNvPr>
          <p:cNvSpPr>
            <a:spLocks noGrp="1"/>
          </p:cNvSpPr>
          <p:nvPr/>
        </p:nvSpPr>
        <p:spPr>
          <a:xfrm>
            <a:off x="2238375" y="9855101"/>
            <a:ext cx="330696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</a:t>
            </a:r>
          </a:p>
        </p:txBody>
      </p:sp>
      <p:sp>
        <p:nvSpPr>
          <p:cNvPr id="182" name="!!source-8-dom-5-7-3-1-1-0-2-1-0-text-0">
            <a:extLst>
              <a:ext uri="{FF2B5EF4-FFF2-40B4-BE49-F238E27FC236}">
                <a16:creationId xmlns:a16="http://schemas.microsoft.com/office/drawing/2014/main" id="{7BBEAFE1-C7DB-4E1B-9D3C-790983A04CCF}"/>
              </a:ext>
            </a:extLst>
          </p:cNvPr>
          <p:cNvSpPr>
            <a:spLocks noGrp="1"/>
          </p:cNvSpPr>
          <p:nvPr/>
        </p:nvSpPr>
        <p:spPr>
          <a:xfrm>
            <a:off x="2521446" y="9794826"/>
            <a:ext cx="2970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750" b="0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</a:t>
            </a:r>
          </a:p>
        </p:txBody>
      </p:sp>
      <p:sp>
        <p:nvSpPr>
          <p:cNvPr id="183" name="!!source-8-dom-5-7-3-1-1-0-2-2-text-0">
            <a:extLst>
              <a:ext uri="{FF2B5EF4-FFF2-40B4-BE49-F238E27FC236}">
                <a16:creationId xmlns:a16="http://schemas.microsoft.com/office/drawing/2014/main" id="{F000C0FC-01E7-42DB-9EC7-9C7C1955CD87}"/>
              </a:ext>
            </a:extLst>
          </p:cNvPr>
          <p:cNvSpPr>
            <a:spLocks noGrp="1"/>
          </p:cNvSpPr>
          <p:nvPr/>
        </p:nvSpPr>
        <p:spPr>
          <a:xfrm>
            <a:off x="2770882" y="9855101"/>
            <a:ext cx="814983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= Δm</a:t>
            </a:r>
          </a:p>
        </p:txBody>
      </p:sp>
      <p:sp>
        <p:nvSpPr>
          <p:cNvPr id="184" name="!!source-8-dom-5-7-3-1-1-0-2-3-0-text-0">
            <a:extLst>
              <a:ext uri="{FF2B5EF4-FFF2-40B4-BE49-F238E27FC236}">
                <a16:creationId xmlns:a16="http://schemas.microsoft.com/office/drawing/2014/main" id="{85B4C0DD-7A9C-4B27-B864-E716BE125C34}"/>
              </a:ext>
            </a:extLst>
          </p:cNvPr>
          <p:cNvSpPr>
            <a:spLocks noGrp="1"/>
          </p:cNvSpPr>
          <p:nvPr/>
        </p:nvSpPr>
        <p:spPr>
          <a:xfrm>
            <a:off x="3538240" y="9794826"/>
            <a:ext cx="27637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750" b="0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(1)</a:t>
            </a:r>
          </a:p>
        </p:txBody>
      </p:sp>
      <p:sp>
        <p:nvSpPr>
          <p:cNvPr id="185" name="!!source-8-dom-5-7-3-1-1-0-2-4-text-0">
            <a:extLst>
              <a:ext uri="{FF2B5EF4-FFF2-40B4-BE49-F238E27FC236}">
                <a16:creationId xmlns:a16="http://schemas.microsoft.com/office/drawing/2014/main" id="{8936E52B-1325-426B-A9F1-B0650539BBA7}"/>
              </a:ext>
            </a:extLst>
          </p:cNvPr>
          <p:cNvSpPr>
            <a:spLocks noGrp="1"/>
          </p:cNvSpPr>
          <p:nvPr/>
        </p:nvSpPr>
        <p:spPr>
          <a:xfrm>
            <a:off x="3766989" y="9855101"/>
            <a:ext cx="814983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+ Δm</a:t>
            </a:r>
          </a:p>
        </p:txBody>
      </p:sp>
      <p:sp>
        <p:nvSpPr>
          <p:cNvPr id="186" name="!!source-8-dom-5-7-3-1-1-0-2-5-0-text-0">
            <a:extLst>
              <a:ext uri="{FF2B5EF4-FFF2-40B4-BE49-F238E27FC236}">
                <a16:creationId xmlns:a16="http://schemas.microsoft.com/office/drawing/2014/main" id="{6C2BB1EE-24CC-4EAB-B725-80CBFA4EC3D9}"/>
              </a:ext>
            </a:extLst>
          </p:cNvPr>
          <p:cNvSpPr>
            <a:spLocks noGrp="1"/>
          </p:cNvSpPr>
          <p:nvPr/>
        </p:nvSpPr>
        <p:spPr>
          <a:xfrm>
            <a:off x="4534347" y="9794826"/>
            <a:ext cx="32012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750" b="0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(2)</a:t>
            </a:r>
          </a:p>
        </p:txBody>
      </p:sp>
      <p:sp>
        <p:nvSpPr>
          <p:cNvPr id="187" name="!!source-8-dom-5-7-3-1-1-0-2-6-text-0">
            <a:extLst>
              <a:ext uri="{FF2B5EF4-FFF2-40B4-BE49-F238E27FC236}">
                <a16:creationId xmlns:a16="http://schemas.microsoft.com/office/drawing/2014/main" id="{807B1A48-5FE9-481B-BB69-1FDC575B0B7F}"/>
              </a:ext>
            </a:extLst>
          </p:cNvPr>
          <p:cNvSpPr>
            <a:spLocks noGrp="1"/>
          </p:cNvSpPr>
          <p:nvPr/>
        </p:nvSpPr>
        <p:spPr>
          <a:xfrm>
            <a:off x="4806851" y="9855101"/>
            <a:ext cx="340817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= </a:t>
            </a:r>
          </a:p>
        </p:txBody>
      </p:sp>
      <p:sp>
        <p:nvSpPr>
          <p:cNvPr id="188" name="!!source-8-dom-5-7-3-1-1-0-2-7-0-text-0">
            <a:extLst>
              <a:ext uri="{FF2B5EF4-FFF2-40B4-BE49-F238E27FC236}">
                <a16:creationId xmlns:a16="http://schemas.microsoft.com/office/drawing/2014/main" id="{F0EC4822-506C-443A-B00D-4B9C5752C8A9}"/>
              </a:ext>
            </a:extLst>
          </p:cNvPr>
          <p:cNvSpPr>
            <a:spLocks noGrp="1"/>
          </p:cNvSpPr>
          <p:nvPr/>
        </p:nvSpPr>
        <p:spPr>
          <a:xfrm>
            <a:off x="5100043" y="9855101"/>
            <a:ext cx="963811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17.5 kg</a:t>
            </a:r>
          </a:p>
        </p:txBody>
      </p:sp>
      <p:sp>
        <p:nvSpPr>
          <p:cNvPr id="189" name="!!source-8-dom-5-7-3-1-1-0-2-8-text-0">
            <a:extLst>
              <a:ext uri="{FF2B5EF4-FFF2-40B4-BE49-F238E27FC236}">
                <a16:creationId xmlns:a16="http://schemas.microsoft.com/office/drawing/2014/main" id="{56D5984F-0D1E-4B49-BE8F-5B8B3C93DD88}"/>
              </a:ext>
            </a:extLst>
          </p:cNvPr>
          <p:cNvSpPr>
            <a:spLocks noGrp="1"/>
          </p:cNvSpPr>
          <p:nvPr/>
        </p:nvSpPr>
        <p:spPr>
          <a:xfrm>
            <a:off x="6016228" y="9855101"/>
            <a:ext cx="2323654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≥ 16 kg → feasible</a:t>
            </a:r>
          </a:p>
        </p:txBody>
      </p:sp>
      <p:sp>
        <p:nvSpPr>
          <p:cNvPr id="190" name="!!source-8-dom-5-7-3-1-1-1-0-0-text-0">
            <a:extLst>
              <a:ext uri="{FF2B5EF4-FFF2-40B4-BE49-F238E27FC236}">
                <a16:creationId xmlns:a16="http://schemas.microsoft.com/office/drawing/2014/main" id="{7C41118F-8CF0-44BB-A673-BC809A3515AE}"/>
              </a:ext>
            </a:extLst>
          </p:cNvPr>
          <p:cNvSpPr>
            <a:spLocks noGrp="1"/>
          </p:cNvSpPr>
          <p:nvPr/>
        </p:nvSpPr>
        <p:spPr>
          <a:xfrm>
            <a:off x="10788402" y="8110389"/>
            <a:ext cx="271938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INPUTS PER CLIENT</a:t>
            </a:r>
          </a:p>
        </p:txBody>
      </p:sp>
      <p:sp>
        <p:nvSpPr>
          <p:cNvPr id="191" name="!!source-8-dom-5-7-3-1-1-1-1-0-fill">
            <a:extLst>
              <a:ext uri="{FF2B5EF4-FFF2-40B4-BE49-F238E27FC236}">
                <a16:creationId xmlns:a16="http://schemas.microsoft.com/office/drawing/2014/main" id="{BCF894ED-FCA6-4250-A4A1-49A833A7D1FF}"/>
              </a:ext>
            </a:extLst>
          </p:cNvPr>
          <p:cNvSpPr>
            <a:spLocks noGrp="1"/>
          </p:cNvSpPr>
          <p:nvPr/>
        </p:nvSpPr>
        <p:spPr>
          <a:xfrm>
            <a:off x="10788402" y="8519964"/>
            <a:ext cx="320769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2" name="!!source-8-dom-5-7-3-1-1-1-1-0-outline">
            <a:extLst>
              <a:ext uri="{FF2B5EF4-FFF2-40B4-BE49-F238E27FC236}">
                <a16:creationId xmlns:a16="http://schemas.microsoft.com/office/drawing/2014/main" id="{991E0BC6-B5A0-43D9-BA05-449DCEB015D5}"/>
              </a:ext>
            </a:extLst>
          </p:cNvPr>
          <p:cNvSpPr>
            <a:spLocks noGrp="1"/>
          </p:cNvSpPr>
          <p:nvPr/>
        </p:nvSpPr>
        <p:spPr>
          <a:xfrm>
            <a:off x="10802689" y="8534251"/>
            <a:ext cx="317911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C9B8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3" name="!!source-8-dom-5-7-3-1-1-1-1-0-0-text-0">
            <a:extLst>
              <a:ext uri="{FF2B5EF4-FFF2-40B4-BE49-F238E27FC236}">
                <a16:creationId xmlns:a16="http://schemas.microsoft.com/office/drawing/2014/main" id="{87EB3ADB-1CEF-40AB-B737-40A602055D1B}"/>
              </a:ext>
            </a:extLst>
          </p:cNvPr>
          <p:cNvSpPr>
            <a:spLocks noGrp="1"/>
          </p:cNvSpPr>
          <p:nvPr/>
        </p:nvSpPr>
        <p:spPr>
          <a:xfrm>
            <a:off x="11007477" y="8624739"/>
            <a:ext cx="28171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 dirty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 tank volume</a:t>
            </a:r>
          </a:p>
        </p:txBody>
      </p:sp>
      <p:sp>
        <p:nvSpPr>
          <p:cNvPr id="194" name="!!source-8-dom-5-7-3-1-1-1-1-1-fill">
            <a:extLst>
              <a:ext uri="{FF2B5EF4-FFF2-40B4-BE49-F238E27FC236}">
                <a16:creationId xmlns:a16="http://schemas.microsoft.com/office/drawing/2014/main" id="{E6DE745E-16D2-4FE1-943D-4002F0821F92}"/>
              </a:ext>
            </a:extLst>
          </p:cNvPr>
          <p:cNvSpPr>
            <a:spLocks noGrp="1"/>
          </p:cNvSpPr>
          <p:nvPr/>
        </p:nvSpPr>
        <p:spPr>
          <a:xfrm>
            <a:off x="10788402" y="9167663"/>
            <a:ext cx="3734694" cy="533401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5" name="!!source-8-dom-5-7-3-1-1-1-1-1-outline">
            <a:extLst>
              <a:ext uri="{FF2B5EF4-FFF2-40B4-BE49-F238E27FC236}">
                <a16:creationId xmlns:a16="http://schemas.microsoft.com/office/drawing/2014/main" id="{EF9F1074-DBAF-475D-88EB-C3FEA9AE6671}"/>
              </a:ext>
            </a:extLst>
          </p:cNvPr>
          <p:cNvSpPr>
            <a:spLocks noGrp="1"/>
          </p:cNvSpPr>
          <p:nvPr/>
        </p:nvSpPr>
        <p:spPr>
          <a:xfrm>
            <a:off x="10802689" y="9181951"/>
            <a:ext cx="3706119" cy="504826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C9B8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6" name="!!source-8-dom-5-7-3-1-1-1-1-1-0-text-0">
            <a:extLst>
              <a:ext uri="{FF2B5EF4-FFF2-40B4-BE49-F238E27FC236}">
                <a16:creationId xmlns:a16="http://schemas.microsoft.com/office/drawing/2014/main" id="{6DE72170-8072-46CB-A26F-F4BA5E797801}"/>
              </a:ext>
            </a:extLst>
          </p:cNvPr>
          <p:cNvSpPr>
            <a:spLocks noGrp="1"/>
          </p:cNvSpPr>
          <p:nvPr/>
        </p:nvSpPr>
        <p:spPr>
          <a:xfrm>
            <a:off x="11007477" y="9272439"/>
            <a:ext cx="334416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on board at arrival</a:t>
            </a:r>
          </a:p>
        </p:txBody>
      </p:sp>
      <p:sp>
        <p:nvSpPr>
          <p:cNvPr id="197" name="!!source-8-dom-5-7-3-1-1-1-2-0-text-0">
            <a:extLst>
              <a:ext uri="{FF2B5EF4-FFF2-40B4-BE49-F238E27FC236}">
                <a16:creationId xmlns:a16="http://schemas.microsoft.com/office/drawing/2014/main" id="{307AA5CC-2A72-409F-A708-8899304921BE}"/>
              </a:ext>
            </a:extLst>
          </p:cNvPr>
          <p:cNvSpPr>
            <a:spLocks noGrp="1"/>
          </p:cNvSpPr>
          <p:nvPr/>
        </p:nvSpPr>
        <p:spPr>
          <a:xfrm>
            <a:off x="10788402" y="9834414"/>
            <a:ext cx="419308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Previous work · Applied Energy 2025</a:t>
            </a:r>
          </a:p>
        </p:txBody>
      </p:sp>
      <p:sp>
        <p:nvSpPr>
          <p:cNvPr id="198" name="!!source-8-dom-5-9-fill">
            <a:extLst>
              <a:ext uri="{FF2B5EF4-FFF2-40B4-BE49-F238E27FC236}">
                <a16:creationId xmlns:a16="http://schemas.microsoft.com/office/drawing/2014/main" id="{4812E29F-C1D9-4AC6-843B-6D7BB0EA4DDF}"/>
              </a:ext>
            </a:extLst>
          </p:cNvPr>
          <p:cNvSpPr>
            <a:spLocks noGrp="1"/>
          </p:cNvSpPr>
          <p:nvPr/>
        </p:nvSpPr>
        <p:spPr>
          <a:xfrm>
            <a:off x="1047750" y="8105775"/>
            <a:ext cx="16192501" cy="639068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9" name="!!source-8-dom-5-9-outline">
            <a:extLst>
              <a:ext uri="{FF2B5EF4-FFF2-40B4-BE49-F238E27FC236}">
                <a16:creationId xmlns:a16="http://schemas.microsoft.com/office/drawing/2014/main" id="{8CE98BC2-6C7A-4F66-A703-09808D683431}"/>
              </a:ext>
            </a:extLst>
          </p:cNvPr>
          <p:cNvSpPr>
            <a:spLocks noGrp="1"/>
          </p:cNvSpPr>
          <p:nvPr/>
        </p:nvSpPr>
        <p:spPr>
          <a:xfrm>
            <a:off x="1057275" y="8115300"/>
            <a:ext cx="16173451" cy="620018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0" name="!!source-8-dom-5-9-0-text-0">
            <a:extLst>
              <a:ext uri="{FF2B5EF4-FFF2-40B4-BE49-F238E27FC236}">
                <a16:creationId xmlns:a16="http://schemas.microsoft.com/office/drawing/2014/main" id="{5C78B22B-9316-462B-AECE-DBA84BC059B2}"/>
              </a:ext>
            </a:extLst>
          </p:cNvPr>
          <p:cNvSpPr>
            <a:spLocks noGrp="1"/>
          </p:cNvSpPr>
          <p:nvPr/>
        </p:nvSpPr>
        <p:spPr>
          <a:xfrm>
            <a:off x="1333500" y="8267700"/>
            <a:ext cx="1340018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Which patterns are feasible depends on every tank pressure and on the client. Feasible patterns share tanks.</a:t>
            </a:r>
          </a:p>
        </p:txBody>
      </p:sp>
      <p:pic>
        <p:nvPicPr>
          <p:cNvPr id="404" name="!!source-8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405" name="!!source-8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94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!!source-8-dom-fill">
            <a:extLst>
              <a:ext uri="{FF2B5EF4-FFF2-40B4-BE49-F238E27FC236}">
                <a16:creationId xmlns:a16="http://schemas.microsoft.com/office/drawing/2014/main" id="{750E47E8-3FA6-4B0A-A769-2E3901D51E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8-dom-1-0-0-0-text-0">
            <a:extLst>
              <a:ext uri="{FF2B5EF4-FFF2-40B4-BE49-F238E27FC236}">
                <a16:creationId xmlns:a16="http://schemas.microsoft.com/office/drawing/2014/main" id="{26A5ACD6-392D-4FA9-925B-EC392C9B2DFF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8-dom-1-0-1-0-text-0">
            <a:extLst>
              <a:ext uri="{FF2B5EF4-FFF2-40B4-BE49-F238E27FC236}">
                <a16:creationId xmlns:a16="http://schemas.microsoft.com/office/drawing/2014/main" id="{1059E987-BB5C-434A-9E21-FD6939187DB9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8-dom-1-0-2-border-Bottom">
            <a:extLst>
              <a:ext uri="{FF2B5EF4-FFF2-40B4-BE49-F238E27FC236}">
                <a16:creationId xmlns:a16="http://schemas.microsoft.com/office/drawing/2014/main" id="{F260B0EC-B8CC-47E9-BD8F-E1D05DF5C88C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8-dom-1-0-2-0-text-0">
            <a:extLst>
              <a:ext uri="{FF2B5EF4-FFF2-40B4-BE49-F238E27FC236}">
                <a16:creationId xmlns:a16="http://schemas.microsoft.com/office/drawing/2014/main" id="{E1150203-B338-4DEE-BE70-412E02598AE4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8-dom-1-0-3-0-text-0">
            <a:extLst>
              <a:ext uri="{FF2B5EF4-FFF2-40B4-BE49-F238E27FC236}">
                <a16:creationId xmlns:a16="http://schemas.microsoft.com/office/drawing/2014/main" id="{0E9E6A01-0D7D-4F5F-B96D-D9F20A7F69D9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8-dom-1-0-4-0-text-0">
            <a:extLst>
              <a:ext uri="{FF2B5EF4-FFF2-40B4-BE49-F238E27FC236}">
                <a16:creationId xmlns:a16="http://schemas.microsoft.com/office/drawing/2014/main" id="{E8CB298E-F7B1-45A8-9936-AF1EF476973B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8-dom-1-0-5-0-text-0">
            <a:extLst>
              <a:ext uri="{FF2B5EF4-FFF2-40B4-BE49-F238E27FC236}">
                <a16:creationId xmlns:a16="http://schemas.microsoft.com/office/drawing/2014/main" id="{0B5E3D06-2E83-4DDE-A84C-9E00B8DA3B06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8-dom-1-1-0-text-0">
            <a:extLst>
              <a:ext uri="{FF2B5EF4-FFF2-40B4-BE49-F238E27FC236}">
                <a16:creationId xmlns:a16="http://schemas.microsoft.com/office/drawing/2014/main" id="{CE05137E-02F8-441E-AAE0-138242758670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09 / 17</a:t>
            </a:r>
          </a:p>
        </p:txBody>
      </p:sp>
      <p:sp>
        <p:nvSpPr>
          <p:cNvPr id="10" name="!!source-8-dom-3-1-0-0-text-0">
            <a:extLst>
              <a:ext uri="{FF2B5EF4-FFF2-40B4-BE49-F238E27FC236}">
                <a16:creationId xmlns:a16="http://schemas.microsoft.com/office/drawing/2014/main" id="{F698AAE5-A8F5-4779-85B0-B12143821A7D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4992291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Refuelling</a:t>
            </a: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patterns</a:t>
            </a: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as a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modelling</a:t>
            </a: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strategy</a:t>
            </a:r>
            <a:endParaRPr lang="es-ES" sz="4800" spc="-12" dirty="0">
              <a:solidFill>
                <a:srgbClr val="4E2E1A">
                  <a:alpha val="100000"/>
                </a:srgbClr>
              </a:solidFill>
              <a:latin typeface="Abhaya Libre ExtraBold"/>
              <a:ea typeface="Abhaya Libre ExtraBold"/>
              <a:cs typeface="Abhaya Libre ExtraBold"/>
            </a:endParaRPr>
          </a:p>
        </p:txBody>
      </p:sp>
      <p:sp>
        <p:nvSpPr>
          <p:cNvPr id="11" name="!!source-8-dom-3-1-1-0-0-text-0">
            <a:extLst>
              <a:ext uri="{FF2B5EF4-FFF2-40B4-BE49-F238E27FC236}">
                <a16:creationId xmlns:a16="http://schemas.microsoft.com/office/drawing/2014/main" id="{B604ACA6-67EB-4E0D-A4EB-E8DFDA31B9F6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290869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What one step does</a:t>
            </a:r>
          </a:p>
        </p:txBody>
      </p:sp>
      <p:sp>
        <p:nvSpPr>
          <p:cNvPr id="12" name="!!source-8-dom-5-1-fill">
            <a:extLst>
              <a:ext uri="{FF2B5EF4-FFF2-40B4-BE49-F238E27FC236}">
                <a16:creationId xmlns:a16="http://schemas.microsoft.com/office/drawing/2014/main" id="{40833432-F5FC-4EC3-9549-23FBF8FB28CB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16192501" cy="6858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8-dom-5-1-outline">
            <a:extLst>
              <a:ext uri="{FF2B5EF4-FFF2-40B4-BE49-F238E27FC236}">
                <a16:creationId xmlns:a16="http://schemas.microsoft.com/office/drawing/2014/main" id="{45EB802F-4B6B-4F5F-B4BA-9AD8570F43E9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16163926" cy="6572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8-dom-5-1-1-0-fill">
            <a:extLst>
              <a:ext uri="{FF2B5EF4-FFF2-40B4-BE49-F238E27FC236}">
                <a16:creationId xmlns:a16="http://schemas.microsoft.com/office/drawing/2014/main" id="{849BD94E-58FE-4B7E-A275-D0D1BB2D5F3D}"/>
              </a:ext>
            </a:extLst>
          </p:cNvPr>
          <p:cNvSpPr>
            <a:spLocks noGrp="1"/>
          </p:cNvSpPr>
          <p:nvPr/>
        </p:nvSpPr>
        <p:spPr>
          <a:xfrm>
            <a:off x="1362075" y="2562225"/>
            <a:ext cx="495300" cy="4953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8-dom-5-1-1-0-0-text-0">
            <a:extLst>
              <a:ext uri="{FF2B5EF4-FFF2-40B4-BE49-F238E27FC236}">
                <a16:creationId xmlns:a16="http://schemas.microsoft.com/office/drawing/2014/main" id="{E33EAB01-F60B-4891-980E-29BFDE176CAD}"/>
              </a:ext>
            </a:extLst>
          </p:cNvPr>
          <p:cNvSpPr>
            <a:spLocks noGrp="1"/>
          </p:cNvSpPr>
          <p:nvPr/>
        </p:nvSpPr>
        <p:spPr>
          <a:xfrm>
            <a:off x="1557338" y="2647950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8-dom-5-1-1-1-0-text-0">
            <a:extLst>
              <a:ext uri="{FF2B5EF4-FFF2-40B4-BE49-F238E27FC236}">
                <a16:creationId xmlns:a16="http://schemas.microsoft.com/office/drawing/2014/main" id="{3F4DC530-1BA8-40C8-8DEF-71D458ACB88E}"/>
              </a:ext>
            </a:extLst>
          </p:cNvPr>
          <p:cNvSpPr>
            <a:spLocks noGrp="1"/>
          </p:cNvSpPr>
          <p:nvPr/>
        </p:nvSpPr>
        <p:spPr>
          <a:xfrm>
            <a:off x="2085975" y="2633662"/>
            <a:ext cx="14318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Pattern = </a:t>
            </a:r>
          </a:p>
        </p:txBody>
      </p:sp>
      <p:sp>
        <p:nvSpPr>
          <p:cNvPr id="17" name="!!source-8-dom-5-1-1-1-1-0-text-0">
            <a:extLst>
              <a:ext uri="{FF2B5EF4-FFF2-40B4-BE49-F238E27FC236}">
                <a16:creationId xmlns:a16="http://schemas.microsoft.com/office/drawing/2014/main" id="{9682440C-130C-49B4-A3E9-F2174AC553DD}"/>
              </a:ext>
            </a:extLst>
          </p:cNvPr>
          <p:cNvSpPr>
            <a:spLocks noGrp="1"/>
          </p:cNvSpPr>
          <p:nvPr/>
        </p:nvSpPr>
        <p:spPr>
          <a:xfrm>
            <a:off x="3470225" y="2633662"/>
            <a:ext cx="123214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ordered</a:t>
            </a:r>
          </a:p>
        </p:txBody>
      </p:sp>
      <p:sp>
        <p:nvSpPr>
          <p:cNvPr id="18" name="!!source-8-dom-5-1-1-1-2-text-0">
            <a:extLst>
              <a:ext uri="{FF2B5EF4-FFF2-40B4-BE49-F238E27FC236}">
                <a16:creationId xmlns:a16="http://schemas.microsoft.com/office/drawing/2014/main" id="{8A9A1D48-6554-4C1E-A1B9-2925FEBC8398}"/>
              </a:ext>
            </a:extLst>
          </p:cNvPr>
          <p:cNvSpPr>
            <a:spLocks noGrp="1"/>
          </p:cNvSpPr>
          <p:nvPr/>
        </p:nvSpPr>
        <p:spPr>
          <a:xfrm>
            <a:off x="4654748" y="2633662"/>
            <a:ext cx="303460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sequence of sources</a:t>
            </a:r>
          </a:p>
        </p:txBody>
      </p:sp>
      <p:sp>
        <p:nvSpPr>
          <p:cNvPr id="19" name="!!source-8-dom-5-1-3-0-fill">
            <a:extLst>
              <a:ext uri="{FF2B5EF4-FFF2-40B4-BE49-F238E27FC236}">
                <a16:creationId xmlns:a16="http://schemas.microsoft.com/office/drawing/2014/main" id="{1E279465-C144-4A8A-BDB4-91F45936C1DB}"/>
              </a:ext>
            </a:extLst>
          </p:cNvPr>
          <p:cNvSpPr>
            <a:spLocks noGrp="1"/>
          </p:cNvSpPr>
          <p:nvPr/>
        </p:nvSpPr>
        <p:spPr>
          <a:xfrm>
            <a:off x="1362075" y="377190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8-dom-5-1-3-0-0-text-0">
            <a:extLst>
              <a:ext uri="{FF2B5EF4-FFF2-40B4-BE49-F238E27FC236}">
                <a16:creationId xmlns:a16="http://schemas.microsoft.com/office/drawing/2014/main" id="{3ACF2F74-0DF1-44D7-B21F-B85080A5E321}"/>
              </a:ext>
            </a:extLst>
          </p:cNvPr>
          <p:cNvSpPr>
            <a:spLocks noGrp="1"/>
          </p:cNvSpPr>
          <p:nvPr/>
        </p:nvSpPr>
        <p:spPr>
          <a:xfrm>
            <a:off x="1557338" y="385762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1" name="!!source-8-dom-5-1-3-1-0-0-text-0">
            <a:extLst>
              <a:ext uri="{FF2B5EF4-FFF2-40B4-BE49-F238E27FC236}">
                <a16:creationId xmlns:a16="http://schemas.microsoft.com/office/drawing/2014/main" id="{8E2A850B-E867-4BEF-8BAD-4CEA22442893}"/>
              </a:ext>
            </a:extLst>
          </p:cNvPr>
          <p:cNvSpPr>
            <a:spLocks noGrp="1"/>
          </p:cNvSpPr>
          <p:nvPr/>
        </p:nvSpPr>
        <p:spPr>
          <a:xfrm>
            <a:off x="2238375" y="3252788"/>
            <a:ext cx="25653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pattern is an </a:t>
            </a:r>
          </a:p>
        </p:txBody>
      </p:sp>
      <p:sp>
        <p:nvSpPr>
          <p:cNvPr id="22" name="!!source-8-dom-5-1-3-1-0-1-0-text-0">
            <a:extLst>
              <a:ext uri="{FF2B5EF4-FFF2-40B4-BE49-F238E27FC236}">
                <a16:creationId xmlns:a16="http://schemas.microsoft.com/office/drawing/2014/main" id="{DBEC9827-A1E8-47D5-8D8C-9C88D58D7EA3}"/>
              </a:ext>
            </a:extLst>
          </p:cNvPr>
          <p:cNvSpPr>
            <a:spLocks noGrp="1"/>
          </p:cNvSpPr>
          <p:nvPr/>
        </p:nvSpPr>
        <p:spPr>
          <a:xfrm>
            <a:off x="4756100" y="3252788"/>
            <a:ext cx="139005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ordered</a:t>
            </a:r>
          </a:p>
        </p:txBody>
      </p:sp>
      <p:sp>
        <p:nvSpPr>
          <p:cNvPr id="23" name="!!source-8-dom-5-1-3-1-0-2-text-0">
            <a:extLst>
              <a:ext uri="{FF2B5EF4-FFF2-40B4-BE49-F238E27FC236}">
                <a16:creationId xmlns:a16="http://schemas.microsoft.com/office/drawing/2014/main" id="{8429A148-EB73-4406-B805-B21A011E72A2}"/>
              </a:ext>
            </a:extLst>
          </p:cNvPr>
          <p:cNvSpPr>
            <a:spLocks noGrp="1"/>
          </p:cNvSpPr>
          <p:nvPr/>
        </p:nvSpPr>
        <p:spPr>
          <a:xfrm>
            <a:off x="6098530" y="3252788"/>
            <a:ext cx="3548509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sequence of sources</a:t>
            </a:r>
          </a:p>
        </p:txBody>
      </p:sp>
      <p:sp>
        <p:nvSpPr>
          <p:cNvPr id="24" name="!!source-8-dom-5-1-3-1-1-0-fill">
            <a:extLst>
              <a:ext uri="{FF2B5EF4-FFF2-40B4-BE49-F238E27FC236}">
                <a16:creationId xmlns:a16="http://schemas.microsoft.com/office/drawing/2014/main" id="{65DFDAB2-3C43-49C7-915C-5ADDD1E69700}"/>
              </a:ext>
            </a:extLst>
          </p:cNvPr>
          <p:cNvSpPr>
            <a:spLocks noGrp="1"/>
          </p:cNvSpPr>
          <p:nvPr/>
        </p:nvSpPr>
        <p:spPr>
          <a:xfrm>
            <a:off x="2238375" y="3919538"/>
            <a:ext cx="990303" cy="866775"/>
          </a:xfrm>
          <a:prstGeom prst="roundRect">
            <a:avLst>
              <a:gd name="adj" fmla="val 6593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8-dom-5-1-3-1-1-0-outline">
            <a:extLst>
              <a:ext uri="{FF2B5EF4-FFF2-40B4-BE49-F238E27FC236}">
                <a16:creationId xmlns:a16="http://schemas.microsoft.com/office/drawing/2014/main" id="{8DC982A3-E2AB-42D2-9A96-FD16CEBFC2DE}"/>
              </a:ext>
            </a:extLst>
          </p:cNvPr>
          <p:cNvSpPr>
            <a:spLocks noGrp="1"/>
          </p:cNvSpPr>
          <p:nvPr/>
        </p:nvSpPr>
        <p:spPr>
          <a:xfrm>
            <a:off x="2252662" y="3933825"/>
            <a:ext cx="961728" cy="838200"/>
          </a:xfrm>
          <a:prstGeom prst="roundRect">
            <a:avLst>
              <a:gd name="adj" fmla="val 681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8-dom-5-1-3-1-1-0-0-text-0">
            <a:extLst>
              <a:ext uri="{FF2B5EF4-FFF2-40B4-BE49-F238E27FC236}">
                <a16:creationId xmlns:a16="http://schemas.microsoft.com/office/drawing/2014/main" id="{572D3A99-C7CA-40AE-952F-18DE1EAF79A7}"/>
              </a:ext>
            </a:extLst>
          </p:cNvPr>
          <p:cNvSpPr>
            <a:spLocks noGrp="1"/>
          </p:cNvSpPr>
          <p:nvPr/>
        </p:nvSpPr>
        <p:spPr>
          <a:xfrm>
            <a:off x="2590800" y="4119562"/>
            <a:ext cx="333077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3000" b="0" i="0" spc="-7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27" name="!!source-8-dom-5-1-3-1-1-1-0-fill">
            <a:extLst>
              <a:ext uri="{FF2B5EF4-FFF2-40B4-BE49-F238E27FC236}">
                <a16:creationId xmlns:a16="http://schemas.microsoft.com/office/drawing/2014/main" id="{4F64686E-4DC3-407C-91E4-47A4046BBD71}"/>
              </a:ext>
            </a:extLst>
          </p:cNvPr>
          <p:cNvSpPr>
            <a:spLocks noGrp="1"/>
          </p:cNvSpPr>
          <p:nvPr/>
        </p:nvSpPr>
        <p:spPr>
          <a:xfrm>
            <a:off x="3228678" y="4333875"/>
            <a:ext cx="70485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8-dom-5-1-3-1-1-1-1-border-Top">
            <a:extLst>
              <a:ext uri="{FF2B5EF4-FFF2-40B4-BE49-F238E27FC236}">
                <a16:creationId xmlns:a16="http://schemas.microsoft.com/office/drawing/2014/main" id="{44C7851B-0D46-486B-B51A-1AB9608E3AE8}"/>
              </a:ext>
            </a:extLst>
          </p:cNvPr>
          <p:cNvSpPr>
            <a:spLocks noGrp="1"/>
          </p:cNvSpPr>
          <p:nvPr/>
        </p:nvSpPr>
        <p:spPr>
          <a:xfrm>
            <a:off x="3933527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8-dom-5-1-3-1-1-1-1-border-Bottom">
            <a:extLst>
              <a:ext uri="{FF2B5EF4-FFF2-40B4-BE49-F238E27FC236}">
                <a16:creationId xmlns:a16="http://schemas.microsoft.com/office/drawing/2014/main" id="{1AFF9993-8502-49EC-9C77-E4FBAD7B357E}"/>
              </a:ext>
            </a:extLst>
          </p:cNvPr>
          <p:cNvSpPr>
            <a:spLocks noGrp="1"/>
          </p:cNvSpPr>
          <p:nvPr/>
        </p:nvSpPr>
        <p:spPr>
          <a:xfrm>
            <a:off x="3933527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8-dom-5-1-3-1-1-1-1-border-Left">
            <a:extLst>
              <a:ext uri="{FF2B5EF4-FFF2-40B4-BE49-F238E27FC236}">
                <a16:creationId xmlns:a16="http://schemas.microsoft.com/office/drawing/2014/main" id="{C14DCB27-5225-425A-B956-5AC15D28F128}"/>
              </a:ext>
            </a:extLst>
          </p:cNvPr>
          <p:cNvSpPr>
            <a:spLocks noGrp="1"/>
          </p:cNvSpPr>
          <p:nvPr/>
        </p:nvSpPr>
        <p:spPr>
          <a:xfrm>
            <a:off x="3933527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8-dom-5-1-3-1-1-2-fill">
            <a:extLst>
              <a:ext uri="{FF2B5EF4-FFF2-40B4-BE49-F238E27FC236}">
                <a16:creationId xmlns:a16="http://schemas.microsoft.com/office/drawing/2014/main" id="{1DAE0CFD-A3D0-4F4A-99FE-E31EC91BBC22}"/>
              </a:ext>
            </a:extLst>
          </p:cNvPr>
          <p:cNvSpPr>
            <a:spLocks noGrp="1"/>
          </p:cNvSpPr>
          <p:nvPr/>
        </p:nvSpPr>
        <p:spPr>
          <a:xfrm>
            <a:off x="4085928" y="3919538"/>
            <a:ext cx="994916" cy="866775"/>
          </a:xfrm>
          <a:prstGeom prst="roundRect">
            <a:avLst>
              <a:gd name="adj" fmla="val 6593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8-dom-5-1-3-1-1-2-outline">
            <a:extLst>
              <a:ext uri="{FF2B5EF4-FFF2-40B4-BE49-F238E27FC236}">
                <a16:creationId xmlns:a16="http://schemas.microsoft.com/office/drawing/2014/main" id="{2D73A29B-75D3-41C7-A924-F48E22178B29}"/>
              </a:ext>
            </a:extLst>
          </p:cNvPr>
          <p:cNvSpPr>
            <a:spLocks noGrp="1"/>
          </p:cNvSpPr>
          <p:nvPr/>
        </p:nvSpPr>
        <p:spPr>
          <a:xfrm>
            <a:off x="4100215" y="3933825"/>
            <a:ext cx="966341" cy="838200"/>
          </a:xfrm>
          <a:prstGeom prst="roundRect">
            <a:avLst>
              <a:gd name="adj" fmla="val 681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8-dom-5-1-3-1-1-2-0-text-0">
            <a:extLst>
              <a:ext uri="{FF2B5EF4-FFF2-40B4-BE49-F238E27FC236}">
                <a16:creationId xmlns:a16="http://schemas.microsoft.com/office/drawing/2014/main" id="{B294022A-8135-4C80-BE0D-55CCAF3D1F72}"/>
              </a:ext>
            </a:extLst>
          </p:cNvPr>
          <p:cNvSpPr>
            <a:spLocks noGrp="1"/>
          </p:cNvSpPr>
          <p:nvPr/>
        </p:nvSpPr>
        <p:spPr>
          <a:xfrm>
            <a:off x="4438352" y="4119562"/>
            <a:ext cx="337691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3000" b="0" i="0" spc="-7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34" name="!!source-8-dom-5-1-3-1-1-3-0-fill">
            <a:extLst>
              <a:ext uri="{FF2B5EF4-FFF2-40B4-BE49-F238E27FC236}">
                <a16:creationId xmlns:a16="http://schemas.microsoft.com/office/drawing/2014/main" id="{FBF9BA7D-68BB-4B4C-A607-4A38A5312F72}"/>
              </a:ext>
            </a:extLst>
          </p:cNvPr>
          <p:cNvSpPr>
            <a:spLocks noGrp="1"/>
          </p:cNvSpPr>
          <p:nvPr/>
        </p:nvSpPr>
        <p:spPr>
          <a:xfrm>
            <a:off x="5080843" y="4333875"/>
            <a:ext cx="70485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8-dom-5-1-3-1-1-3-1-border-Top">
            <a:extLst>
              <a:ext uri="{FF2B5EF4-FFF2-40B4-BE49-F238E27FC236}">
                <a16:creationId xmlns:a16="http://schemas.microsoft.com/office/drawing/2014/main" id="{2A8DB6ED-9C30-4F99-9A72-0DD38A1D2FA0}"/>
              </a:ext>
            </a:extLst>
          </p:cNvPr>
          <p:cNvSpPr>
            <a:spLocks noGrp="1"/>
          </p:cNvSpPr>
          <p:nvPr/>
        </p:nvSpPr>
        <p:spPr>
          <a:xfrm>
            <a:off x="5785693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8-dom-5-1-3-1-1-3-1-border-Bottom">
            <a:extLst>
              <a:ext uri="{FF2B5EF4-FFF2-40B4-BE49-F238E27FC236}">
                <a16:creationId xmlns:a16="http://schemas.microsoft.com/office/drawing/2014/main" id="{5655E70C-1580-41C5-9792-46E2D10284C8}"/>
              </a:ext>
            </a:extLst>
          </p:cNvPr>
          <p:cNvSpPr>
            <a:spLocks noGrp="1"/>
          </p:cNvSpPr>
          <p:nvPr/>
        </p:nvSpPr>
        <p:spPr>
          <a:xfrm>
            <a:off x="5785693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8-dom-5-1-3-1-1-3-1-border-Left">
            <a:extLst>
              <a:ext uri="{FF2B5EF4-FFF2-40B4-BE49-F238E27FC236}">
                <a16:creationId xmlns:a16="http://schemas.microsoft.com/office/drawing/2014/main" id="{933FA0D3-DC45-4E1A-8146-EF04ADD860ED}"/>
              </a:ext>
            </a:extLst>
          </p:cNvPr>
          <p:cNvSpPr>
            <a:spLocks noGrp="1"/>
          </p:cNvSpPr>
          <p:nvPr/>
        </p:nvSpPr>
        <p:spPr>
          <a:xfrm>
            <a:off x="5785693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8-dom-5-1-3-1-1-4-fill">
            <a:extLst>
              <a:ext uri="{FF2B5EF4-FFF2-40B4-BE49-F238E27FC236}">
                <a16:creationId xmlns:a16="http://schemas.microsoft.com/office/drawing/2014/main" id="{24A8A9D2-E49A-4354-AD9D-BA72F5464EE5}"/>
              </a:ext>
            </a:extLst>
          </p:cNvPr>
          <p:cNvSpPr>
            <a:spLocks noGrp="1"/>
          </p:cNvSpPr>
          <p:nvPr/>
        </p:nvSpPr>
        <p:spPr>
          <a:xfrm>
            <a:off x="5938093" y="3919538"/>
            <a:ext cx="3906887" cy="866775"/>
          </a:xfrm>
          <a:prstGeom prst="roundRect">
            <a:avLst>
              <a:gd name="adj" fmla="val 6593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8-dom-5-1-3-1-1-4-outline">
            <a:extLst>
              <a:ext uri="{FF2B5EF4-FFF2-40B4-BE49-F238E27FC236}">
                <a16:creationId xmlns:a16="http://schemas.microsoft.com/office/drawing/2014/main" id="{3D2F8595-CF0C-4C55-9802-875C3CB8B77E}"/>
              </a:ext>
            </a:extLst>
          </p:cNvPr>
          <p:cNvSpPr>
            <a:spLocks noGrp="1"/>
          </p:cNvSpPr>
          <p:nvPr/>
        </p:nvSpPr>
        <p:spPr>
          <a:xfrm>
            <a:off x="5952381" y="3933825"/>
            <a:ext cx="3878312" cy="838200"/>
          </a:xfrm>
          <a:prstGeom prst="roundRect">
            <a:avLst>
              <a:gd name="adj" fmla="val 6818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8-dom-5-1-3-1-1-4-0-text-0">
            <a:extLst>
              <a:ext uri="{FF2B5EF4-FFF2-40B4-BE49-F238E27FC236}">
                <a16:creationId xmlns:a16="http://schemas.microsoft.com/office/drawing/2014/main" id="{86A6866D-7783-41CC-9FB3-691D075F18B2}"/>
              </a:ext>
            </a:extLst>
          </p:cNvPr>
          <p:cNvSpPr>
            <a:spLocks noGrp="1"/>
          </p:cNvSpPr>
          <p:nvPr/>
        </p:nvSpPr>
        <p:spPr>
          <a:xfrm>
            <a:off x="6290518" y="4119562"/>
            <a:ext cx="3249662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3000" b="0" i="0" spc="-7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 · 350 bar</a:t>
            </a:r>
          </a:p>
        </p:txBody>
      </p:sp>
      <p:sp>
        <p:nvSpPr>
          <p:cNvPr id="41" name="!!source-8-dom-5-1-3-1-1-6-0-text-0">
            <a:extLst>
              <a:ext uri="{FF2B5EF4-FFF2-40B4-BE49-F238E27FC236}">
                <a16:creationId xmlns:a16="http://schemas.microsoft.com/office/drawing/2014/main" id="{1788681C-4083-4957-B8D3-79600B5ACFED}"/>
              </a:ext>
            </a:extLst>
          </p:cNvPr>
          <p:cNvSpPr>
            <a:spLocks noGrp="1"/>
          </p:cNvSpPr>
          <p:nvPr/>
        </p:nvSpPr>
        <p:spPr>
          <a:xfrm>
            <a:off x="10416480" y="4025354"/>
            <a:ext cx="180424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order matters:</a:t>
            </a:r>
          </a:p>
        </p:txBody>
      </p:sp>
      <p:sp>
        <p:nvSpPr>
          <p:cNvPr id="42" name="!!source-8-dom-5-1-3-1-1-6-2-text-0">
            <a:extLst>
              <a:ext uri="{FF2B5EF4-FFF2-40B4-BE49-F238E27FC236}">
                <a16:creationId xmlns:a16="http://schemas.microsoft.com/office/drawing/2014/main" id="{D62BC612-CF85-45B1-B4D1-0F40B1BA5336}"/>
              </a:ext>
            </a:extLst>
          </p:cNvPr>
          <p:cNvSpPr>
            <a:spLocks noGrp="1"/>
          </p:cNvSpPr>
          <p:nvPr/>
        </p:nvSpPr>
        <p:spPr>
          <a:xfrm>
            <a:off x="10416480" y="4371975"/>
            <a:ext cx="361563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B → A stalls at B's equilibrium</a:t>
            </a:r>
          </a:p>
        </p:txBody>
      </p:sp>
      <p:sp>
        <p:nvSpPr>
          <p:cNvPr id="43" name="!!source-8-dom-5-3-fill">
            <a:extLst>
              <a:ext uri="{FF2B5EF4-FFF2-40B4-BE49-F238E27FC236}">
                <a16:creationId xmlns:a16="http://schemas.microsoft.com/office/drawing/2014/main" id="{3D8B9132-D001-41C0-B82B-2C5BB3243FF5}"/>
              </a:ext>
            </a:extLst>
          </p:cNvPr>
          <p:cNvSpPr>
            <a:spLocks noGrp="1"/>
          </p:cNvSpPr>
          <p:nvPr/>
        </p:nvSpPr>
        <p:spPr>
          <a:xfrm>
            <a:off x="1047750" y="3286125"/>
            <a:ext cx="16192501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4" name="!!source-8-dom-5-3-outline">
            <a:extLst>
              <a:ext uri="{FF2B5EF4-FFF2-40B4-BE49-F238E27FC236}">
                <a16:creationId xmlns:a16="http://schemas.microsoft.com/office/drawing/2014/main" id="{DA2594EC-948A-438F-B5DB-D77645AAA9BF}"/>
              </a:ext>
            </a:extLst>
          </p:cNvPr>
          <p:cNvSpPr>
            <a:spLocks noGrp="1"/>
          </p:cNvSpPr>
          <p:nvPr/>
        </p:nvSpPr>
        <p:spPr>
          <a:xfrm>
            <a:off x="1062037" y="3300413"/>
            <a:ext cx="16163926" cy="30194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8-dom-5-3-1-0-fill">
            <a:extLst>
              <a:ext uri="{FF2B5EF4-FFF2-40B4-BE49-F238E27FC236}">
                <a16:creationId xmlns:a16="http://schemas.microsoft.com/office/drawing/2014/main" id="{22B68C13-56D9-4462-900E-9BA8A2E49CEE}"/>
              </a:ext>
            </a:extLst>
          </p:cNvPr>
          <p:cNvSpPr>
            <a:spLocks noGrp="1"/>
          </p:cNvSpPr>
          <p:nvPr/>
        </p:nvSpPr>
        <p:spPr>
          <a:xfrm>
            <a:off x="1362075" y="4562475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6" name="!!source-8-dom-5-3-1-0-0-text-0">
            <a:extLst>
              <a:ext uri="{FF2B5EF4-FFF2-40B4-BE49-F238E27FC236}">
                <a16:creationId xmlns:a16="http://schemas.microsoft.com/office/drawing/2014/main" id="{6FBC7B9A-6A47-47D7-B851-BEDCC49E04C6}"/>
              </a:ext>
            </a:extLst>
          </p:cNvPr>
          <p:cNvSpPr>
            <a:spLocks noGrp="1"/>
          </p:cNvSpPr>
          <p:nvPr/>
        </p:nvSpPr>
        <p:spPr>
          <a:xfrm>
            <a:off x="1530995" y="4648200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7" name="!!source-8-dom-5-3-1-1-0-text-0">
            <a:extLst>
              <a:ext uri="{FF2B5EF4-FFF2-40B4-BE49-F238E27FC236}">
                <a16:creationId xmlns:a16="http://schemas.microsoft.com/office/drawing/2014/main" id="{7977BE28-C274-4E91-A4C4-9218FCB47E80}"/>
              </a:ext>
            </a:extLst>
          </p:cNvPr>
          <p:cNvSpPr>
            <a:spLocks noGrp="1"/>
          </p:cNvSpPr>
          <p:nvPr/>
        </p:nvSpPr>
        <p:spPr>
          <a:xfrm>
            <a:off x="2085975" y="4633913"/>
            <a:ext cx="190857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Step ends at </a:t>
            </a:r>
          </a:p>
        </p:txBody>
      </p:sp>
      <p:sp>
        <p:nvSpPr>
          <p:cNvPr id="48" name="!!source-8-dom-5-3-1-1-1-0-text-0">
            <a:extLst>
              <a:ext uri="{FF2B5EF4-FFF2-40B4-BE49-F238E27FC236}">
                <a16:creationId xmlns:a16="http://schemas.microsoft.com/office/drawing/2014/main" id="{4DB40639-34BB-4D0F-BC13-8CABBE72B743}"/>
              </a:ext>
            </a:extLst>
          </p:cNvPr>
          <p:cNvSpPr>
            <a:spLocks noGrp="1"/>
          </p:cNvSpPr>
          <p:nvPr/>
        </p:nvSpPr>
        <p:spPr>
          <a:xfrm>
            <a:off x="3946922" y="4633913"/>
            <a:ext cx="115297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350 bar</a:t>
            </a:r>
          </a:p>
        </p:txBody>
      </p:sp>
      <p:sp>
        <p:nvSpPr>
          <p:cNvPr id="49" name="!!source-8-dom-5-3-1-1-2-text-0">
            <a:extLst>
              <a:ext uri="{FF2B5EF4-FFF2-40B4-BE49-F238E27FC236}">
                <a16:creationId xmlns:a16="http://schemas.microsoft.com/office/drawing/2014/main" id="{C453169B-E872-4E9A-9934-08853364FC1F}"/>
              </a:ext>
            </a:extLst>
          </p:cNvPr>
          <p:cNvSpPr>
            <a:spLocks noGrp="1"/>
          </p:cNvSpPr>
          <p:nvPr/>
        </p:nvSpPr>
        <p:spPr>
          <a:xfrm>
            <a:off x="5052268" y="4633913"/>
            <a:ext cx="85070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or at </a:t>
            </a:r>
          </a:p>
        </p:txBody>
      </p:sp>
      <p:sp>
        <p:nvSpPr>
          <p:cNvPr id="50" name="!!source-8-dom-5-3-1-1-3-0-text-0">
            <a:extLst>
              <a:ext uri="{FF2B5EF4-FFF2-40B4-BE49-F238E27FC236}">
                <a16:creationId xmlns:a16="http://schemas.microsoft.com/office/drawing/2014/main" id="{BF9C0FA1-E1C2-4A0E-B97E-6315BDCACF24}"/>
              </a:ext>
            </a:extLst>
          </p:cNvPr>
          <p:cNvSpPr>
            <a:spLocks noGrp="1"/>
          </p:cNvSpPr>
          <p:nvPr/>
        </p:nvSpPr>
        <p:spPr>
          <a:xfrm>
            <a:off x="5855345" y="4633913"/>
            <a:ext cx="189279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equalisation</a:t>
            </a:r>
          </a:p>
        </p:txBody>
      </p:sp>
      <p:sp>
        <p:nvSpPr>
          <p:cNvPr id="51" name="!!source-8-dom-5-3-3-0-fill">
            <a:extLst>
              <a:ext uri="{FF2B5EF4-FFF2-40B4-BE49-F238E27FC236}">
                <a16:creationId xmlns:a16="http://schemas.microsoft.com/office/drawing/2014/main" id="{58E95260-FD77-4047-B4CE-45C47250B3A5}"/>
              </a:ext>
            </a:extLst>
          </p:cNvPr>
          <p:cNvSpPr>
            <a:spLocks noGrp="1"/>
          </p:cNvSpPr>
          <p:nvPr/>
        </p:nvSpPr>
        <p:spPr>
          <a:xfrm>
            <a:off x="1362075" y="4591050"/>
            <a:ext cx="495300" cy="4953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2" name="!!source-8-dom-5-3-3-0-0-text-0">
            <a:extLst>
              <a:ext uri="{FF2B5EF4-FFF2-40B4-BE49-F238E27FC236}">
                <a16:creationId xmlns:a16="http://schemas.microsoft.com/office/drawing/2014/main" id="{AD93979A-8587-4D06-91A3-3C6177205AB0}"/>
              </a:ext>
            </a:extLst>
          </p:cNvPr>
          <p:cNvSpPr>
            <a:spLocks noGrp="1"/>
          </p:cNvSpPr>
          <p:nvPr/>
        </p:nvSpPr>
        <p:spPr>
          <a:xfrm>
            <a:off x="1530995" y="4676775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3" name="!!source-8-dom-5-3-3-1-0-0-text-0">
            <a:extLst>
              <a:ext uri="{FF2B5EF4-FFF2-40B4-BE49-F238E27FC236}">
                <a16:creationId xmlns:a16="http://schemas.microsoft.com/office/drawing/2014/main" id="{8C5FC5D7-DC43-4568-A7F0-9BA3E431C6F6}"/>
              </a:ext>
            </a:extLst>
          </p:cNvPr>
          <p:cNvSpPr>
            <a:spLocks noGrp="1"/>
          </p:cNvSpPr>
          <p:nvPr/>
        </p:nvSpPr>
        <p:spPr>
          <a:xfrm>
            <a:off x="2238375" y="3624262"/>
            <a:ext cx="360164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 </a:t>
            </a:r>
          </a:p>
        </p:txBody>
      </p:sp>
      <p:sp>
        <p:nvSpPr>
          <p:cNvPr id="54" name="!!source-8-dom-5-3-3-1-0-1-0-text-0">
            <a:extLst>
              <a:ext uri="{FF2B5EF4-FFF2-40B4-BE49-F238E27FC236}">
                <a16:creationId xmlns:a16="http://schemas.microsoft.com/office/drawing/2014/main" id="{3D8CE53D-9B3C-4A6A-877A-8169FE70CC37}"/>
              </a:ext>
            </a:extLst>
          </p:cNvPr>
          <p:cNvSpPr>
            <a:spLocks noGrp="1"/>
          </p:cNvSpPr>
          <p:nvPr/>
        </p:nvSpPr>
        <p:spPr>
          <a:xfrm>
            <a:off x="2550914" y="3624262"/>
            <a:ext cx="73952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 spc="-6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step</a:t>
            </a:r>
          </a:p>
        </p:txBody>
      </p:sp>
      <p:sp>
        <p:nvSpPr>
          <p:cNvPr id="55" name="!!source-8-dom-5-3-3-1-0-2-text-0">
            <a:extLst>
              <a:ext uri="{FF2B5EF4-FFF2-40B4-BE49-F238E27FC236}">
                <a16:creationId xmlns:a16="http://schemas.microsoft.com/office/drawing/2014/main" id="{1F6C354F-B362-496C-827C-212C464FCE4A}"/>
              </a:ext>
            </a:extLst>
          </p:cNvPr>
          <p:cNvSpPr>
            <a:spLocks noGrp="1"/>
          </p:cNvSpPr>
          <p:nvPr/>
        </p:nvSpPr>
        <p:spPr>
          <a:xfrm>
            <a:off x="3242816" y="3624262"/>
            <a:ext cx="835595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opens one source and ends at the first of two events</a:t>
            </a:r>
          </a:p>
        </p:txBody>
      </p:sp>
      <p:sp>
        <p:nvSpPr>
          <p:cNvPr id="56" name="!!source-8-dom-5-3-3-1-1-0-0-0-text-0">
            <a:extLst>
              <a:ext uri="{FF2B5EF4-FFF2-40B4-BE49-F238E27FC236}">
                <a16:creationId xmlns:a16="http://schemas.microsoft.com/office/drawing/2014/main" id="{353C57A4-4CD1-4DC5-A7E3-54DCB7A3287C}"/>
              </a:ext>
            </a:extLst>
          </p:cNvPr>
          <p:cNvSpPr>
            <a:spLocks noGrp="1"/>
          </p:cNvSpPr>
          <p:nvPr/>
        </p:nvSpPr>
        <p:spPr>
          <a:xfrm>
            <a:off x="2306538" y="4129088"/>
            <a:ext cx="101604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300 bar</a:t>
            </a:r>
          </a:p>
        </p:txBody>
      </p:sp>
      <p:sp>
        <p:nvSpPr>
          <p:cNvPr id="57" name="!!source-8-dom-5-3-3-1-1-0-1-fill">
            <a:extLst>
              <a:ext uri="{FF2B5EF4-FFF2-40B4-BE49-F238E27FC236}">
                <a16:creationId xmlns:a16="http://schemas.microsoft.com/office/drawing/2014/main" id="{BC1AA15F-23EB-42B3-BDD7-9E3641E80463}"/>
              </a:ext>
            </a:extLst>
          </p:cNvPr>
          <p:cNvSpPr>
            <a:spLocks noGrp="1"/>
          </p:cNvSpPr>
          <p:nvPr/>
        </p:nvSpPr>
        <p:spPr>
          <a:xfrm>
            <a:off x="2238375" y="4491038"/>
            <a:ext cx="1104900" cy="1200150"/>
          </a:xfrm>
          <a:prstGeom prst="roundRect">
            <a:avLst>
              <a:gd name="adj" fmla="val 12069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8-dom-5-3-3-1-1-0-1-outline">
            <a:extLst>
              <a:ext uri="{FF2B5EF4-FFF2-40B4-BE49-F238E27FC236}">
                <a16:creationId xmlns:a16="http://schemas.microsoft.com/office/drawing/2014/main" id="{426D4848-97CB-47DE-B23A-C1D1412DAD73}"/>
              </a:ext>
            </a:extLst>
          </p:cNvPr>
          <p:cNvSpPr>
            <a:spLocks noGrp="1"/>
          </p:cNvSpPr>
          <p:nvPr/>
        </p:nvSpPr>
        <p:spPr>
          <a:xfrm>
            <a:off x="2252662" y="4505325"/>
            <a:ext cx="1076325" cy="1171575"/>
          </a:xfrm>
          <a:prstGeom prst="roundRect">
            <a:avLst>
              <a:gd name="adj" fmla="val 12389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!!source-8-dom-5-3-3-1-1-0-1-0-fill">
            <a:extLst>
              <a:ext uri="{FF2B5EF4-FFF2-40B4-BE49-F238E27FC236}">
                <a16:creationId xmlns:a16="http://schemas.microsoft.com/office/drawing/2014/main" id="{1D0DC618-C52A-48F2-A832-81F1A95E2B91}"/>
              </a:ext>
            </a:extLst>
          </p:cNvPr>
          <p:cNvSpPr>
            <a:spLocks noGrp="1"/>
          </p:cNvSpPr>
          <p:nvPr/>
        </p:nvSpPr>
        <p:spPr>
          <a:xfrm>
            <a:off x="2266950" y="5319712"/>
            <a:ext cx="1047750" cy="342900"/>
          </a:xfrm>
          <a:custGeom>
            <a:avLst/>
            <a:gdLst/>
            <a:ahLst/>
            <a:cxnLst/>
            <a:rect l="0" t="0" r="0" b="0"/>
            <a:pathLst>
              <a:path w="1047750" h="342900">
                <a:moveTo>
                  <a:pt x="0" y="0"/>
                </a:moveTo>
                <a:lnTo>
                  <a:pt x="1047750" y="0"/>
                </a:lnTo>
                <a:lnTo>
                  <a:pt x="1047750" y="238125"/>
                </a:lnTo>
                <a:lnTo>
                  <a:pt x="1045737" y="258566"/>
                </a:lnTo>
                <a:lnTo>
                  <a:pt x="1039774" y="278221"/>
                </a:lnTo>
                <a:lnTo>
                  <a:pt x="1030092" y="296335"/>
                </a:lnTo>
                <a:lnTo>
                  <a:pt x="1017062" y="312212"/>
                </a:lnTo>
                <a:lnTo>
                  <a:pt x="1001185" y="325243"/>
                </a:lnTo>
                <a:lnTo>
                  <a:pt x="983071" y="334925"/>
                </a:lnTo>
                <a:lnTo>
                  <a:pt x="963415" y="340887"/>
                </a:lnTo>
                <a:lnTo>
                  <a:pt x="942975" y="342900"/>
                </a:lnTo>
                <a:lnTo>
                  <a:pt x="104775" y="342900"/>
                </a:lnTo>
                <a:lnTo>
                  <a:pt x="84334" y="340887"/>
                </a:lnTo>
                <a:lnTo>
                  <a:pt x="64679" y="334925"/>
                </a:lnTo>
                <a:lnTo>
                  <a:pt x="46565" y="325243"/>
                </a:lnTo>
                <a:lnTo>
                  <a:pt x="30688" y="312212"/>
                </a:lnTo>
                <a:lnTo>
                  <a:pt x="17658" y="296335"/>
                </a:lnTo>
                <a:lnTo>
                  <a:pt x="7976" y="278221"/>
                </a:lnTo>
                <a:lnTo>
                  <a:pt x="2013" y="258566"/>
                </a:lnTo>
                <a:lnTo>
                  <a:pt x="0" y="238125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0" name="!!source-8-dom-5-3-3-1-1-0-2-0-text-0">
            <a:extLst>
              <a:ext uri="{FF2B5EF4-FFF2-40B4-BE49-F238E27FC236}">
                <a16:creationId xmlns:a16="http://schemas.microsoft.com/office/drawing/2014/main" id="{1C68996C-694A-483F-A55E-9B5AF45463B6}"/>
              </a:ext>
            </a:extLst>
          </p:cNvPr>
          <p:cNvSpPr>
            <a:spLocks noGrp="1"/>
          </p:cNvSpPr>
          <p:nvPr/>
        </p:nvSpPr>
        <p:spPr>
          <a:xfrm>
            <a:off x="2697956" y="5748337"/>
            <a:ext cx="23321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61" name="!!source-8-dom-5-3-3-1-1-1-0-text-0">
            <a:extLst>
              <a:ext uri="{FF2B5EF4-FFF2-40B4-BE49-F238E27FC236}">
                <a16:creationId xmlns:a16="http://schemas.microsoft.com/office/drawing/2014/main" id="{75B437AF-5E82-4B95-A1AE-5469D6AC36EC}"/>
              </a:ext>
            </a:extLst>
          </p:cNvPr>
          <p:cNvSpPr>
            <a:spLocks noGrp="1"/>
          </p:cNvSpPr>
          <p:nvPr/>
        </p:nvSpPr>
        <p:spPr>
          <a:xfrm>
            <a:off x="3724275" y="4729162"/>
            <a:ext cx="654844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5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4500" b="1" i="0" spc="-11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⟶</a:t>
            </a:r>
          </a:p>
        </p:txBody>
      </p:sp>
      <p:sp>
        <p:nvSpPr>
          <p:cNvPr id="62" name="!!source-8-dom-5-3-3-1-1-2-0-0-text-0">
            <a:extLst>
              <a:ext uri="{FF2B5EF4-FFF2-40B4-BE49-F238E27FC236}">
                <a16:creationId xmlns:a16="http://schemas.microsoft.com/office/drawing/2014/main" id="{4C0BF31F-6A8F-4B92-9389-262F82CDE3A8}"/>
              </a:ext>
            </a:extLst>
          </p:cNvPr>
          <p:cNvSpPr>
            <a:spLocks noGrp="1"/>
          </p:cNvSpPr>
          <p:nvPr/>
        </p:nvSpPr>
        <p:spPr>
          <a:xfrm>
            <a:off x="4712494" y="4129088"/>
            <a:ext cx="170646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100 → 230 bar</a:t>
            </a:r>
          </a:p>
        </p:txBody>
      </p:sp>
      <p:sp>
        <p:nvSpPr>
          <p:cNvPr id="63" name="!!source-8-dom-5-3-3-1-1-2-1-fill">
            <a:extLst>
              <a:ext uri="{FF2B5EF4-FFF2-40B4-BE49-F238E27FC236}">
                <a16:creationId xmlns:a16="http://schemas.microsoft.com/office/drawing/2014/main" id="{ED51979B-63B8-4443-A231-996B9C78CB8C}"/>
              </a:ext>
            </a:extLst>
          </p:cNvPr>
          <p:cNvSpPr>
            <a:spLocks noGrp="1"/>
          </p:cNvSpPr>
          <p:nvPr/>
        </p:nvSpPr>
        <p:spPr>
          <a:xfrm>
            <a:off x="4989463" y="4491038"/>
            <a:ext cx="1104900" cy="1200150"/>
          </a:xfrm>
          <a:prstGeom prst="roundRect">
            <a:avLst>
              <a:gd name="adj" fmla="val 12069"/>
            </a:avLst>
          </a:prstGeom>
          <a:solidFill>
            <a:srgbClr val="FFF5F5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8-dom-5-3-3-1-1-2-1-outline">
            <a:extLst>
              <a:ext uri="{FF2B5EF4-FFF2-40B4-BE49-F238E27FC236}">
                <a16:creationId xmlns:a16="http://schemas.microsoft.com/office/drawing/2014/main" id="{8B091A90-3987-4530-9963-185C4A671D66}"/>
              </a:ext>
            </a:extLst>
          </p:cNvPr>
          <p:cNvSpPr>
            <a:spLocks noGrp="1"/>
          </p:cNvSpPr>
          <p:nvPr/>
        </p:nvSpPr>
        <p:spPr>
          <a:xfrm>
            <a:off x="5003750" y="4505325"/>
            <a:ext cx="1076325" cy="1171575"/>
          </a:xfrm>
          <a:prstGeom prst="roundRect">
            <a:avLst>
              <a:gd name="adj" fmla="val 12389"/>
            </a:avLst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8-dom-5-3-3-1-1-2-1-0-fill">
            <a:extLst>
              <a:ext uri="{FF2B5EF4-FFF2-40B4-BE49-F238E27FC236}">
                <a16:creationId xmlns:a16="http://schemas.microsoft.com/office/drawing/2014/main" id="{0A7B294D-E2B9-46B9-BDBB-F260BFDFBFED}"/>
              </a:ext>
            </a:extLst>
          </p:cNvPr>
          <p:cNvSpPr>
            <a:spLocks noGrp="1"/>
          </p:cNvSpPr>
          <p:nvPr/>
        </p:nvSpPr>
        <p:spPr>
          <a:xfrm>
            <a:off x="5018038" y="5136952"/>
            <a:ext cx="1047750" cy="525661"/>
          </a:xfrm>
          <a:custGeom>
            <a:avLst/>
            <a:gdLst/>
            <a:ahLst/>
            <a:cxnLst/>
            <a:rect l="0" t="0" r="0" b="0"/>
            <a:pathLst>
              <a:path w="1047750" h="525661">
                <a:moveTo>
                  <a:pt x="0" y="0"/>
                </a:moveTo>
                <a:lnTo>
                  <a:pt x="1047750" y="0"/>
                </a:lnTo>
                <a:lnTo>
                  <a:pt x="1047750" y="420886"/>
                </a:lnTo>
                <a:lnTo>
                  <a:pt x="1045737" y="441327"/>
                </a:lnTo>
                <a:lnTo>
                  <a:pt x="1039775" y="460982"/>
                </a:lnTo>
                <a:lnTo>
                  <a:pt x="1030092" y="479096"/>
                </a:lnTo>
                <a:lnTo>
                  <a:pt x="1017062" y="494973"/>
                </a:lnTo>
                <a:lnTo>
                  <a:pt x="1001185" y="508003"/>
                </a:lnTo>
                <a:lnTo>
                  <a:pt x="983071" y="517686"/>
                </a:lnTo>
                <a:lnTo>
                  <a:pt x="963416" y="523648"/>
                </a:lnTo>
                <a:lnTo>
                  <a:pt x="942975" y="525661"/>
                </a:lnTo>
                <a:lnTo>
                  <a:pt x="104775" y="525661"/>
                </a:lnTo>
                <a:lnTo>
                  <a:pt x="84334" y="523648"/>
                </a:lnTo>
                <a:lnTo>
                  <a:pt x="64679" y="517686"/>
                </a:lnTo>
                <a:lnTo>
                  <a:pt x="46565" y="508003"/>
                </a:lnTo>
                <a:lnTo>
                  <a:pt x="30688" y="494973"/>
                </a:lnTo>
                <a:lnTo>
                  <a:pt x="17658" y="479096"/>
                </a:lnTo>
                <a:lnTo>
                  <a:pt x="7976" y="460982"/>
                </a:lnTo>
                <a:lnTo>
                  <a:pt x="2013" y="441327"/>
                </a:lnTo>
                <a:lnTo>
                  <a:pt x="0" y="420886"/>
                </a:lnTo>
                <a:close/>
              </a:path>
            </a:pathLst>
          </a:cu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8-dom-5-3-3-1-1-2-2-0-text-0">
            <a:extLst>
              <a:ext uri="{FF2B5EF4-FFF2-40B4-BE49-F238E27FC236}">
                <a16:creationId xmlns:a16="http://schemas.microsoft.com/office/drawing/2014/main" id="{C4B2BCE2-033F-4A1F-B397-D302E1000401}"/>
              </a:ext>
            </a:extLst>
          </p:cNvPr>
          <p:cNvSpPr>
            <a:spLocks noGrp="1"/>
          </p:cNvSpPr>
          <p:nvPr/>
        </p:nvSpPr>
        <p:spPr>
          <a:xfrm>
            <a:off x="5076676" y="5748337"/>
            <a:ext cx="97809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67" name="!!source-8-dom-5-3-3-1-1-4-0-fill">
            <a:extLst>
              <a:ext uri="{FF2B5EF4-FFF2-40B4-BE49-F238E27FC236}">
                <a16:creationId xmlns:a16="http://schemas.microsoft.com/office/drawing/2014/main" id="{DB7A11AC-CAA6-480A-8DBC-B121490D5B68}"/>
              </a:ext>
            </a:extLst>
          </p:cNvPr>
          <p:cNvSpPr>
            <a:spLocks noGrp="1"/>
          </p:cNvSpPr>
          <p:nvPr/>
        </p:nvSpPr>
        <p:spPr>
          <a:xfrm>
            <a:off x="7514332" y="4426297"/>
            <a:ext cx="3962995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8-dom-5-3-3-1-1-4-0-outline">
            <a:extLst>
              <a:ext uri="{FF2B5EF4-FFF2-40B4-BE49-F238E27FC236}">
                <a16:creationId xmlns:a16="http://schemas.microsoft.com/office/drawing/2014/main" id="{2B6A7EF7-3507-4BA1-BC2F-B3581B48FC31}"/>
              </a:ext>
            </a:extLst>
          </p:cNvPr>
          <p:cNvSpPr>
            <a:spLocks noGrp="1"/>
          </p:cNvSpPr>
          <p:nvPr/>
        </p:nvSpPr>
        <p:spPr>
          <a:xfrm>
            <a:off x="7528620" y="4440585"/>
            <a:ext cx="3934420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8-dom-5-3-3-1-1-4-0-0-text-0">
            <a:extLst>
              <a:ext uri="{FF2B5EF4-FFF2-40B4-BE49-F238E27FC236}">
                <a16:creationId xmlns:a16="http://schemas.microsoft.com/office/drawing/2014/main" id="{A4665368-EFAD-4539-9D6B-6A0DABE38D4C}"/>
              </a:ext>
            </a:extLst>
          </p:cNvPr>
          <p:cNvSpPr>
            <a:spLocks noGrp="1"/>
          </p:cNvSpPr>
          <p:nvPr/>
        </p:nvSpPr>
        <p:spPr>
          <a:xfrm>
            <a:off x="7752457" y="4550122"/>
            <a:ext cx="353437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✓ vehicle reaches 350 bar</a:t>
            </a:r>
          </a:p>
        </p:txBody>
      </p:sp>
      <p:sp>
        <p:nvSpPr>
          <p:cNvPr id="70" name="!!source-8-dom-5-3-3-1-1-4-1-fill">
            <a:extLst>
              <a:ext uri="{FF2B5EF4-FFF2-40B4-BE49-F238E27FC236}">
                <a16:creationId xmlns:a16="http://schemas.microsoft.com/office/drawing/2014/main" id="{639780E5-4FEE-4E0A-A9B0-1BFAED510236}"/>
              </a:ext>
            </a:extLst>
          </p:cNvPr>
          <p:cNvSpPr>
            <a:spLocks noGrp="1"/>
          </p:cNvSpPr>
          <p:nvPr/>
        </p:nvSpPr>
        <p:spPr>
          <a:xfrm>
            <a:off x="7514332" y="5131147"/>
            <a:ext cx="3962995" cy="624781"/>
          </a:xfrm>
          <a:prstGeom prst="roundRect">
            <a:avLst>
              <a:gd name="adj" fmla="val 9147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1" name="!!source-8-dom-5-3-3-1-1-4-1-outline">
            <a:extLst>
              <a:ext uri="{FF2B5EF4-FFF2-40B4-BE49-F238E27FC236}">
                <a16:creationId xmlns:a16="http://schemas.microsoft.com/office/drawing/2014/main" id="{8B1CE753-F22A-4CCE-8E09-758F616F32FE}"/>
              </a:ext>
            </a:extLst>
          </p:cNvPr>
          <p:cNvSpPr>
            <a:spLocks noGrp="1"/>
          </p:cNvSpPr>
          <p:nvPr/>
        </p:nvSpPr>
        <p:spPr>
          <a:xfrm>
            <a:off x="7528620" y="5145434"/>
            <a:ext cx="3934420" cy="596206"/>
          </a:xfrm>
          <a:prstGeom prst="roundRect">
            <a:avLst>
              <a:gd name="adj" fmla="val 9586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8-dom-5-3-3-1-1-4-1-0-text-0">
            <a:extLst>
              <a:ext uri="{FF2B5EF4-FFF2-40B4-BE49-F238E27FC236}">
                <a16:creationId xmlns:a16="http://schemas.microsoft.com/office/drawing/2014/main" id="{1164926B-8AF6-4CD4-8885-C69D2F402292}"/>
              </a:ext>
            </a:extLst>
          </p:cNvPr>
          <p:cNvSpPr>
            <a:spLocks noGrp="1"/>
          </p:cNvSpPr>
          <p:nvPr/>
        </p:nvSpPr>
        <p:spPr>
          <a:xfrm>
            <a:off x="7752457" y="5254972"/>
            <a:ext cx="47223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= P</a:t>
            </a:r>
          </a:p>
        </p:txBody>
      </p:sp>
      <p:sp>
        <p:nvSpPr>
          <p:cNvPr id="73" name="!!source-8-dom-5-3-3-1-1-4-1-1-0-text-0">
            <a:extLst>
              <a:ext uri="{FF2B5EF4-FFF2-40B4-BE49-F238E27FC236}">
                <a16:creationId xmlns:a16="http://schemas.microsoft.com/office/drawing/2014/main" id="{6F3D640E-9700-4531-B76D-020C503E0EA4}"/>
              </a:ext>
            </a:extLst>
          </p:cNvPr>
          <p:cNvSpPr>
            <a:spLocks noGrp="1"/>
          </p:cNvSpPr>
          <p:nvPr/>
        </p:nvSpPr>
        <p:spPr>
          <a:xfrm>
            <a:off x="8177064" y="5355878"/>
            <a:ext cx="21416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750" b="0" i="0" spc="-4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74" name="!!source-8-dom-5-3-3-1-1-4-1-2-text-0">
            <a:extLst>
              <a:ext uri="{FF2B5EF4-FFF2-40B4-BE49-F238E27FC236}">
                <a16:creationId xmlns:a16="http://schemas.microsoft.com/office/drawing/2014/main" id="{F9E33933-29C5-49CD-9F61-E04549D3B9CC}"/>
              </a:ext>
            </a:extLst>
          </p:cNvPr>
          <p:cNvSpPr>
            <a:spLocks noGrp="1"/>
          </p:cNvSpPr>
          <p:nvPr/>
        </p:nvSpPr>
        <p:spPr>
          <a:xfrm>
            <a:off x="8343603" y="5254972"/>
            <a:ext cx="236726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equalises with P</a:t>
            </a:r>
          </a:p>
        </p:txBody>
      </p:sp>
      <p:sp>
        <p:nvSpPr>
          <p:cNvPr id="75" name="!!source-8-dom-5-3-3-1-1-4-1-3-0-text-0">
            <a:extLst>
              <a:ext uri="{FF2B5EF4-FFF2-40B4-BE49-F238E27FC236}">
                <a16:creationId xmlns:a16="http://schemas.microsoft.com/office/drawing/2014/main" id="{0C4507CE-A5AC-4A16-83D6-9B3E390A780E}"/>
              </a:ext>
            </a:extLst>
          </p:cNvPr>
          <p:cNvSpPr>
            <a:spLocks noGrp="1"/>
          </p:cNvSpPr>
          <p:nvPr/>
        </p:nvSpPr>
        <p:spPr>
          <a:xfrm>
            <a:off x="10663238" y="5355878"/>
            <a:ext cx="46330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750" b="0" i="0" spc="-4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</a:t>
            </a:r>
          </a:p>
        </p:txBody>
      </p:sp>
      <p:sp>
        <p:nvSpPr>
          <p:cNvPr id="76" name="!!source-8-dom-5-5-fill">
            <a:extLst>
              <a:ext uri="{FF2B5EF4-FFF2-40B4-BE49-F238E27FC236}">
                <a16:creationId xmlns:a16="http://schemas.microsoft.com/office/drawing/2014/main" id="{AD28BFCE-9F0A-4B44-983F-18BC4DC00F09}"/>
              </a:ext>
            </a:extLst>
          </p:cNvPr>
          <p:cNvSpPr>
            <a:spLocks noGrp="1"/>
          </p:cNvSpPr>
          <p:nvPr/>
        </p:nvSpPr>
        <p:spPr>
          <a:xfrm>
            <a:off x="1047750" y="6467475"/>
            <a:ext cx="16192501" cy="6858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8-dom-5-5-outline">
            <a:extLst>
              <a:ext uri="{FF2B5EF4-FFF2-40B4-BE49-F238E27FC236}">
                <a16:creationId xmlns:a16="http://schemas.microsoft.com/office/drawing/2014/main" id="{CED2B97B-2A16-4D1D-AB2B-1135AE5A3021}"/>
              </a:ext>
            </a:extLst>
          </p:cNvPr>
          <p:cNvSpPr>
            <a:spLocks noGrp="1"/>
          </p:cNvSpPr>
          <p:nvPr/>
        </p:nvSpPr>
        <p:spPr>
          <a:xfrm>
            <a:off x="1062037" y="6481763"/>
            <a:ext cx="16163926" cy="6572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!!source-8-dom-5-5-1-0-fill">
            <a:extLst>
              <a:ext uri="{FF2B5EF4-FFF2-40B4-BE49-F238E27FC236}">
                <a16:creationId xmlns:a16="http://schemas.microsoft.com/office/drawing/2014/main" id="{65D4E052-C221-4B78-A4F6-11F768ADEF6A}"/>
              </a:ext>
            </a:extLst>
          </p:cNvPr>
          <p:cNvSpPr>
            <a:spLocks noGrp="1"/>
          </p:cNvSpPr>
          <p:nvPr/>
        </p:nvSpPr>
        <p:spPr>
          <a:xfrm>
            <a:off x="1362075" y="6562725"/>
            <a:ext cx="495300" cy="4953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8-dom-5-5-1-0-0-text-0">
            <a:extLst>
              <a:ext uri="{FF2B5EF4-FFF2-40B4-BE49-F238E27FC236}">
                <a16:creationId xmlns:a16="http://schemas.microsoft.com/office/drawing/2014/main" id="{4ADAF627-0351-4B5A-B602-05891B99ADCA}"/>
              </a:ext>
            </a:extLst>
          </p:cNvPr>
          <p:cNvSpPr>
            <a:spLocks noGrp="1"/>
          </p:cNvSpPr>
          <p:nvPr/>
        </p:nvSpPr>
        <p:spPr>
          <a:xfrm>
            <a:off x="1530697" y="6648450"/>
            <a:ext cx="20553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80" name="!!source-8-dom-5-5-1-1-0-text-0">
            <a:extLst>
              <a:ext uri="{FF2B5EF4-FFF2-40B4-BE49-F238E27FC236}">
                <a16:creationId xmlns:a16="http://schemas.microsoft.com/office/drawing/2014/main" id="{66BBE494-8522-4720-ACB1-BCADB2046B20}"/>
              </a:ext>
            </a:extLst>
          </p:cNvPr>
          <p:cNvSpPr>
            <a:spLocks noGrp="1"/>
          </p:cNvSpPr>
          <p:nvPr/>
        </p:nvSpPr>
        <p:spPr>
          <a:xfrm>
            <a:off x="2085975" y="6634162"/>
            <a:ext cx="1398389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Length ≤ </a:t>
            </a:r>
          </a:p>
        </p:txBody>
      </p:sp>
      <p:sp>
        <p:nvSpPr>
          <p:cNvPr id="81" name="!!source-8-dom-5-5-1-1-1-0-text-0">
            <a:extLst>
              <a:ext uri="{FF2B5EF4-FFF2-40B4-BE49-F238E27FC236}">
                <a16:creationId xmlns:a16="http://schemas.microsoft.com/office/drawing/2014/main" id="{7B65B6E2-5EA5-4DFD-93AF-671513AB7DC9}"/>
              </a:ext>
            </a:extLst>
          </p:cNvPr>
          <p:cNvSpPr>
            <a:spLocks noGrp="1"/>
          </p:cNvSpPr>
          <p:nvPr/>
        </p:nvSpPr>
        <p:spPr>
          <a:xfrm>
            <a:off x="3436739" y="6634162"/>
            <a:ext cx="109760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 steps</a:t>
            </a:r>
          </a:p>
        </p:txBody>
      </p:sp>
      <p:sp>
        <p:nvSpPr>
          <p:cNvPr id="82" name="!!source-8-dom-5-5-1-1-2-text-0">
            <a:extLst>
              <a:ext uri="{FF2B5EF4-FFF2-40B4-BE49-F238E27FC236}">
                <a16:creationId xmlns:a16="http://schemas.microsoft.com/office/drawing/2014/main" id="{B64BF733-FCF8-4113-82E3-300552C53ED5}"/>
              </a:ext>
            </a:extLst>
          </p:cNvPr>
          <p:cNvSpPr>
            <a:spLocks noGrp="1"/>
          </p:cNvSpPr>
          <p:nvPr/>
        </p:nvSpPr>
        <p:spPr>
          <a:xfrm>
            <a:off x="4486721" y="6634162"/>
            <a:ext cx="270867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, repeats pruned → </a:t>
            </a:r>
          </a:p>
        </p:txBody>
      </p:sp>
      <p:sp>
        <p:nvSpPr>
          <p:cNvPr id="83" name="!!source-8-dom-5-5-1-1-3-0-text-0">
            <a:extLst>
              <a:ext uri="{FF2B5EF4-FFF2-40B4-BE49-F238E27FC236}">
                <a16:creationId xmlns:a16="http://schemas.microsoft.com/office/drawing/2014/main" id="{A8948C96-1341-4E37-911F-3C4EA0E56612}"/>
              </a:ext>
            </a:extLst>
          </p:cNvPr>
          <p:cNvSpPr>
            <a:spLocks noGrp="1"/>
          </p:cNvSpPr>
          <p:nvPr/>
        </p:nvSpPr>
        <p:spPr>
          <a:xfrm>
            <a:off x="7147768" y="6634162"/>
            <a:ext cx="213285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36 candidates</a:t>
            </a:r>
          </a:p>
        </p:txBody>
      </p:sp>
      <p:sp>
        <p:nvSpPr>
          <p:cNvPr id="84" name="!!source-8-dom-5-5-3-0-fill">
            <a:extLst>
              <a:ext uri="{FF2B5EF4-FFF2-40B4-BE49-F238E27FC236}">
                <a16:creationId xmlns:a16="http://schemas.microsoft.com/office/drawing/2014/main" id="{127B9422-4152-44C6-8DA2-43429380B570}"/>
              </a:ext>
            </a:extLst>
          </p:cNvPr>
          <p:cNvSpPr>
            <a:spLocks noGrp="1"/>
          </p:cNvSpPr>
          <p:nvPr/>
        </p:nvSpPr>
        <p:spPr>
          <a:xfrm>
            <a:off x="1362075" y="7772400"/>
            <a:ext cx="495300" cy="495301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8-dom-5-5-3-0-0-text-0">
            <a:extLst>
              <a:ext uri="{FF2B5EF4-FFF2-40B4-BE49-F238E27FC236}">
                <a16:creationId xmlns:a16="http://schemas.microsoft.com/office/drawing/2014/main" id="{76CEAA2C-1325-4A04-9FA8-3BE3D556B129}"/>
              </a:ext>
            </a:extLst>
          </p:cNvPr>
          <p:cNvSpPr>
            <a:spLocks noGrp="1"/>
          </p:cNvSpPr>
          <p:nvPr/>
        </p:nvSpPr>
        <p:spPr>
          <a:xfrm>
            <a:off x="1530697" y="7858125"/>
            <a:ext cx="20553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86" name="!!source-8-dom-5-5-3-1-0-0-text-0">
            <a:extLst>
              <a:ext uri="{FF2B5EF4-FFF2-40B4-BE49-F238E27FC236}">
                <a16:creationId xmlns:a16="http://schemas.microsoft.com/office/drawing/2014/main" id="{15E679E5-43DF-4F2E-A129-A6DBC2D872AA}"/>
              </a:ext>
            </a:extLst>
          </p:cNvPr>
          <p:cNvSpPr>
            <a:spLocks noGrp="1"/>
          </p:cNvSpPr>
          <p:nvPr/>
        </p:nvSpPr>
        <p:spPr>
          <a:xfrm>
            <a:off x="2238375" y="6834188"/>
            <a:ext cx="292283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Length capped at </a:t>
            </a:r>
          </a:p>
        </p:txBody>
      </p:sp>
      <p:sp>
        <p:nvSpPr>
          <p:cNvPr id="87" name="!!source-8-dom-5-5-3-1-0-1-0-text-0">
            <a:extLst>
              <a:ext uri="{FF2B5EF4-FFF2-40B4-BE49-F238E27FC236}">
                <a16:creationId xmlns:a16="http://schemas.microsoft.com/office/drawing/2014/main" id="{7CCC68AD-DB1B-40A1-8BA9-1E3A248DF73B}"/>
              </a:ext>
            </a:extLst>
          </p:cNvPr>
          <p:cNvSpPr>
            <a:spLocks noGrp="1"/>
          </p:cNvSpPr>
          <p:nvPr/>
        </p:nvSpPr>
        <p:spPr>
          <a:xfrm>
            <a:off x="5113585" y="6834188"/>
            <a:ext cx="116755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 steps</a:t>
            </a:r>
          </a:p>
        </p:txBody>
      </p:sp>
      <p:sp>
        <p:nvSpPr>
          <p:cNvPr id="88" name="!!source-8-dom-5-5-3-1-0-2-text-0">
            <a:extLst>
              <a:ext uri="{FF2B5EF4-FFF2-40B4-BE49-F238E27FC236}">
                <a16:creationId xmlns:a16="http://schemas.microsoft.com/office/drawing/2014/main" id="{93550C9C-A6A4-4EF6-9D4D-17F66DE9006B}"/>
              </a:ext>
            </a:extLst>
          </p:cNvPr>
          <p:cNvSpPr>
            <a:spLocks noGrp="1"/>
          </p:cNvSpPr>
          <p:nvPr/>
        </p:nvSpPr>
        <p:spPr>
          <a:xfrm>
            <a:off x="6233517" y="6834188"/>
            <a:ext cx="262294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; repeats pruned</a:t>
            </a:r>
          </a:p>
        </p:txBody>
      </p:sp>
      <p:sp>
        <p:nvSpPr>
          <p:cNvPr id="89" name="!!source-8-dom-5-5-3-1-1-0-0-0-text-0">
            <a:extLst>
              <a:ext uri="{FF2B5EF4-FFF2-40B4-BE49-F238E27FC236}">
                <a16:creationId xmlns:a16="http://schemas.microsoft.com/office/drawing/2014/main" id="{408EE18D-B6EE-4E19-B271-B07916CBFF0F}"/>
              </a:ext>
            </a:extLst>
          </p:cNvPr>
          <p:cNvSpPr>
            <a:spLocks noGrp="1"/>
          </p:cNvSpPr>
          <p:nvPr/>
        </p:nvSpPr>
        <p:spPr>
          <a:xfrm>
            <a:off x="2238375" y="7481888"/>
            <a:ext cx="78908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 step</a:t>
            </a:r>
          </a:p>
        </p:txBody>
      </p:sp>
      <p:sp>
        <p:nvSpPr>
          <p:cNvPr id="90" name="!!source-8-dom-5-5-3-1-1-0-1-0-fill">
            <a:extLst>
              <a:ext uri="{FF2B5EF4-FFF2-40B4-BE49-F238E27FC236}">
                <a16:creationId xmlns:a16="http://schemas.microsoft.com/office/drawing/2014/main" id="{0184D567-9878-44F6-AF06-57EF14CEA326}"/>
              </a:ext>
            </a:extLst>
          </p:cNvPr>
          <p:cNvSpPr>
            <a:spLocks noGrp="1"/>
          </p:cNvSpPr>
          <p:nvPr/>
        </p:nvSpPr>
        <p:spPr>
          <a:xfrm>
            <a:off x="3857625" y="7377113"/>
            <a:ext cx="638026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1" name="!!source-8-dom-5-5-3-1-1-0-1-0-outline">
            <a:extLst>
              <a:ext uri="{FF2B5EF4-FFF2-40B4-BE49-F238E27FC236}">
                <a16:creationId xmlns:a16="http://schemas.microsoft.com/office/drawing/2014/main" id="{B2EEF104-6A3B-45D3-8452-707D9FB0911F}"/>
              </a:ext>
            </a:extLst>
          </p:cNvPr>
          <p:cNvSpPr>
            <a:spLocks noGrp="1"/>
          </p:cNvSpPr>
          <p:nvPr/>
        </p:nvSpPr>
        <p:spPr>
          <a:xfrm>
            <a:off x="3871913" y="7391400"/>
            <a:ext cx="609451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2" name="!!source-8-dom-5-5-3-1-1-0-1-0-0-text-0">
            <a:extLst>
              <a:ext uri="{FF2B5EF4-FFF2-40B4-BE49-F238E27FC236}">
                <a16:creationId xmlns:a16="http://schemas.microsoft.com/office/drawing/2014/main" id="{B04B9FE6-642C-4B27-B4FA-55EE0CB45724}"/>
              </a:ext>
            </a:extLst>
          </p:cNvPr>
          <p:cNvSpPr>
            <a:spLocks noGrp="1"/>
          </p:cNvSpPr>
          <p:nvPr/>
        </p:nvSpPr>
        <p:spPr>
          <a:xfrm>
            <a:off x="4076700" y="7481888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93" name="!!source-8-dom-5-5-3-1-1-0-2-0-text-0">
            <a:extLst>
              <a:ext uri="{FF2B5EF4-FFF2-40B4-BE49-F238E27FC236}">
                <a16:creationId xmlns:a16="http://schemas.microsoft.com/office/drawing/2014/main" id="{A024A5C7-447C-4E75-89B3-C3C119C76F75}"/>
              </a:ext>
            </a:extLst>
          </p:cNvPr>
          <p:cNvSpPr>
            <a:spLocks noGrp="1"/>
          </p:cNvSpPr>
          <p:nvPr/>
        </p:nvSpPr>
        <p:spPr>
          <a:xfrm>
            <a:off x="8343900" y="7481888"/>
            <a:ext cx="21758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94" name="!!source-8-dom-5-5-3-1-1-0-3-0-text-0">
            <a:extLst>
              <a:ext uri="{FF2B5EF4-FFF2-40B4-BE49-F238E27FC236}">
                <a16:creationId xmlns:a16="http://schemas.microsoft.com/office/drawing/2014/main" id="{2B8F0A7C-649A-4E1C-9A0D-D05EC4F3B755}"/>
              </a:ext>
            </a:extLst>
          </p:cNvPr>
          <p:cNvSpPr>
            <a:spLocks noGrp="1"/>
          </p:cNvSpPr>
          <p:nvPr/>
        </p:nvSpPr>
        <p:spPr>
          <a:xfrm>
            <a:off x="2238375" y="8129587"/>
            <a:ext cx="9745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 steps</a:t>
            </a:r>
          </a:p>
        </p:txBody>
      </p:sp>
      <p:sp>
        <p:nvSpPr>
          <p:cNvPr id="95" name="!!source-8-dom-5-5-3-1-1-0-4-0-fill">
            <a:extLst>
              <a:ext uri="{FF2B5EF4-FFF2-40B4-BE49-F238E27FC236}">
                <a16:creationId xmlns:a16="http://schemas.microsoft.com/office/drawing/2014/main" id="{1DAFA1DA-8D25-423F-84E5-56565B0A1A2E}"/>
              </a:ext>
            </a:extLst>
          </p:cNvPr>
          <p:cNvSpPr>
            <a:spLocks noGrp="1"/>
          </p:cNvSpPr>
          <p:nvPr/>
        </p:nvSpPr>
        <p:spPr>
          <a:xfrm>
            <a:off x="3857625" y="8024812"/>
            <a:ext cx="638026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6" name="!!source-8-dom-5-5-3-1-1-0-4-0-outline">
            <a:extLst>
              <a:ext uri="{FF2B5EF4-FFF2-40B4-BE49-F238E27FC236}">
                <a16:creationId xmlns:a16="http://schemas.microsoft.com/office/drawing/2014/main" id="{C0CE537A-8EBE-4C99-ABEC-D07F5F09578F}"/>
              </a:ext>
            </a:extLst>
          </p:cNvPr>
          <p:cNvSpPr>
            <a:spLocks noGrp="1"/>
          </p:cNvSpPr>
          <p:nvPr/>
        </p:nvSpPr>
        <p:spPr>
          <a:xfrm>
            <a:off x="3871913" y="8039100"/>
            <a:ext cx="609451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7" name="!!source-8-dom-5-5-3-1-1-0-4-0-0-text-0">
            <a:extLst>
              <a:ext uri="{FF2B5EF4-FFF2-40B4-BE49-F238E27FC236}">
                <a16:creationId xmlns:a16="http://schemas.microsoft.com/office/drawing/2014/main" id="{35604AAF-CD82-4B88-B7A0-77EEEDCFEA83}"/>
              </a:ext>
            </a:extLst>
          </p:cNvPr>
          <p:cNvSpPr>
            <a:spLocks noGrp="1"/>
          </p:cNvSpPr>
          <p:nvPr/>
        </p:nvSpPr>
        <p:spPr>
          <a:xfrm>
            <a:off x="4076700" y="8129587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98" name="!!source-8-dom-5-5-3-1-1-0-4-1-0-fill">
            <a:extLst>
              <a:ext uri="{FF2B5EF4-FFF2-40B4-BE49-F238E27FC236}">
                <a16:creationId xmlns:a16="http://schemas.microsoft.com/office/drawing/2014/main" id="{DF9A0F40-AFC5-411D-BE6E-48843974BD6A}"/>
              </a:ext>
            </a:extLst>
          </p:cNvPr>
          <p:cNvSpPr>
            <a:spLocks noGrp="1"/>
          </p:cNvSpPr>
          <p:nvPr/>
        </p:nvSpPr>
        <p:spPr>
          <a:xfrm>
            <a:off x="4590901" y="8272462"/>
            <a:ext cx="22860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9" name="!!source-8-dom-5-5-3-1-1-0-4-1-1-border-Top">
            <a:extLst>
              <a:ext uri="{FF2B5EF4-FFF2-40B4-BE49-F238E27FC236}">
                <a16:creationId xmlns:a16="http://schemas.microsoft.com/office/drawing/2014/main" id="{9CE445ED-8775-4490-B953-726DA80F646E}"/>
              </a:ext>
            </a:extLst>
          </p:cNvPr>
          <p:cNvSpPr>
            <a:spLocks noGrp="1"/>
          </p:cNvSpPr>
          <p:nvPr/>
        </p:nvSpPr>
        <p:spPr>
          <a:xfrm>
            <a:off x="4819501" y="81962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8-dom-5-5-3-1-1-0-4-1-1-border-Bottom">
            <a:extLst>
              <a:ext uri="{FF2B5EF4-FFF2-40B4-BE49-F238E27FC236}">
                <a16:creationId xmlns:a16="http://schemas.microsoft.com/office/drawing/2014/main" id="{8701F4B1-3341-4E2B-BD15-8598EB710DC7}"/>
              </a:ext>
            </a:extLst>
          </p:cNvPr>
          <p:cNvSpPr>
            <a:spLocks noGrp="1"/>
          </p:cNvSpPr>
          <p:nvPr/>
        </p:nvSpPr>
        <p:spPr>
          <a:xfrm>
            <a:off x="4819501" y="81962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1" name="!!source-8-dom-5-5-3-1-1-0-4-1-1-border-Left">
            <a:extLst>
              <a:ext uri="{FF2B5EF4-FFF2-40B4-BE49-F238E27FC236}">
                <a16:creationId xmlns:a16="http://schemas.microsoft.com/office/drawing/2014/main" id="{5E82926B-4C4F-4CB7-ACBF-7A97FB2A81ED}"/>
              </a:ext>
            </a:extLst>
          </p:cNvPr>
          <p:cNvSpPr>
            <a:spLocks noGrp="1"/>
          </p:cNvSpPr>
          <p:nvPr/>
        </p:nvSpPr>
        <p:spPr>
          <a:xfrm>
            <a:off x="4819501" y="81962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2" name="!!source-8-dom-5-5-3-1-1-0-4-2-fill">
            <a:extLst>
              <a:ext uri="{FF2B5EF4-FFF2-40B4-BE49-F238E27FC236}">
                <a16:creationId xmlns:a16="http://schemas.microsoft.com/office/drawing/2014/main" id="{8007B293-8E84-4663-903C-E107F7BE24F5}"/>
              </a:ext>
            </a:extLst>
          </p:cNvPr>
          <p:cNvSpPr>
            <a:spLocks noGrp="1"/>
          </p:cNvSpPr>
          <p:nvPr/>
        </p:nvSpPr>
        <p:spPr>
          <a:xfrm>
            <a:off x="5067151" y="8024812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3" name="!!source-8-dom-5-5-3-1-1-0-4-2-outline">
            <a:extLst>
              <a:ext uri="{FF2B5EF4-FFF2-40B4-BE49-F238E27FC236}">
                <a16:creationId xmlns:a16="http://schemas.microsoft.com/office/drawing/2014/main" id="{F62A543E-B685-44F0-80FE-464382C2CDD1}"/>
              </a:ext>
            </a:extLst>
          </p:cNvPr>
          <p:cNvSpPr>
            <a:spLocks noGrp="1"/>
          </p:cNvSpPr>
          <p:nvPr/>
        </p:nvSpPr>
        <p:spPr>
          <a:xfrm>
            <a:off x="5081439" y="80391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8-dom-5-5-3-1-1-0-4-2-0-text-0">
            <a:extLst>
              <a:ext uri="{FF2B5EF4-FFF2-40B4-BE49-F238E27FC236}">
                <a16:creationId xmlns:a16="http://schemas.microsoft.com/office/drawing/2014/main" id="{D59CBEE4-D332-475A-8BD4-ADDB81EE1343}"/>
              </a:ext>
            </a:extLst>
          </p:cNvPr>
          <p:cNvSpPr>
            <a:spLocks noGrp="1"/>
          </p:cNvSpPr>
          <p:nvPr/>
        </p:nvSpPr>
        <p:spPr>
          <a:xfrm>
            <a:off x="5286226" y="8129587"/>
            <a:ext cx="2506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05" name="!!source-8-dom-5-5-3-1-1-0-5-0-text-0">
            <a:extLst>
              <a:ext uri="{FF2B5EF4-FFF2-40B4-BE49-F238E27FC236}">
                <a16:creationId xmlns:a16="http://schemas.microsoft.com/office/drawing/2014/main" id="{FD478FEF-F18A-4A7D-9A8E-33706CF3758D}"/>
              </a:ext>
            </a:extLst>
          </p:cNvPr>
          <p:cNvSpPr>
            <a:spLocks noGrp="1"/>
          </p:cNvSpPr>
          <p:nvPr/>
        </p:nvSpPr>
        <p:spPr>
          <a:xfrm>
            <a:off x="8343900" y="8129587"/>
            <a:ext cx="38665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30</a:t>
            </a:r>
          </a:p>
        </p:txBody>
      </p:sp>
      <p:sp>
        <p:nvSpPr>
          <p:cNvPr id="106" name="!!source-8-dom-5-5-3-1-1-0-6-0-text-0">
            <a:extLst>
              <a:ext uri="{FF2B5EF4-FFF2-40B4-BE49-F238E27FC236}">
                <a16:creationId xmlns:a16="http://schemas.microsoft.com/office/drawing/2014/main" id="{5141516A-8D89-4255-81A0-CBD4EB167DB8}"/>
              </a:ext>
            </a:extLst>
          </p:cNvPr>
          <p:cNvSpPr>
            <a:spLocks noGrp="1"/>
          </p:cNvSpPr>
          <p:nvPr/>
        </p:nvSpPr>
        <p:spPr>
          <a:xfrm>
            <a:off x="2238375" y="8777287"/>
            <a:ext cx="9734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 steps</a:t>
            </a:r>
          </a:p>
        </p:txBody>
      </p:sp>
      <p:sp>
        <p:nvSpPr>
          <p:cNvPr id="107" name="!!source-8-dom-5-5-3-1-1-0-7-0-fill">
            <a:extLst>
              <a:ext uri="{FF2B5EF4-FFF2-40B4-BE49-F238E27FC236}">
                <a16:creationId xmlns:a16="http://schemas.microsoft.com/office/drawing/2014/main" id="{7374171E-6327-43D1-A8BD-AE599A2E940B}"/>
              </a:ext>
            </a:extLst>
          </p:cNvPr>
          <p:cNvSpPr>
            <a:spLocks noGrp="1"/>
          </p:cNvSpPr>
          <p:nvPr/>
        </p:nvSpPr>
        <p:spPr>
          <a:xfrm>
            <a:off x="3857625" y="8672512"/>
            <a:ext cx="638026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8-dom-5-5-3-1-1-0-7-0-outline">
            <a:extLst>
              <a:ext uri="{FF2B5EF4-FFF2-40B4-BE49-F238E27FC236}">
                <a16:creationId xmlns:a16="http://schemas.microsoft.com/office/drawing/2014/main" id="{7EB6827E-C973-425B-A8B7-A5F3FBA1A9F3}"/>
              </a:ext>
            </a:extLst>
          </p:cNvPr>
          <p:cNvSpPr>
            <a:spLocks noGrp="1"/>
          </p:cNvSpPr>
          <p:nvPr/>
        </p:nvSpPr>
        <p:spPr>
          <a:xfrm>
            <a:off x="3871913" y="8686800"/>
            <a:ext cx="609451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8-dom-5-5-3-1-1-0-7-0-0-text-0">
            <a:extLst>
              <a:ext uri="{FF2B5EF4-FFF2-40B4-BE49-F238E27FC236}">
                <a16:creationId xmlns:a16="http://schemas.microsoft.com/office/drawing/2014/main" id="{0786E9B3-2A42-45B2-9011-FD2979623F63}"/>
              </a:ext>
            </a:extLst>
          </p:cNvPr>
          <p:cNvSpPr>
            <a:spLocks noGrp="1"/>
          </p:cNvSpPr>
          <p:nvPr/>
        </p:nvSpPr>
        <p:spPr>
          <a:xfrm>
            <a:off x="4076700" y="8777287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10" name="!!source-8-dom-5-5-3-1-1-0-7-1-0-fill">
            <a:extLst>
              <a:ext uri="{FF2B5EF4-FFF2-40B4-BE49-F238E27FC236}">
                <a16:creationId xmlns:a16="http://schemas.microsoft.com/office/drawing/2014/main" id="{7BD5733E-C551-4EB5-B7B1-697326A8719D}"/>
              </a:ext>
            </a:extLst>
          </p:cNvPr>
          <p:cNvSpPr>
            <a:spLocks noGrp="1"/>
          </p:cNvSpPr>
          <p:nvPr/>
        </p:nvSpPr>
        <p:spPr>
          <a:xfrm>
            <a:off x="4590901" y="8920162"/>
            <a:ext cx="22860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8-dom-5-5-3-1-1-0-7-1-1-border-Top">
            <a:extLst>
              <a:ext uri="{FF2B5EF4-FFF2-40B4-BE49-F238E27FC236}">
                <a16:creationId xmlns:a16="http://schemas.microsoft.com/office/drawing/2014/main" id="{5DD93F3C-E6DA-4F3D-8B2E-63C659FC4411}"/>
              </a:ext>
            </a:extLst>
          </p:cNvPr>
          <p:cNvSpPr>
            <a:spLocks noGrp="1"/>
          </p:cNvSpPr>
          <p:nvPr/>
        </p:nvSpPr>
        <p:spPr>
          <a:xfrm>
            <a:off x="4819501" y="8843962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8-dom-5-5-3-1-1-0-7-1-1-border-Bottom">
            <a:extLst>
              <a:ext uri="{FF2B5EF4-FFF2-40B4-BE49-F238E27FC236}">
                <a16:creationId xmlns:a16="http://schemas.microsoft.com/office/drawing/2014/main" id="{C7DCE80D-FE6F-4A14-A83E-6941C461A4BA}"/>
              </a:ext>
            </a:extLst>
          </p:cNvPr>
          <p:cNvSpPr>
            <a:spLocks noGrp="1"/>
          </p:cNvSpPr>
          <p:nvPr/>
        </p:nvSpPr>
        <p:spPr>
          <a:xfrm>
            <a:off x="4819501" y="8843962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!!source-8-dom-5-5-3-1-1-0-7-1-1-border-Left">
            <a:extLst>
              <a:ext uri="{FF2B5EF4-FFF2-40B4-BE49-F238E27FC236}">
                <a16:creationId xmlns:a16="http://schemas.microsoft.com/office/drawing/2014/main" id="{4785B977-F5A5-4A34-ACF1-27E88F31C42B}"/>
              </a:ext>
            </a:extLst>
          </p:cNvPr>
          <p:cNvSpPr>
            <a:spLocks noGrp="1"/>
          </p:cNvSpPr>
          <p:nvPr/>
        </p:nvSpPr>
        <p:spPr>
          <a:xfrm>
            <a:off x="4819501" y="8843962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8-dom-5-5-3-1-1-0-7-2-fill">
            <a:extLst>
              <a:ext uri="{FF2B5EF4-FFF2-40B4-BE49-F238E27FC236}">
                <a16:creationId xmlns:a16="http://schemas.microsoft.com/office/drawing/2014/main" id="{EFC567E4-A828-4433-93C6-4FE9A09B69BB}"/>
              </a:ext>
            </a:extLst>
          </p:cNvPr>
          <p:cNvSpPr>
            <a:spLocks noGrp="1"/>
          </p:cNvSpPr>
          <p:nvPr/>
        </p:nvSpPr>
        <p:spPr>
          <a:xfrm>
            <a:off x="5067151" y="8672512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8-dom-5-5-3-1-1-0-7-2-outline">
            <a:extLst>
              <a:ext uri="{FF2B5EF4-FFF2-40B4-BE49-F238E27FC236}">
                <a16:creationId xmlns:a16="http://schemas.microsoft.com/office/drawing/2014/main" id="{550DA9E7-EFE8-49CB-919E-3F7034521A6F}"/>
              </a:ext>
            </a:extLst>
          </p:cNvPr>
          <p:cNvSpPr>
            <a:spLocks noGrp="1"/>
          </p:cNvSpPr>
          <p:nvPr/>
        </p:nvSpPr>
        <p:spPr>
          <a:xfrm>
            <a:off x="5081439" y="86868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8-dom-5-5-3-1-1-0-7-2-0-text-0">
            <a:extLst>
              <a:ext uri="{FF2B5EF4-FFF2-40B4-BE49-F238E27FC236}">
                <a16:creationId xmlns:a16="http://schemas.microsoft.com/office/drawing/2014/main" id="{C2C73970-8AE5-439A-A2EB-5E7A2FDA7305}"/>
              </a:ext>
            </a:extLst>
          </p:cNvPr>
          <p:cNvSpPr>
            <a:spLocks noGrp="1"/>
          </p:cNvSpPr>
          <p:nvPr/>
        </p:nvSpPr>
        <p:spPr>
          <a:xfrm>
            <a:off x="5286226" y="8777287"/>
            <a:ext cx="2506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17" name="!!source-8-dom-5-5-3-1-1-0-7-3-0-fill">
            <a:extLst>
              <a:ext uri="{FF2B5EF4-FFF2-40B4-BE49-F238E27FC236}">
                <a16:creationId xmlns:a16="http://schemas.microsoft.com/office/drawing/2014/main" id="{5BC2AD9E-CC6C-47FE-99DA-2D3BA919D8D9}"/>
              </a:ext>
            </a:extLst>
          </p:cNvPr>
          <p:cNvSpPr>
            <a:spLocks noGrp="1"/>
          </p:cNvSpPr>
          <p:nvPr/>
        </p:nvSpPr>
        <p:spPr>
          <a:xfrm>
            <a:off x="5803553" y="8920162"/>
            <a:ext cx="22860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8-dom-5-5-3-1-1-0-7-3-1-border-Top">
            <a:extLst>
              <a:ext uri="{FF2B5EF4-FFF2-40B4-BE49-F238E27FC236}">
                <a16:creationId xmlns:a16="http://schemas.microsoft.com/office/drawing/2014/main" id="{BE3F4108-76BB-4485-83CA-9FEC44B17728}"/>
              </a:ext>
            </a:extLst>
          </p:cNvPr>
          <p:cNvSpPr>
            <a:spLocks noGrp="1"/>
          </p:cNvSpPr>
          <p:nvPr/>
        </p:nvSpPr>
        <p:spPr>
          <a:xfrm>
            <a:off x="6032153" y="8843962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8-dom-5-5-3-1-1-0-7-3-1-border-Bottom">
            <a:extLst>
              <a:ext uri="{FF2B5EF4-FFF2-40B4-BE49-F238E27FC236}">
                <a16:creationId xmlns:a16="http://schemas.microsoft.com/office/drawing/2014/main" id="{1F060803-44A8-41B9-A283-A3690F7076BC}"/>
              </a:ext>
            </a:extLst>
          </p:cNvPr>
          <p:cNvSpPr>
            <a:spLocks noGrp="1"/>
          </p:cNvSpPr>
          <p:nvPr/>
        </p:nvSpPr>
        <p:spPr>
          <a:xfrm>
            <a:off x="6032153" y="8843962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8-dom-5-5-3-1-1-0-7-3-1-border-Left">
            <a:extLst>
              <a:ext uri="{FF2B5EF4-FFF2-40B4-BE49-F238E27FC236}">
                <a16:creationId xmlns:a16="http://schemas.microsoft.com/office/drawing/2014/main" id="{C6F24E0D-67FD-440F-B99C-F9BD9BABA805}"/>
              </a:ext>
            </a:extLst>
          </p:cNvPr>
          <p:cNvSpPr>
            <a:spLocks noGrp="1"/>
          </p:cNvSpPr>
          <p:nvPr/>
        </p:nvSpPr>
        <p:spPr>
          <a:xfrm>
            <a:off x="6032153" y="8843962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1" name="!!source-8-dom-5-5-3-1-1-0-7-4-fill">
            <a:extLst>
              <a:ext uri="{FF2B5EF4-FFF2-40B4-BE49-F238E27FC236}">
                <a16:creationId xmlns:a16="http://schemas.microsoft.com/office/drawing/2014/main" id="{EDA5C6FD-7406-4079-8EFE-9C31267A7CD4}"/>
              </a:ext>
            </a:extLst>
          </p:cNvPr>
          <p:cNvSpPr>
            <a:spLocks noGrp="1"/>
          </p:cNvSpPr>
          <p:nvPr/>
        </p:nvSpPr>
        <p:spPr>
          <a:xfrm>
            <a:off x="6279803" y="8672512"/>
            <a:ext cx="62969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!!source-8-dom-5-5-3-1-1-0-7-4-outline">
            <a:extLst>
              <a:ext uri="{FF2B5EF4-FFF2-40B4-BE49-F238E27FC236}">
                <a16:creationId xmlns:a16="http://schemas.microsoft.com/office/drawing/2014/main" id="{EA354447-21CC-499E-BFAE-8ED300C6B093}"/>
              </a:ext>
            </a:extLst>
          </p:cNvPr>
          <p:cNvSpPr>
            <a:spLocks noGrp="1"/>
          </p:cNvSpPr>
          <p:nvPr/>
        </p:nvSpPr>
        <p:spPr>
          <a:xfrm>
            <a:off x="6294090" y="8686800"/>
            <a:ext cx="60111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8-dom-5-5-3-1-1-0-7-4-0-text-0">
            <a:extLst>
              <a:ext uri="{FF2B5EF4-FFF2-40B4-BE49-F238E27FC236}">
                <a16:creationId xmlns:a16="http://schemas.microsoft.com/office/drawing/2014/main" id="{2CED3627-67A2-42BF-B2B6-7B12035FE83A}"/>
              </a:ext>
            </a:extLst>
          </p:cNvPr>
          <p:cNvSpPr>
            <a:spLocks noGrp="1"/>
          </p:cNvSpPr>
          <p:nvPr/>
        </p:nvSpPr>
        <p:spPr>
          <a:xfrm>
            <a:off x="6498878" y="8777287"/>
            <a:ext cx="2391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</a:t>
            </a:r>
          </a:p>
        </p:txBody>
      </p:sp>
      <p:sp>
        <p:nvSpPr>
          <p:cNvPr id="124" name="!!source-8-dom-5-5-3-1-1-0-8-0-text-0">
            <a:extLst>
              <a:ext uri="{FF2B5EF4-FFF2-40B4-BE49-F238E27FC236}">
                <a16:creationId xmlns:a16="http://schemas.microsoft.com/office/drawing/2014/main" id="{9DB6097B-ADD0-4C6E-BECE-5A6352F4D80B}"/>
              </a:ext>
            </a:extLst>
          </p:cNvPr>
          <p:cNvSpPr>
            <a:spLocks noGrp="1"/>
          </p:cNvSpPr>
          <p:nvPr/>
        </p:nvSpPr>
        <p:spPr>
          <a:xfrm>
            <a:off x="8343900" y="8777287"/>
            <a:ext cx="2242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0</a:t>
            </a:r>
          </a:p>
        </p:txBody>
      </p:sp>
      <p:sp>
        <p:nvSpPr>
          <p:cNvPr id="125" name="!!source-8-dom-5-5-3-1-1-1-0-0-0-fill">
            <a:extLst>
              <a:ext uri="{FF2B5EF4-FFF2-40B4-BE49-F238E27FC236}">
                <a16:creationId xmlns:a16="http://schemas.microsoft.com/office/drawing/2014/main" id="{33F2A29C-8CED-44A8-9135-9957D26563AC}"/>
              </a:ext>
            </a:extLst>
          </p:cNvPr>
          <p:cNvSpPr>
            <a:spLocks noGrp="1"/>
          </p:cNvSpPr>
          <p:nvPr/>
        </p:nvSpPr>
        <p:spPr>
          <a:xfrm>
            <a:off x="9867900" y="7377113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8-dom-5-5-3-1-1-1-0-0-0-outline">
            <a:extLst>
              <a:ext uri="{FF2B5EF4-FFF2-40B4-BE49-F238E27FC236}">
                <a16:creationId xmlns:a16="http://schemas.microsoft.com/office/drawing/2014/main" id="{C70492B2-D9DA-4E59-981F-5304B3850154}"/>
              </a:ext>
            </a:extLst>
          </p:cNvPr>
          <p:cNvSpPr>
            <a:spLocks noGrp="1"/>
          </p:cNvSpPr>
          <p:nvPr/>
        </p:nvSpPr>
        <p:spPr>
          <a:xfrm>
            <a:off x="9882188" y="73914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7" name="!!source-8-dom-5-5-3-1-1-1-0-0-0-0-text-0">
            <a:extLst>
              <a:ext uri="{FF2B5EF4-FFF2-40B4-BE49-F238E27FC236}">
                <a16:creationId xmlns:a16="http://schemas.microsoft.com/office/drawing/2014/main" id="{45D7277F-1392-4717-B7AB-12C6BC4B77A2}"/>
              </a:ext>
            </a:extLst>
          </p:cNvPr>
          <p:cNvSpPr>
            <a:spLocks noGrp="1"/>
          </p:cNvSpPr>
          <p:nvPr/>
        </p:nvSpPr>
        <p:spPr>
          <a:xfrm>
            <a:off x="10086975" y="7481888"/>
            <a:ext cx="24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28" name="!!source-8-dom-5-5-3-1-1-1-0-0-1-fill">
            <a:extLst>
              <a:ext uri="{FF2B5EF4-FFF2-40B4-BE49-F238E27FC236}">
                <a16:creationId xmlns:a16="http://schemas.microsoft.com/office/drawing/2014/main" id="{BBBBB3A8-8A9F-4386-8E35-8E58196260F6}"/>
              </a:ext>
            </a:extLst>
          </p:cNvPr>
          <p:cNvSpPr>
            <a:spLocks noGrp="1"/>
          </p:cNvSpPr>
          <p:nvPr/>
        </p:nvSpPr>
        <p:spPr>
          <a:xfrm>
            <a:off x="10563075" y="7377113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8-dom-5-5-3-1-1-1-0-0-1-outline">
            <a:extLst>
              <a:ext uri="{FF2B5EF4-FFF2-40B4-BE49-F238E27FC236}">
                <a16:creationId xmlns:a16="http://schemas.microsoft.com/office/drawing/2014/main" id="{13401675-7127-450B-982F-06FDE18312BC}"/>
              </a:ext>
            </a:extLst>
          </p:cNvPr>
          <p:cNvSpPr>
            <a:spLocks noGrp="1"/>
          </p:cNvSpPr>
          <p:nvPr/>
        </p:nvSpPr>
        <p:spPr>
          <a:xfrm>
            <a:off x="10577363" y="73914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0" name="!!source-8-dom-5-5-3-1-1-1-0-0-1-0-text-0">
            <a:extLst>
              <a:ext uri="{FF2B5EF4-FFF2-40B4-BE49-F238E27FC236}">
                <a16:creationId xmlns:a16="http://schemas.microsoft.com/office/drawing/2014/main" id="{6C3BA750-8E13-4D63-AC8B-F64FB2E24464}"/>
              </a:ext>
            </a:extLst>
          </p:cNvPr>
          <p:cNvSpPr>
            <a:spLocks noGrp="1"/>
          </p:cNvSpPr>
          <p:nvPr/>
        </p:nvSpPr>
        <p:spPr>
          <a:xfrm>
            <a:off x="10782152" y="7481888"/>
            <a:ext cx="24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31" name="!!source-8-dom-5-5-3-1-1-1-0-1-0-text-0">
            <a:extLst>
              <a:ext uri="{FF2B5EF4-FFF2-40B4-BE49-F238E27FC236}">
                <a16:creationId xmlns:a16="http://schemas.microsoft.com/office/drawing/2014/main" id="{3B6FEED9-6557-4C49-BBF6-7A729D0A2649}"/>
              </a:ext>
            </a:extLst>
          </p:cNvPr>
          <p:cNvSpPr>
            <a:spLocks noGrp="1"/>
          </p:cNvSpPr>
          <p:nvPr/>
        </p:nvSpPr>
        <p:spPr>
          <a:xfrm>
            <a:off x="11353502" y="7477125"/>
            <a:ext cx="48026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≡ A</a:t>
            </a:r>
          </a:p>
        </p:txBody>
      </p:sp>
      <p:sp>
        <p:nvSpPr>
          <p:cNvPr id="132" name="!!source-8-dom-5-5-3-1-1-1-0-2-0-text-0">
            <a:extLst>
              <a:ext uri="{FF2B5EF4-FFF2-40B4-BE49-F238E27FC236}">
                <a16:creationId xmlns:a16="http://schemas.microsoft.com/office/drawing/2014/main" id="{87C0B5B8-0591-4317-A60D-7007DFA23DA9}"/>
              </a:ext>
            </a:extLst>
          </p:cNvPr>
          <p:cNvSpPr>
            <a:spLocks noGrp="1"/>
          </p:cNvSpPr>
          <p:nvPr/>
        </p:nvSpPr>
        <p:spPr>
          <a:xfrm>
            <a:off x="11938546" y="7481888"/>
            <a:ext cx="21047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no gradient left</a:t>
            </a:r>
          </a:p>
        </p:txBody>
      </p:sp>
      <p:sp>
        <p:nvSpPr>
          <p:cNvPr id="133" name="!!source-8-dom-5-5-3-1-1-1-1-0-0-fill">
            <a:extLst>
              <a:ext uri="{FF2B5EF4-FFF2-40B4-BE49-F238E27FC236}">
                <a16:creationId xmlns:a16="http://schemas.microsoft.com/office/drawing/2014/main" id="{D872AD71-0EDA-4815-8FD3-BB98AD1CDE01}"/>
              </a:ext>
            </a:extLst>
          </p:cNvPr>
          <p:cNvSpPr>
            <a:spLocks noGrp="1"/>
          </p:cNvSpPr>
          <p:nvPr/>
        </p:nvSpPr>
        <p:spPr>
          <a:xfrm>
            <a:off x="9867900" y="8024812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8-dom-5-5-3-1-1-1-1-0-0-outline">
            <a:extLst>
              <a:ext uri="{FF2B5EF4-FFF2-40B4-BE49-F238E27FC236}">
                <a16:creationId xmlns:a16="http://schemas.microsoft.com/office/drawing/2014/main" id="{7ACF775F-09F7-4E4C-A7A2-2B30FB785DE9}"/>
              </a:ext>
            </a:extLst>
          </p:cNvPr>
          <p:cNvSpPr>
            <a:spLocks noGrp="1"/>
          </p:cNvSpPr>
          <p:nvPr/>
        </p:nvSpPr>
        <p:spPr>
          <a:xfrm>
            <a:off x="9882188" y="80391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5" name="!!source-8-dom-5-5-3-1-1-1-1-0-0-0-text-0">
            <a:extLst>
              <a:ext uri="{FF2B5EF4-FFF2-40B4-BE49-F238E27FC236}">
                <a16:creationId xmlns:a16="http://schemas.microsoft.com/office/drawing/2014/main" id="{731D054E-B593-47BB-AE84-2415169B3D19}"/>
              </a:ext>
            </a:extLst>
          </p:cNvPr>
          <p:cNvSpPr>
            <a:spLocks noGrp="1"/>
          </p:cNvSpPr>
          <p:nvPr/>
        </p:nvSpPr>
        <p:spPr>
          <a:xfrm>
            <a:off x="10086975" y="8129587"/>
            <a:ext cx="24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36" name="!!source-8-dom-5-5-3-1-1-1-1-0-1-fill">
            <a:extLst>
              <a:ext uri="{FF2B5EF4-FFF2-40B4-BE49-F238E27FC236}">
                <a16:creationId xmlns:a16="http://schemas.microsoft.com/office/drawing/2014/main" id="{7054F9E1-9662-4817-98F5-79ACF069C588}"/>
              </a:ext>
            </a:extLst>
          </p:cNvPr>
          <p:cNvSpPr>
            <a:spLocks noGrp="1"/>
          </p:cNvSpPr>
          <p:nvPr/>
        </p:nvSpPr>
        <p:spPr>
          <a:xfrm>
            <a:off x="10563075" y="8024812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!!source-8-dom-5-5-3-1-1-1-1-0-1-outline">
            <a:extLst>
              <a:ext uri="{FF2B5EF4-FFF2-40B4-BE49-F238E27FC236}">
                <a16:creationId xmlns:a16="http://schemas.microsoft.com/office/drawing/2014/main" id="{615141F7-8556-4835-B00F-6675B06E1620}"/>
              </a:ext>
            </a:extLst>
          </p:cNvPr>
          <p:cNvSpPr>
            <a:spLocks noGrp="1"/>
          </p:cNvSpPr>
          <p:nvPr/>
        </p:nvSpPr>
        <p:spPr>
          <a:xfrm>
            <a:off x="10577363" y="80391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8" name="!!source-8-dom-5-5-3-1-1-1-1-0-1-0-text-0">
            <a:extLst>
              <a:ext uri="{FF2B5EF4-FFF2-40B4-BE49-F238E27FC236}">
                <a16:creationId xmlns:a16="http://schemas.microsoft.com/office/drawing/2014/main" id="{E7CB5B24-54C3-405C-A9AD-30EBD9AFBD10}"/>
              </a:ext>
            </a:extLst>
          </p:cNvPr>
          <p:cNvSpPr>
            <a:spLocks noGrp="1"/>
          </p:cNvSpPr>
          <p:nvPr/>
        </p:nvSpPr>
        <p:spPr>
          <a:xfrm>
            <a:off x="10782152" y="8129587"/>
            <a:ext cx="2506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39" name="!!source-8-dom-5-5-3-1-1-1-1-0-2-fill">
            <a:extLst>
              <a:ext uri="{FF2B5EF4-FFF2-40B4-BE49-F238E27FC236}">
                <a16:creationId xmlns:a16="http://schemas.microsoft.com/office/drawing/2014/main" id="{36EA1DA3-A638-4C3E-91D5-E0169C20F076}"/>
              </a:ext>
            </a:extLst>
          </p:cNvPr>
          <p:cNvSpPr>
            <a:spLocks noGrp="1"/>
          </p:cNvSpPr>
          <p:nvPr/>
        </p:nvSpPr>
        <p:spPr>
          <a:xfrm>
            <a:off x="11261377" y="8024812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0" name="!!source-8-dom-5-5-3-1-1-1-1-0-2-outline">
            <a:extLst>
              <a:ext uri="{FF2B5EF4-FFF2-40B4-BE49-F238E27FC236}">
                <a16:creationId xmlns:a16="http://schemas.microsoft.com/office/drawing/2014/main" id="{41EA352A-9B57-467E-B303-67EC4A96A956}"/>
              </a:ext>
            </a:extLst>
          </p:cNvPr>
          <p:cNvSpPr>
            <a:spLocks noGrp="1"/>
          </p:cNvSpPr>
          <p:nvPr/>
        </p:nvSpPr>
        <p:spPr>
          <a:xfrm>
            <a:off x="11275665" y="80391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1" name="!!source-8-dom-5-5-3-1-1-1-1-0-2-0-text-0">
            <a:extLst>
              <a:ext uri="{FF2B5EF4-FFF2-40B4-BE49-F238E27FC236}">
                <a16:creationId xmlns:a16="http://schemas.microsoft.com/office/drawing/2014/main" id="{9E3C6B71-1302-477A-938C-1AF157803427}"/>
              </a:ext>
            </a:extLst>
          </p:cNvPr>
          <p:cNvSpPr>
            <a:spLocks noGrp="1"/>
          </p:cNvSpPr>
          <p:nvPr/>
        </p:nvSpPr>
        <p:spPr>
          <a:xfrm>
            <a:off x="11480452" y="8129587"/>
            <a:ext cx="2506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42" name="!!source-8-dom-5-5-3-1-1-1-1-1-0-text-0">
            <a:extLst>
              <a:ext uri="{FF2B5EF4-FFF2-40B4-BE49-F238E27FC236}">
                <a16:creationId xmlns:a16="http://schemas.microsoft.com/office/drawing/2014/main" id="{95D50FB2-B670-40D1-8425-4FA7672D0C3A}"/>
              </a:ext>
            </a:extLst>
          </p:cNvPr>
          <p:cNvSpPr>
            <a:spLocks noGrp="1"/>
          </p:cNvSpPr>
          <p:nvPr/>
        </p:nvSpPr>
        <p:spPr>
          <a:xfrm>
            <a:off x="12054930" y="8124825"/>
            <a:ext cx="99521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≡ A → B</a:t>
            </a:r>
          </a:p>
        </p:txBody>
      </p:sp>
      <p:sp>
        <p:nvSpPr>
          <p:cNvPr id="143" name="!!source-8-dom-5-5-3-1-1-1-2-0-0-fill">
            <a:extLst>
              <a:ext uri="{FF2B5EF4-FFF2-40B4-BE49-F238E27FC236}">
                <a16:creationId xmlns:a16="http://schemas.microsoft.com/office/drawing/2014/main" id="{9847B45A-AC78-4417-9520-A8D4937D89C1}"/>
              </a:ext>
            </a:extLst>
          </p:cNvPr>
          <p:cNvSpPr>
            <a:spLocks noGrp="1"/>
          </p:cNvSpPr>
          <p:nvPr/>
        </p:nvSpPr>
        <p:spPr>
          <a:xfrm>
            <a:off x="9867900" y="8672512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4" name="!!source-8-dom-5-5-3-1-1-1-2-0-0-outline">
            <a:extLst>
              <a:ext uri="{FF2B5EF4-FFF2-40B4-BE49-F238E27FC236}">
                <a16:creationId xmlns:a16="http://schemas.microsoft.com/office/drawing/2014/main" id="{45D48DE9-5C51-4346-B30F-7C6DE40AD8C4}"/>
              </a:ext>
            </a:extLst>
          </p:cNvPr>
          <p:cNvSpPr>
            <a:spLocks noGrp="1"/>
          </p:cNvSpPr>
          <p:nvPr/>
        </p:nvSpPr>
        <p:spPr>
          <a:xfrm>
            <a:off x="9882188" y="86868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8-dom-5-5-3-1-1-1-2-0-0-0-text-0">
            <a:extLst>
              <a:ext uri="{FF2B5EF4-FFF2-40B4-BE49-F238E27FC236}">
                <a16:creationId xmlns:a16="http://schemas.microsoft.com/office/drawing/2014/main" id="{8D7F3494-BF40-4098-BF46-53E0A572FC03}"/>
              </a:ext>
            </a:extLst>
          </p:cNvPr>
          <p:cNvSpPr>
            <a:spLocks noGrp="1"/>
          </p:cNvSpPr>
          <p:nvPr/>
        </p:nvSpPr>
        <p:spPr>
          <a:xfrm>
            <a:off x="10086975" y="8777287"/>
            <a:ext cx="24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46" name="!!source-8-dom-5-5-3-1-1-1-2-0-1-fill">
            <a:extLst>
              <a:ext uri="{FF2B5EF4-FFF2-40B4-BE49-F238E27FC236}">
                <a16:creationId xmlns:a16="http://schemas.microsoft.com/office/drawing/2014/main" id="{3AD56FAD-A9F2-4B4E-A5E7-833E4ABBE2DA}"/>
              </a:ext>
            </a:extLst>
          </p:cNvPr>
          <p:cNvSpPr>
            <a:spLocks noGrp="1"/>
          </p:cNvSpPr>
          <p:nvPr/>
        </p:nvSpPr>
        <p:spPr>
          <a:xfrm>
            <a:off x="10563075" y="8672512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7" name="!!source-8-dom-5-5-3-1-1-1-2-0-1-outline">
            <a:extLst>
              <a:ext uri="{FF2B5EF4-FFF2-40B4-BE49-F238E27FC236}">
                <a16:creationId xmlns:a16="http://schemas.microsoft.com/office/drawing/2014/main" id="{9D7C37AE-9A1E-4B62-8951-14F814FE50CF}"/>
              </a:ext>
            </a:extLst>
          </p:cNvPr>
          <p:cNvSpPr>
            <a:spLocks noGrp="1"/>
          </p:cNvSpPr>
          <p:nvPr/>
        </p:nvSpPr>
        <p:spPr>
          <a:xfrm>
            <a:off x="10577363" y="86868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8" name="!!source-8-dom-5-5-3-1-1-1-2-0-1-0-text-0">
            <a:extLst>
              <a:ext uri="{FF2B5EF4-FFF2-40B4-BE49-F238E27FC236}">
                <a16:creationId xmlns:a16="http://schemas.microsoft.com/office/drawing/2014/main" id="{86761120-6344-4568-AD37-1698E24A86AF}"/>
              </a:ext>
            </a:extLst>
          </p:cNvPr>
          <p:cNvSpPr>
            <a:spLocks noGrp="1"/>
          </p:cNvSpPr>
          <p:nvPr/>
        </p:nvSpPr>
        <p:spPr>
          <a:xfrm>
            <a:off x="10782152" y="8777287"/>
            <a:ext cx="2506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49" name="!!source-8-dom-5-5-3-1-1-1-2-0-2-fill">
            <a:extLst>
              <a:ext uri="{FF2B5EF4-FFF2-40B4-BE49-F238E27FC236}">
                <a16:creationId xmlns:a16="http://schemas.microsoft.com/office/drawing/2014/main" id="{6363BC4E-F2F6-4F21-9239-609DDBAA9796}"/>
              </a:ext>
            </a:extLst>
          </p:cNvPr>
          <p:cNvSpPr>
            <a:spLocks noGrp="1"/>
          </p:cNvSpPr>
          <p:nvPr/>
        </p:nvSpPr>
        <p:spPr>
          <a:xfrm>
            <a:off x="11261377" y="8672512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0" name="!!source-8-dom-5-5-3-1-1-1-2-0-2-outline">
            <a:extLst>
              <a:ext uri="{FF2B5EF4-FFF2-40B4-BE49-F238E27FC236}">
                <a16:creationId xmlns:a16="http://schemas.microsoft.com/office/drawing/2014/main" id="{E3D20AB0-D591-4DF3-977B-DF435668FC6F}"/>
              </a:ext>
            </a:extLst>
          </p:cNvPr>
          <p:cNvSpPr>
            <a:spLocks noGrp="1"/>
          </p:cNvSpPr>
          <p:nvPr/>
        </p:nvSpPr>
        <p:spPr>
          <a:xfrm>
            <a:off x="11275665" y="86868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1" name="!!source-8-dom-5-5-3-1-1-1-2-0-2-0-text-0">
            <a:extLst>
              <a:ext uri="{FF2B5EF4-FFF2-40B4-BE49-F238E27FC236}">
                <a16:creationId xmlns:a16="http://schemas.microsoft.com/office/drawing/2014/main" id="{37D9809F-528A-423E-BD20-010B84865B59}"/>
              </a:ext>
            </a:extLst>
          </p:cNvPr>
          <p:cNvSpPr>
            <a:spLocks noGrp="1"/>
          </p:cNvSpPr>
          <p:nvPr/>
        </p:nvSpPr>
        <p:spPr>
          <a:xfrm>
            <a:off x="11480452" y="8777287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52" name="!!source-8-dom-5-5-3-1-1-1-2-1-0-text-0">
            <a:extLst>
              <a:ext uri="{FF2B5EF4-FFF2-40B4-BE49-F238E27FC236}">
                <a16:creationId xmlns:a16="http://schemas.microsoft.com/office/drawing/2014/main" id="{A0C5C3E4-DF92-4D28-87F9-FA701F892B5F}"/>
              </a:ext>
            </a:extLst>
          </p:cNvPr>
          <p:cNvSpPr>
            <a:spLocks noGrp="1"/>
          </p:cNvSpPr>
          <p:nvPr/>
        </p:nvSpPr>
        <p:spPr>
          <a:xfrm>
            <a:off x="12051804" y="8777287"/>
            <a:ext cx="25092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✕</a:t>
            </a:r>
          </a:p>
        </p:txBody>
      </p:sp>
      <p:sp>
        <p:nvSpPr>
          <p:cNvPr id="153" name="!!source-8-dom-5-5-3-1-1-1-2-2-0-text-0">
            <a:extLst>
              <a:ext uri="{FF2B5EF4-FFF2-40B4-BE49-F238E27FC236}">
                <a16:creationId xmlns:a16="http://schemas.microsoft.com/office/drawing/2014/main" id="{241DBF08-6686-4C21-A3F3-DAD3B5FCC0A3}"/>
              </a:ext>
            </a:extLst>
          </p:cNvPr>
          <p:cNvSpPr>
            <a:spLocks noGrp="1"/>
          </p:cNvSpPr>
          <p:nvPr/>
        </p:nvSpPr>
        <p:spPr>
          <a:xfrm>
            <a:off x="12407503" y="8777287"/>
            <a:ext cx="264408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 already equalised</a:t>
            </a:r>
          </a:p>
        </p:txBody>
      </p:sp>
      <p:sp>
        <p:nvSpPr>
          <p:cNvPr id="154" name="!!source-8-dom-5-7-fill">
            <a:extLst>
              <a:ext uri="{FF2B5EF4-FFF2-40B4-BE49-F238E27FC236}">
                <a16:creationId xmlns:a16="http://schemas.microsoft.com/office/drawing/2014/main" id="{7640BA51-4BB5-4111-8CB5-C2583DA6ABB9}"/>
              </a:ext>
            </a:extLst>
          </p:cNvPr>
          <p:cNvSpPr>
            <a:spLocks noGrp="1"/>
          </p:cNvSpPr>
          <p:nvPr/>
        </p:nvSpPr>
        <p:spPr>
          <a:xfrm>
            <a:off x="1047750" y="7286625"/>
            <a:ext cx="16192501" cy="6858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8-dom-5-7-outline">
            <a:extLst>
              <a:ext uri="{FF2B5EF4-FFF2-40B4-BE49-F238E27FC236}">
                <a16:creationId xmlns:a16="http://schemas.microsoft.com/office/drawing/2014/main" id="{39609001-4CE3-482C-9716-2433A1998C63}"/>
              </a:ext>
            </a:extLst>
          </p:cNvPr>
          <p:cNvSpPr>
            <a:spLocks noGrp="1"/>
          </p:cNvSpPr>
          <p:nvPr/>
        </p:nvSpPr>
        <p:spPr>
          <a:xfrm>
            <a:off x="1062037" y="7300913"/>
            <a:ext cx="16163926" cy="6572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6" name="!!source-8-dom-5-7-1-0-fill">
            <a:extLst>
              <a:ext uri="{FF2B5EF4-FFF2-40B4-BE49-F238E27FC236}">
                <a16:creationId xmlns:a16="http://schemas.microsoft.com/office/drawing/2014/main" id="{2917FFAF-8FC7-4A3A-A7C7-A78F787AF0A3}"/>
              </a:ext>
            </a:extLst>
          </p:cNvPr>
          <p:cNvSpPr>
            <a:spLocks noGrp="1"/>
          </p:cNvSpPr>
          <p:nvPr/>
        </p:nvSpPr>
        <p:spPr>
          <a:xfrm>
            <a:off x="1362075" y="7381875"/>
            <a:ext cx="495300" cy="495301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7" name="!!source-8-dom-5-7-1-0-0-text-0">
            <a:extLst>
              <a:ext uri="{FF2B5EF4-FFF2-40B4-BE49-F238E27FC236}">
                <a16:creationId xmlns:a16="http://schemas.microsoft.com/office/drawing/2014/main" id="{45D9F0AC-CDC6-449F-A0A4-C71216D1350A}"/>
              </a:ext>
            </a:extLst>
          </p:cNvPr>
          <p:cNvSpPr>
            <a:spLocks noGrp="1"/>
          </p:cNvSpPr>
          <p:nvPr/>
        </p:nvSpPr>
        <p:spPr>
          <a:xfrm>
            <a:off x="1517749" y="7467600"/>
            <a:ext cx="23142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58" name="!!source-8-dom-5-7-1-1-0-text-0">
            <a:extLst>
              <a:ext uri="{FF2B5EF4-FFF2-40B4-BE49-F238E27FC236}">
                <a16:creationId xmlns:a16="http://schemas.microsoft.com/office/drawing/2014/main" id="{5A693305-0A76-4C4D-A83E-009F2FB547E0}"/>
              </a:ext>
            </a:extLst>
          </p:cNvPr>
          <p:cNvSpPr>
            <a:spLocks noGrp="1"/>
          </p:cNvSpPr>
          <p:nvPr/>
        </p:nvSpPr>
        <p:spPr>
          <a:xfrm>
            <a:off x="2085975" y="7453312"/>
            <a:ext cx="3982194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Available mass per pattern, </a:t>
            </a:r>
          </a:p>
        </p:txBody>
      </p:sp>
      <p:sp>
        <p:nvSpPr>
          <p:cNvPr id="159" name="!!source-8-dom-5-7-1-1-1-0-text-0">
            <a:extLst>
              <a:ext uri="{FF2B5EF4-FFF2-40B4-BE49-F238E27FC236}">
                <a16:creationId xmlns:a16="http://schemas.microsoft.com/office/drawing/2014/main" id="{F4F972BD-8864-4357-B32E-FD617B83D3B1}"/>
              </a:ext>
            </a:extLst>
          </p:cNvPr>
          <p:cNvSpPr>
            <a:spLocks noGrp="1"/>
          </p:cNvSpPr>
          <p:nvPr/>
        </p:nvSpPr>
        <p:spPr>
          <a:xfrm>
            <a:off x="6020544" y="7453312"/>
            <a:ext cx="893862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linear</a:t>
            </a:r>
          </a:p>
        </p:txBody>
      </p:sp>
      <p:sp>
        <p:nvSpPr>
          <p:cNvPr id="160" name="!!source-8-dom-5-7-1-1-2-text-0">
            <a:extLst>
              <a:ext uri="{FF2B5EF4-FFF2-40B4-BE49-F238E27FC236}">
                <a16:creationId xmlns:a16="http://schemas.microsoft.com/office/drawing/2014/main" id="{75A3A562-EEE5-4D14-BD5E-FEB4EF0A0F4E}"/>
              </a:ext>
            </a:extLst>
          </p:cNvPr>
          <p:cNvSpPr>
            <a:spLocks noGrp="1"/>
          </p:cNvSpPr>
          <p:nvPr/>
        </p:nvSpPr>
        <p:spPr>
          <a:xfrm>
            <a:off x="6866781" y="7453312"/>
            <a:ext cx="2247900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in tank masses</a:t>
            </a:r>
          </a:p>
        </p:txBody>
      </p:sp>
      <p:sp>
        <p:nvSpPr>
          <p:cNvPr id="161" name="!!source-8-dom-5-7-3-0-fill">
            <a:extLst>
              <a:ext uri="{FF2B5EF4-FFF2-40B4-BE49-F238E27FC236}">
                <a16:creationId xmlns:a16="http://schemas.microsoft.com/office/drawing/2014/main" id="{2FADCA0A-7F82-4154-9494-185B361E0C6D}"/>
              </a:ext>
            </a:extLst>
          </p:cNvPr>
          <p:cNvSpPr>
            <a:spLocks noGrp="1"/>
          </p:cNvSpPr>
          <p:nvPr/>
        </p:nvSpPr>
        <p:spPr>
          <a:xfrm>
            <a:off x="1362075" y="85915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2" name="!!source-8-dom-5-7-3-0-0-text-0">
            <a:extLst>
              <a:ext uri="{FF2B5EF4-FFF2-40B4-BE49-F238E27FC236}">
                <a16:creationId xmlns:a16="http://schemas.microsoft.com/office/drawing/2014/main" id="{19F18CD2-6AC7-441F-B32D-6CAE8D781A1B}"/>
              </a:ext>
            </a:extLst>
          </p:cNvPr>
          <p:cNvSpPr>
            <a:spLocks noGrp="1"/>
          </p:cNvSpPr>
          <p:nvPr/>
        </p:nvSpPr>
        <p:spPr>
          <a:xfrm>
            <a:off x="1517749" y="8677275"/>
            <a:ext cx="23142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63" name="!!source-8-dom-5-7-3-1-0-0-text-0">
            <a:extLst>
              <a:ext uri="{FF2B5EF4-FFF2-40B4-BE49-F238E27FC236}">
                <a16:creationId xmlns:a16="http://schemas.microsoft.com/office/drawing/2014/main" id="{94639A21-7EC3-49F2-A31C-B43DFD9D6DA5}"/>
              </a:ext>
            </a:extLst>
          </p:cNvPr>
          <p:cNvSpPr>
            <a:spLocks noGrp="1"/>
          </p:cNvSpPr>
          <p:nvPr/>
        </p:nvSpPr>
        <p:spPr>
          <a:xfrm>
            <a:off x="2238375" y="7499301"/>
            <a:ext cx="771703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 mass of a pattern, in one algebraic step</a:t>
            </a:r>
          </a:p>
        </p:txBody>
      </p:sp>
      <p:sp>
        <p:nvSpPr>
          <p:cNvPr id="164" name="!!source-8-dom-5-7-3-1-1-0-0-0-text-0">
            <a:extLst>
              <a:ext uri="{FF2B5EF4-FFF2-40B4-BE49-F238E27FC236}">
                <a16:creationId xmlns:a16="http://schemas.microsoft.com/office/drawing/2014/main" id="{9D55D832-0037-4187-B93B-CFA222E836F5}"/>
              </a:ext>
            </a:extLst>
          </p:cNvPr>
          <p:cNvSpPr>
            <a:spLocks noGrp="1"/>
          </p:cNvSpPr>
          <p:nvPr/>
        </p:nvSpPr>
        <p:spPr>
          <a:xfrm>
            <a:off x="2238375" y="8042226"/>
            <a:ext cx="149572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Pattern T3₂ </a:t>
            </a:r>
          </a:p>
        </p:txBody>
      </p:sp>
      <p:sp>
        <p:nvSpPr>
          <p:cNvPr id="165" name="!!source-8-dom-5-7-3-1-1-0-0-1-0-text-0">
            <a:extLst>
              <a:ext uri="{FF2B5EF4-FFF2-40B4-BE49-F238E27FC236}">
                <a16:creationId xmlns:a16="http://schemas.microsoft.com/office/drawing/2014/main" id="{69BF58AA-97D9-4B45-B120-0307CC338BD8}"/>
              </a:ext>
            </a:extLst>
          </p:cNvPr>
          <p:cNvSpPr>
            <a:spLocks noGrp="1"/>
          </p:cNvSpPr>
          <p:nvPr/>
        </p:nvSpPr>
        <p:spPr>
          <a:xfrm>
            <a:off x="3686472" y="8042226"/>
            <a:ext cx="98881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430 bar</a:t>
            </a:r>
          </a:p>
        </p:txBody>
      </p:sp>
      <p:sp>
        <p:nvSpPr>
          <p:cNvPr id="166" name="!!source-8-dom-5-7-3-1-1-0-0-2-text-0">
            <a:extLst>
              <a:ext uri="{FF2B5EF4-FFF2-40B4-BE49-F238E27FC236}">
                <a16:creationId xmlns:a16="http://schemas.microsoft.com/office/drawing/2014/main" id="{56C0B1F2-EE7E-42DC-8898-B36ADB1EF7D7}"/>
              </a:ext>
            </a:extLst>
          </p:cNvPr>
          <p:cNvSpPr>
            <a:spLocks noGrp="1"/>
          </p:cNvSpPr>
          <p:nvPr/>
        </p:nvSpPr>
        <p:spPr>
          <a:xfrm>
            <a:off x="4627662" y="8042226"/>
            <a:ext cx="674936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→ T4 </a:t>
            </a:r>
          </a:p>
        </p:txBody>
      </p:sp>
      <p:sp>
        <p:nvSpPr>
          <p:cNvPr id="167" name="!!source-8-dom-5-7-3-1-1-0-0-3-0-text-0">
            <a:extLst>
              <a:ext uri="{FF2B5EF4-FFF2-40B4-BE49-F238E27FC236}">
                <a16:creationId xmlns:a16="http://schemas.microsoft.com/office/drawing/2014/main" id="{1A977122-3DC4-45D6-9C7E-1713BE3DDAF7}"/>
              </a:ext>
            </a:extLst>
          </p:cNvPr>
          <p:cNvSpPr>
            <a:spLocks noGrp="1"/>
          </p:cNvSpPr>
          <p:nvPr/>
        </p:nvSpPr>
        <p:spPr>
          <a:xfrm>
            <a:off x="5254972" y="8042226"/>
            <a:ext cx="97512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720 bar</a:t>
            </a:r>
          </a:p>
        </p:txBody>
      </p:sp>
      <p:sp>
        <p:nvSpPr>
          <p:cNvPr id="168" name="!!source-8-dom-5-7-3-1-1-0-0-4-text-0">
            <a:extLst>
              <a:ext uri="{FF2B5EF4-FFF2-40B4-BE49-F238E27FC236}">
                <a16:creationId xmlns:a16="http://schemas.microsoft.com/office/drawing/2014/main" id="{4E1DB8FE-2014-4D6E-8113-DE1BDAB504EC}"/>
              </a:ext>
            </a:extLst>
          </p:cNvPr>
          <p:cNvSpPr>
            <a:spLocks noGrp="1"/>
          </p:cNvSpPr>
          <p:nvPr/>
        </p:nvSpPr>
        <p:spPr>
          <a:xfrm>
            <a:off x="6182469" y="8042226"/>
            <a:ext cx="365819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· vehicle at 100 bar asks 16 kg</a:t>
            </a:r>
          </a:p>
        </p:txBody>
      </p:sp>
      <p:sp>
        <p:nvSpPr>
          <p:cNvPr id="169" name="!!source-8-dom-5-7-3-1-1-0-1-0-fill">
            <a:extLst>
              <a:ext uri="{FF2B5EF4-FFF2-40B4-BE49-F238E27FC236}">
                <a16:creationId xmlns:a16="http://schemas.microsoft.com/office/drawing/2014/main" id="{2AE9C5D9-180E-47F3-B6BE-693923EEF2C6}"/>
              </a:ext>
            </a:extLst>
          </p:cNvPr>
          <p:cNvSpPr>
            <a:spLocks noGrp="1"/>
          </p:cNvSpPr>
          <p:nvPr/>
        </p:nvSpPr>
        <p:spPr>
          <a:xfrm>
            <a:off x="2238375" y="8842325"/>
            <a:ext cx="7978527" cy="83820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0" name="!!source-8-dom-5-7-3-1-1-0-1-0-outline">
            <a:extLst>
              <a:ext uri="{FF2B5EF4-FFF2-40B4-BE49-F238E27FC236}">
                <a16:creationId xmlns:a16="http://schemas.microsoft.com/office/drawing/2014/main" id="{A8251988-0ECB-4DC7-A10D-C62170525D7C}"/>
              </a:ext>
            </a:extLst>
          </p:cNvPr>
          <p:cNvSpPr>
            <a:spLocks noGrp="1"/>
          </p:cNvSpPr>
          <p:nvPr/>
        </p:nvSpPr>
        <p:spPr>
          <a:xfrm>
            <a:off x="2247900" y="8851850"/>
            <a:ext cx="7959477" cy="81915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1" name="!!source-8-dom-5-7-3-1-1-0-1-0-0-fill">
            <a:extLst>
              <a:ext uri="{FF2B5EF4-FFF2-40B4-BE49-F238E27FC236}">
                <a16:creationId xmlns:a16="http://schemas.microsoft.com/office/drawing/2014/main" id="{58635DA3-1276-4284-A252-C28CE7C02062}"/>
              </a:ext>
            </a:extLst>
          </p:cNvPr>
          <p:cNvSpPr>
            <a:spLocks noGrp="1"/>
          </p:cNvSpPr>
          <p:nvPr/>
        </p:nvSpPr>
        <p:spPr>
          <a:xfrm>
            <a:off x="2257425" y="8861376"/>
            <a:ext cx="3176141" cy="800100"/>
          </a:xfrm>
          <a:prstGeom prst="rect">
            <a:avLst/>
          </a:prstGeom>
          <a:solidFill>
            <a:srgbClr val="7A5A4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2" name="!!source-8-dom-5-7-3-1-1-0-1-0-0-0-text-0">
            <a:extLst>
              <a:ext uri="{FF2B5EF4-FFF2-40B4-BE49-F238E27FC236}">
                <a16:creationId xmlns:a16="http://schemas.microsoft.com/office/drawing/2014/main" id="{DD708E69-DA3E-4CE2-BE6A-F9B65AE7DAAE}"/>
              </a:ext>
            </a:extLst>
          </p:cNvPr>
          <p:cNvSpPr>
            <a:spLocks noGrp="1"/>
          </p:cNvSpPr>
          <p:nvPr/>
        </p:nvSpPr>
        <p:spPr>
          <a:xfrm>
            <a:off x="3086100" y="9109026"/>
            <a:ext cx="49396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Δm</a:t>
            </a:r>
          </a:p>
        </p:txBody>
      </p:sp>
      <p:sp>
        <p:nvSpPr>
          <p:cNvPr id="173" name="!!source-8-dom-5-7-3-1-1-0-1-0-0-1-0-text-0">
            <a:extLst>
              <a:ext uri="{FF2B5EF4-FFF2-40B4-BE49-F238E27FC236}">
                <a16:creationId xmlns:a16="http://schemas.microsoft.com/office/drawing/2014/main" id="{C1E80629-E5A8-4EAF-8FAB-0C81783A2B7B}"/>
              </a:ext>
            </a:extLst>
          </p:cNvPr>
          <p:cNvSpPr>
            <a:spLocks noGrp="1"/>
          </p:cNvSpPr>
          <p:nvPr/>
        </p:nvSpPr>
        <p:spPr>
          <a:xfrm>
            <a:off x="3532435" y="9137600"/>
            <a:ext cx="27176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2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2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(1)</a:t>
            </a:r>
          </a:p>
        </p:txBody>
      </p:sp>
      <p:sp>
        <p:nvSpPr>
          <p:cNvPr id="174" name="!!source-8-dom-5-7-3-1-1-0-1-0-0-2-text-0">
            <a:extLst>
              <a:ext uri="{FF2B5EF4-FFF2-40B4-BE49-F238E27FC236}">
                <a16:creationId xmlns:a16="http://schemas.microsoft.com/office/drawing/2014/main" id="{A93E4131-D334-4F98-A4EC-6403B9F6142C}"/>
              </a:ext>
            </a:extLst>
          </p:cNvPr>
          <p:cNvSpPr>
            <a:spLocks noGrp="1"/>
          </p:cNvSpPr>
          <p:nvPr/>
        </p:nvSpPr>
        <p:spPr>
          <a:xfrm>
            <a:off x="3756571" y="9109026"/>
            <a:ext cx="89594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8.0 kg</a:t>
            </a:r>
          </a:p>
        </p:txBody>
      </p:sp>
      <p:sp>
        <p:nvSpPr>
          <p:cNvPr id="175" name="!!source-8-dom-5-7-3-1-1-0-1-0-1-fill">
            <a:extLst>
              <a:ext uri="{FF2B5EF4-FFF2-40B4-BE49-F238E27FC236}">
                <a16:creationId xmlns:a16="http://schemas.microsoft.com/office/drawing/2014/main" id="{E8E22542-C926-4E45-B01D-15D67EE63849}"/>
              </a:ext>
            </a:extLst>
          </p:cNvPr>
          <p:cNvSpPr>
            <a:spLocks noGrp="1"/>
          </p:cNvSpPr>
          <p:nvPr/>
        </p:nvSpPr>
        <p:spPr>
          <a:xfrm>
            <a:off x="5433566" y="8861376"/>
            <a:ext cx="3771603" cy="800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6" name="!!source-8-dom-5-7-3-1-1-0-1-0-1-0-text-0">
            <a:extLst>
              <a:ext uri="{FF2B5EF4-FFF2-40B4-BE49-F238E27FC236}">
                <a16:creationId xmlns:a16="http://schemas.microsoft.com/office/drawing/2014/main" id="{D373AD94-3512-474D-9823-54D272D67E3C}"/>
              </a:ext>
            </a:extLst>
          </p:cNvPr>
          <p:cNvSpPr>
            <a:spLocks noGrp="1"/>
          </p:cNvSpPr>
          <p:nvPr/>
        </p:nvSpPr>
        <p:spPr>
          <a:xfrm>
            <a:off x="6555582" y="9109026"/>
            <a:ext cx="49396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Δm</a:t>
            </a:r>
          </a:p>
        </p:txBody>
      </p:sp>
      <p:sp>
        <p:nvSpPr>
          <p:cNvPr id="177" name="!!source-8-dom-5-7-3-1-1-0-1-0-1-1-0-text-0">
            <a:extLst>
              <a:ext uri="{FF2B5EF4-FFF2-40B4-BE49-F238E27FC236}">
                <a16:creationId xmlns:a16="http://schemas.microsoft.com/office/drawing/2014/main" id="{E6F8AA0A-2308-41F0-8912-CE64B271B11C}"/>
              </a:ext>
            </a:extLst>
          </p:cNvPr>
          <p:cNvSpPr>
            <a:spLocks noGrp="1"/>
          </p:cNvSpPr>
          <p:nvPr/>
        </p:nvSpPr>
        <p:spPr>
          <a:xfrm>
            <a:off x="7001917" y="9137600"/>
            <a:ext cx="3112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2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2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(2)</a:t>
            </a:r>
          </a:p>
        </p:txBody>
      </p:sp>
      <p:sp>
        <p:nvSpPr>
          <p:cNvPr id="178" name="!!source-8-dom-5-7-3-1-1-0-1-0-1-2-text-0">
            <a:extLst>
              <a:ext uri="{FF2B5EF4-FFF2-40B4-BE49-F238E27FC236}">
                <a16:creationId xmlns:a16="http://schemas.microsoft.com/office/drawing/2014/main" id="{DE4C966B-5EFB-49FA-97FD-038A48E9D803}"/>
              </a:ext>
            </a:extLst>
          </p:cNvPr>
          <p:cNvSpPr>
            <a:spLocks noGrp="1"/>
          </p:cNvSpPr>
          <p:nvPr/>
        </p:nvSpPr>
        <p:spPr>
          <a:xfrm>
            <a:off x="7265492" y="9109026"/>
            <a:ext cx="86513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9.5 kg</a:t>
            </a:r>
          </a:p>
        </p:txBody>
      </p:sp>
      <p:sp>
        <p:nvSpPr>
          <p:cNvPr id="179" name="!!source-8-dom-5-7-3-1-1-0-1-1-border-Left">
            <a:extLst>
              <a:ext uri="{FF2B5EF4-FFF2-40B4-BE49-F238E27FC236}">
                <a16:creationId xmlns:a16="http://schemas.microsoft.com/office/drawing/2014/main" id="{86BAC5C5-4252-456A-9A86-12B0CDFA7CBD}"/>
              </a:ext>
            </a:extLst>
          </p:cNvPr>
          <p:cNvSpPr>
            <a:spLocks noGrp="1"/>
          </p:cNvSpPr>
          <p:nvPr/>
        </p:nvSpPr>
        <p:spPr>
          <a:xfrm>
            <a:off x="8644979" y="8461326"/>
            <a:ext cx="953" cy="1333500"/>
          </a:xfrm>
          <a:prstGeom prst="line">
            <a:avLst/>
          </a:prstGeom>
          <a:noFill/>
          <a:ln w="47625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80" name="!!source-8-dom-5-7-3-1-1-0-1-1-0-0-text-0">
            <a:extLst>
              <a:ext uri="{FF2B5EF4-FFF2-40B4-BE49-F238E27FC236}">
                <a16:creationId xmlns:a16="http://schemas.microsoft.com/office/drawing/2014/main" id="{EC25F480-A6EF-464E-9386-67E006AD78EC}"/>
              </a:ext>
            </a:extLst>
          </p:cNvPr>
          <p:cNvSpPr>
            <a:spLocks noGrp="1"/>
          </p:cNvSpPr>
          <p:nvPr/>
        </p:nvSpPr>
        <p:spPr>
          <a:xfrm>
            <a:off x="6668988" y="8451800"/>
            <a:ext cx="197122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request 16 kg ▸</a:t>
            </a:r>
          </a:p>
        </p:txBody>
      </p:sp>
      <p:sp>
        <p:nvSpPr>
          <p:cNvPr id="181" name="!!source-8-dom-5-7-3-1-1-0-2-0-text-0">
            <a:extLst>
              <a:ext uri="{FF2B5EF4-FFF2-40B4-BE49-F238E27FC236}">
                <a16:creationId xmlns:a16="http://schemas.microsoft.com/office/drawing/2014/main" id="{8ACB97E7-C394-472F-99EB-23653C55A505}"/>
              </a:ext>
            </a:extLst>
          </p:cNvPr>
          <p:cNvSpPr>
            <a:spLocks noGrp="1"/>
          </p:cNvSpPr>
          <p:nvPr/>
        </p:nvSpPr>
        <p:spPr>
          <a:xfrm>
            <a:off x="2238375" y="9855101"/>
            <a:ext cx="330696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</a:t>
            </a:r>
          </a:p>
        </p:txBody>
      </p:sp>
      <p:sp>
        <p:nvSpPr>
          <p:cNvPr id="182" name="!!source-8-dom-5-7-3-1-1-0-2-1-0-text-0">
            <a:extLst>
              <a:ext uri="{FF2B5EF4-FFF2-40B4-BE49-F238E27FC236}">
                <a16:creationId xmlns:a16="http://schemas.microsoft.com/office/drawing/2014/main" id="{3D1229BE-E61A-4E5C-B815-9BEC2EB74F15}"/>
              </a:ext>
            </a:extLst>
          </p:cNvPr>
          <p:cNvSpPr>
            <a:spLocks noGrp="1"/>
          </p:cNvSpPr>
          <p:nvPr/>
        </p:nvSpPr>
        <p:spPr>
          <a:xfrm>
            <a:off x="2521446" y="9794826"/>
            <a:ext cx="2970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750" b="0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</a:t>
            </a:r>
          </a:p>
        </p:txBody>
      </p:sp>
      <p:sp>
        <p:nvSpPr>
          <p:cNvPr id="183" name="!!source-8-dom-5-7-3-1-1-0-2-2-text-0">
            <a:extLst>
              <a:ext uri="{FF2B5EF4-FFF2-40B4-BE49-F238E27FC236}">
                <a16:creationId xmlns:a16="http://schemas.microsoft.com/office/drawing/2014/main" id="{7A73D6F5-6F08-4023-BADE-9DEB2B5EDBA0}"/>
              </a:ext>
            </a:extLst>
          </p:cNvPr>
          <p:cNvSpPr>
            <a:spLocks noGrp="1"/>
          </p:cNvSpPr>
          <p:nvPr/>
        </p:nvSpPr>
        <p:spPr>
          <a:xfrm>
            <a:off x="2770882" y="9855101"/>
            <a:ext cx="814983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= Δm</a:t>
            </a:r>
          </a:p>
        </p:txBody>
      </p:sp>
      <p:sp>
        <p:nvSpPr>
          <p:cNvPr id="184" name="!!source-8-dom-5-7-3-1-1-0-2-3-0-text-0">
            <a:extLst>
              <a:ext uri="{FF2B5EF4-FFF2-40B4-BE49-F238E27FC236}">
                <a16:creationId xmlns:a16="http://schemas.microsoft.com/office/drawing/2014/main" id="{3DF08E78-DF50-4C7E-86BC-8EA86B30C2E1}"/>
              </a:ext>
            </a:extLst>
          </p:cNvPr>
          <p:cNvSpPr>
            <a:spLocks noGrp="1"/>
          </p:cNvSpPr>
          <p:nvPr/>
        </p:nvSpPr>
        <p:spPr>
          <a:xfrm>
            <a:off x="3538240" y="9794826"/>
            <a:ext cx="27637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750" b="0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(1)</a:t>
            </a:r>
          </a:p>
        </p:txBody>
      </p:sp>
      <p:sp>
        <p:nvSpPr>
          <p:cNvPr id="185" name="!!source-8-dom-5-7-3-1-1-0-2-4-text-0">
            <a:extLst>
              <a:ext uri="{FF2B5EF4-FFF2-40B4-BE49-F238E27FC236}">
                <a16:creationId xmlns:a16="http://schemas.microsoft.com/office/drawing/2014/main" id="{F722F3F9-71B8-4E36-A8C4-AF096D089FFD}"/>
              </a:ext>
            </a:extLst>
          </p:cNvPr>
          <p:cNvSpPr>
            <a:spLocks noGrp="1"/>
          </p:cNvSpPr>
          <p:nvPr/>
        </p:nvSpPr>
        <p:spPr>
          <a:xfrm>
            <a:off x="3766989" y="9855101"/>
            <a:ext cx="814983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+ Δm</a:t>
            </a:r>
          </a:p>
        </p:txBody>
      </p:sp>
      <p:sp>
        <p:nvSpPr>
          <p:cNvPr id="186" name="!!source-8-dom-5-7-3-1-1-0-2-5-0-text-0">
            <a:extLst>
              <a:ext uri="{FF2B5EF4-FFF2-40B4-BE49-F238E27FC236}">
                <a16:creationId xmlns:a16="http://schemas.microsoft.com/office/drawing/2014/main" id="{43239ABD-AA7B-4668-A0D8-17F00D4A3584}"/>
              </a:ext>
            </a:extLst>
          </p:cNvPr>
          <p:cNvSpPr>
            <a:spLocks noGrp="1"/>
          </p:cNvSpPr>
          <p:nvPr/>
        </p:nvSpPr>
        <p:spPr>
          <a:xfrm>
            <a:off x="4534347" y="9794826"/>
            <a:ext cx="32012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750" b="0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(2)</a:t>
            </a:r>
          </a:p>
        </p:txBody>
      </p:sp>
      <p:sp>
        <p:nvSpPr>
          <p:cNvPr id="187" name="!!source-8-dom-5-7-3-1-1-0-2-6-text-0">
            <a:extLst>
              <a:ext uri="{FF2B5EF4-FFF2-40B4-BE49-F238E27FC236}">
                <a16:creationId xmlns:a16="http://schemas.microsoft.com/office/drawing/2014/main" id="{281F8657-D69C-467B-9ED5-040910202377}"/>
              </a:ext>
            </a:extLst>
          </p:cNvPr>
          <p:cNvSpPr>
            <a:spLocks noGrp="1"/>
          </p:cNvSpPr>
          <p:nvPr/>
        </p:nvSpPr>
        <p:spPr>
          <a:xfrm>
            <a:off x="4806851" y="9855101"/>
            <a:ext cx="340817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= </a:t>
            </a:r>
          </a:p>
        </p:txBody>
      </p:sp>
      <p:sp>
        <p:nvSpPr>
          <p:cNvPr id="188" name="!!source-8-dom-5-7-3-1-1-0-2-7-0-text-0">
            <a:extLst>
              <a:ext uri="{FF2B5EF4-FFF2-40B4-BE49-F238E27FC236}">
                <a16:creationId xmlns:a16="http://schemas.microsoft.com/office/drawing/2014/main" id="{1F6D151B-922E-4BBF-A40F-EBF21174E3CD}"/>
              </a:ext>
            </a:extLst>
          </p:cNvPr>
          <p:cNvSpPr>
            <a:spLocks noGrp="1"/>
          </p:cNvSpPr>
          <p:nvPr/>
        </p:nvSpPr>
        <p:spPr>
          <a:xfrm>
            <a:off x="5100043" y="9855101"/>
            <a:ext cx="963811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17.5 kg</a:t>
            </a:r>
          </a:p>
        </p:txBody>
      </p:sp>
      <p:sp>
        <p:nvSpPr>
          <p:cNvPr id="189" name="!!source-8-dom-5-7-3-1-1-0-2-8-text-0">
            <a:extLst>
              <a:ext uri="{FF2B5EF4-FFF2-40B4-BE49-F238E27FC236}">
                <a16:creationId xmlns:a16="http://schemas.microsoft.com/office/drawing/2014/main" id="{F3A20658-F793-47A7-B334-2D1384F0F140}"/>
              </a:ext>
            </a:extLst>
          </p:cNvPr>
          <p:cNvSpPr>
            <a:spLocks noGrp="1"/>
          </p:cNvSpPr>
          <p:nvPr/>
        </p:nvSpPr>
        <p:spPr>
          <a:xfrm>
            <a:off x="6016228" y="9855101"/>
            <a:ext cx="2323654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≥ 16 kg → feasible</a:t>
            </a:r>
          </a:p>
        </p:txBody>
      </p:sp>
      <p:sp>
        <p:nvSpPr>
          <p:cNvPr id="190" name="!!source-8-dom-5-7-3-1-1-1-0-0-text-0">
            <a:extLst>
              <a:ext uri="{FF2B5EF4-FFF2-40B4-BE49-F238E27FC236}">
                <a16:creationId xmlns:a16="http://schemas.microsoft.com/office/drawing/2014/main" id="{668713E5-1A68-456E-9239-1FA03CE180BB}"/>
              </a:ext>
            </a:extLst>
          </p:cNvPr>
          <p:cNvSpPr>
            <a:spLocks noGrp="1"/>
          </p:cNvSpPr>
          <p:nvPr/>
        </p:nvSpPr>
        <p:spPr>
          <a:xfrm>
            <a:off x="10788402" y="8110389"/>
            <a:ext cx="271938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INPUTS PER CLIENT</a:t>
            </a:r>
          </a:p>
        </p:txBody>
      </p:sp>
      <p:sp>
        <p:nvSpPr>
          <p:cNvPr id="191" name="!!source-8-dom-5-7-3-1-1-1-1-0-fill">
            <a:extLst>
              <a:ext uri="{FF2B5EF4-FFF2-40B4-BE49-F238E27FC236}">
                <a16:creationId xmlns:a16="http://schemas.microsoft.com/office/drawing/2014/main" id="{5E3415CA-B3D6-48AD-A095-87C9BE4638CD}"/>
              </a:ext>
            </a:extLst>
          </p:cNvPr>
          <p:cNvSpPr>
            <a:spLocks noGrp="1"/>
          </p:cNvSpPr>
          <p:nvPr/>
        </p:nvSpPr>
        <p:spPr>
          <a:xfrm>
            <a:off x="10788402" y="8519964"/>
            <a:ext cx="320769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2" name="!!source-8-dom-5-7-3-1-1-1-1-0-outline">
            <a:extLst>
              <a:ext uri="{FF2B5EF4-FFF2-40B4-BE49-F238E27FC236}">
                <a16:creationId xmlns:a16="http://schemas.microsoft.com/office/drawing/2014/main" id="{5FCCA5BA-F3D5-48E3-B8BD-5C870EB37891}"/>
              </a:ext>
            </a:extLst>
          </p:cNvPr>
          <p:cNvSpPr>
            <a:spLocks noGrp="1"/>
          </p:cNvSpPr>
          <p:nvPr/>
        </p:nvSpPr>
        <p:spPr>
          <a:xfrm>
            <a:off x="10802689" y="8534251"/>
            <a:ext cx="317911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C9B8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3" name="!!source-8-dom-5-7-3-1-1-1-1-0-0-text-0">
            <a:extLst>
              <a:ext uri="{FF2B5EF4-FFF2-40B4-BE49-F238E27FC236}">
                <a16:creationId xmlns:a16="http://schemas.microsoft.com/office/drawing/2014/main" id="{082C2923-7EAB-45AF-BFFC-EBA1AEDCABF0}"/>
              </a:ext>
            </a:extLst>
          </p:cNvPr>
          <p:cNvSpPr>
            <a:spLocks noGrp="1"/>
          </p:cNvSpPr>
          <p:nvPr/>
        </p:nvSpPr>
        <p:spPr>
          <a:xfrm>
            <a:off x="11007477" y="8624739"/>
            <a:ext cx="28171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 tank volume</a:t>
            </a:r>
          </a:p>
        </p:txBody>
      </p:sp>
      <p:sp>
        <p:nvSpPr>
          <p:cNvPr id="194" name="!!source-8-dom-5-7-3-1-1-1-1-1-fill">
            <a:extLst>
              <a:ext uri="{FF2B5EF4-FFF2-40B4-BE49-F238E27FC236}">
                <a16:creationId xmlns:a16="http://schemas.microsoft.com/office/drawing/2014/main" id="{18F2A47F-A91C-42B9-8CA4-7D2EF086F363}"/>
              </a:ext>
            </a:extLst>
          </p:cNvPr>
          <p:cNvSpPr>
            <a:spLocks noGrp="1"/>
          </p:cNvSpPr>
          <p:nvPr/>
        </p:nvSpPr>
        <p:spPr>
          <a:xfrm>
            <a:off x="10788402" y="9167663"/>
            <a:ext cx="3734694" cy="533401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5" name="!!source-8-dom-5-7-3-1-1-1-1-1-outline">
            <a:extLst>
              <a:ext uri="{FF2B5EF4-FFF2-40B4-BE49-F238E27FC236}">
                <a16:creationId xmlns:a16="http://schemas.microsoft.com/office/drawing/2014/main" id="{59D9664A-35EC-4DB1-80C4-E5BF4FCFA474}"/>
              </a:ext>
            </a:extLst>
          </p:cNvPr>
          <p:cNvSpPr>
            <a:spLocks noGrp="1"/>
          </p:cNvSpPr>
          <p:nvPr/>
        </p:nvSpPr>
        <p:spPr>
          <a:xfrm>
            <a:off x="10802689" y="9181951"/>
            <a:ext cx="3706119" cy="504826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C9B8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6" name="!!source-8-dom-5-7-3-1-1-1-1-1-0-text-0">
            <a:extLst>
              <a:ext uri="{FF2B5EF4-FFF2-40B4-BE49-F238E27FC236}">
                <a16:creationId xmlns:a16="http://schemas.microsoft.com/office/drawing/2014/main" id="{329F489B-E61C-4626-82CC-52A60C6F071F}"/>
              </a:ext>
            </a:extLst>
          </p:cNvPr>
          <p:cNvSpPr>
            <a:spLocks noGrp="1"/>
          </p:cNvSpPr>
          <p:nvPr/>
        </p:nvSpPr>
        <p:spPr>
          <a:xfrm>
            <a:off x="11007477" y="9272439"/>
            <a:ext cx="334416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on board at arrival</a:t>
            </a:r>
          </a:p>
        </p:txBody>
      </p:sp>
      <p:sp>
        <p:nvSpPr>
          <p:cNvPr id="197" name="!!source-8-dom-5-7-3-1-1-1-2-0-text-0">
            <a:extLst>
              <a:ext uri="{FF2B5EF4-FFF2-40B4-BE49-F238E27FC236}">
                <a16:creationId xmlns:a16="http://schemas.microsoft.com/office/drawing/2014/main" id="{004B659F-D42C-46DB-B3CF-D88346CEE3CC}"/>
              </a:ext>
            </a:extLst>
          </p:cNvPr>
          <p:cNvSpPr>
            <a:spLocks noGrp="1"/>
          </p:cNvSpPr>
          <p:nvPr/>
        </p:nvSpPr>
        <p:spPr>
          <a:xfrm>
            <a:off x="10788402" y="9834414"/>
            <a:ext cx="419308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Previous work · Applied Energy 2025</a:t>
            </a:r>
          </a:p>
        </p:txBody>
      </p:sp>
      <p:sp>
        <p:nvSpPr>
          <p:cNvPr id="198" name="!!source-8-dom-5-9-fill">
            <a:extLst>
              <a:ext uri="{FF2B5EF4-FFF2-40B4-BE49-F238E27FC236}">
                <a16:creationId xmlns:a16="http://schemas.microsoft.com/office/drawing/2014/main" id="{E1EAE5E6-5109-4C09-AAF4-7AA4658373E8}"/>
              </a:ext>
            </a:extLst>
          </p:cNvPr>
          <p:cNvSpPr>
            <a:spLocks noGrp="1"/>
          </p:cNvSpPr>
          <p:nvPr/>
        </p:nvSpPr>
        <p:spPr>
          <a:xfrm>
            <a:off x="1047750" y="8105775"/>
            <a:ext cx="16192501" cy="639068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9" name="!!source-8-dom-5-9-outline">
            <a:extLst>
              <a:ext uri="{FF2B5EF4-FFF2-40B4-BE49-F238E27FC236}">
                <a16:creationId xmlns:a16="http://schemas.microsoft.com/office/drawing/2014/main" id="{BC627BF6-C9B8-4157-B407-22BCC7C9F5AE}"/>
              </a:ext>
            </a:extLst>
          </p:cNvPr>
          <p:cNvSpPr>
            <a:spLocks noGrp="1"/>
          </p:cNvSpPr>
          <p:nvPr/>
        </p:nvSpPr>
        <p:spPr>
          <a:xfrm>
            <a:off x="1057275" y="8115300"/>
            <a:ext cx="16173451" cy="620018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0" name="!!source-8-dom-5-9-0-text-0">
            <a:extLst>
              <a:ext uri="{FF2B5EF4-FFF2-40B4-BE49-F238E27FC236}">
                <a16:creationId xmlns:a16="http://schemas.microsoft.com/office/drawing/2014/main" id="{9DF031D1-29C9-4FD6-9E7F-004DBE790796}"/>
              </a:ext>
            </a:extLst>
          </p:cNvPr>
          <p:cNvSpPr>
            <a:spLocks noGrp="1"/>
          </p:cNvSpPr>
          <p:nvPr/>
        </p:nvSpPr>
        <p:spPr>
          <a:xfrm>
            <a:off x="1333500" y="8267700"/>
            <a:ext cx="1340018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Which patterns are feasible depends on every tank pressure and on the client. Feasible patterns share tanks.</a:t>
            </a:r>
          </a:p>
        </p:txBody>
      </p:sp>
      <p:pic>
        <p:nvPicPr>
          <p:cNvPr id="404" name="!!source-8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405" name="!!source-8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35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!!source-8-dom-fill">
            <a:extLst>
              <a:ext uri="{FF2B5EF4-FFF2-40B4-BE49-F238E27FC236}">
                <a16:creationId xmlns:a16="http://schemas.microsoft.com/office/drawing/2014/main" id="{75045047-307C-476B-A640-CD551116ED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8-dom-1-0-0-0-text-0">
            <a:extLst>
              <a:ext uri="{FF2B5EF4-FFF2-40B4-BE49-F238E27FC236}">
                <a16:creationId xmlns:a16="http://schemas.microsoft.com/office/drawing/2014/main" id="{7BF63A9C-2753-4236-86CD-9BA1563C239C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8-dom-1-0-1-0-text-0">
            <a:extLst>
              <a:ext uri="{FF2B5EF4-FFF2-40B4-BE49-F238E27FC236}">
                <a16:creationId xmlns:a16="http://schemas.microsoft.com/office/drawing/2014/main" id="{6E804B41-223B-46F0-A75D-B8F9A24B3DB8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8-dom-1-0-2-border-Bottom">
            <a:extLst>
              <a:ext uri="{FF2B5EF4-FFF2-40B4-BE49-F238E27FC236}">
                <a16:creationId xmlns:a16="http://schemas.microsoft.com/office/drawing/2014/main" id="{20085095-73B0-42E5-A950-7055766B78A9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8-dom-1-0-2-0-text-0">
            <a:extLst>
              <a:ext uri="{FF2B5EF4-FFF2-40B4-BE49-F238E27FC236}">
                <a16:creationId xmlns:a16="http://schemas.microsoft.com/office/drawing/2014/main" id="{001BE793-9D22-465D-8245-99C3CEB73313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8-dom-1-0-3-0-text-0">
            <a:extLst>
              <a:ext uri="{FF2B5EF4-FFF2-40B4-BE49-F238E27FC236}">
                <a16:creationId xmlns:a16="http://schemas.microsoft.com/office/drawing/2014/main" id="{972B088E-FD78-48CD-A715-EBFFEB0742A8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8-dom-1-0-4-0-text-0">
            <a:extLst>
              <a:ext uri="{FF2B5EF4-FFF2-40B4-BE49-F238E27FC236}">
                <a16:creationId xmlns:a16="http://schemas.microsoft.com/office/drawing/2014/main" id="{79D131A2-99B9-4840-855A-D540EEF683DF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8-dom-1-0-5-0-text-0">
            <a:extLst>
              <a:ext uri="{FF2B5EF4-FFF2-40B4-BE49-F238E27FC236}">
                <a16:creationId xmlns:a16="http://schemas.microsoft.com/office/drawing/2014/main" id="{AD72E7AD-9084-4804-A79D-E7976173781A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8-dom-1-1-0-text-0">
            <a:extLst>
              <a:ext uri="{FF2B5EF4-FFF2-40B4-BE49-F238E27FC236}">
                <a16:creationId xmlns:a16="http://schemas.microsoft.com/office/drawing/2014/main" id="{AC9E7FA1-DBED-4C84-8DAF-166D0FF09F41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09 / 17</a:t>
            </a:r>
          </a:p>
        </p:txBody>
      </p:sp>
      <p:sp>
        <p:nvSpPr>
          <p:cNvPr id="10" name="!!source-8-dom-3-1-0-0-text-0">
            <a:extLst>
              <a:ext uri="{FF2B5EF4-FFF2-40B4-BE49-F238E27FC236}">
                <a16:creationId xmlns:a16="http://schemas.microsoft.com/office/drawing/2014/main" id="{6CD71651-12B4-4FBA-B236-E52E58E5C8E9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4992291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Refuelling</a:t>
            </a: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patterns</a:t>
            </a: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as a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modelling</a:t>
            </a: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strategy</a:t>
            </a:r>
            <a:endParaRPr lang="es-ES" sz="4800" spc="-12" dirty="0">
              <a:solidFill>
                <a:srgbClr val="4E2E1A">
                  <a:alpha val="100000"/>
                </a:srgbClr>
              </a:solidFill>
              <a:latin typeface="Abhaya Libre ExtraBold"/>
              <a:ea typeface="Abhaya Libre ExtraBold"/>
              <a:cs typeface="Abhaya Libre ExtraBold"/>
            </a:endParaRPr>
          </a:p>
        </p:txBody>
      </p:sp>
      <p:sp>
        <p:nvSpPr>
          <p:cNvPr id="11" name="!!source-8-dom-3-1-1-0-0-text-0">
            <a:extLst>
              <a:ext uri="{FF2B5EF4-FFF2-40B4-BE49-F238E27FC236}">
                <a16:creationId xmlns:a16="http://schemas.microsoft.com/office/drawing/2014/main" id="{BD744F10-ADD3-4A8A-81E9-9C5464CA3A68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474821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At most two steps: 36 candidates</a:t>
            </a:r>
          </a:p>
        </p:txBody>
      </p:sp>
      <p:sp>
        <p:nvSpPr>
          <p:cNvPr id="12" name="!!source-8-dom-5-1-fill">
            <a:extLst>
              <a:ext uri="{FF2B5EF4-FFF2-40B4-BE49-F238E27FC236}">
                <a16:creationId xmlns:a16="http://schemas.microsoft.com/office/drawing/2014/main" id="{28641012-E5B9-46E8-9008-BE409A23EAE4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16192501" cy="6858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8-dom-5-1-outline">
            <a:extLst>
              <a:ext uri="{FF2B5EF4-FFF2-40B4-BE49-F238E27FC236}">
                <a16:creationId xmlns:a16="http://schemas.microsoft.com/office/drawing/2014/main" id="{74298505-9413-48EB-B169-B85D81C55DB0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16163926" cy="6572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8-dom-5-1-1-0-fill">
            <a:extLst>
              <a:ext uri="{FF2B5EF4-FFF2-40B4-BE49-F238E27FC236}">
                <a16:creationId xmlns:a16="http://schemas.microsoft.com/office/drawing/2014/main" id="{B26E17AF-F0B5-419A-925C-2277DC9EFCF4}"/>
              </a:ext>
            </a:extLst>
          </p:cNvPr>
          <p:cNvSpPr>
            <a:spLocks noGrp="1"/>
          </p:cNvSpPr>
          <p:nvPr/>
        </p:nvSpPr>
        <p:spPr>
          <a:xfrm>
            <a:off x="1362075" y="2562225"/>
            <a:ext cx="495300" cy="4953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8-dom-5-1-1-0-0-text-0">
            <a:extLst>
              <a:ext uri="{FF2B5EF4-FFF2-40B4-BE49-F238E27FC236}">
                <a16:creationId xmlns:a16="http://schemas.microsoft.com/office/drawing/2014/main" id="{9F62952D-AE11-4DE3-82D5-8C2D2E03A0AF}"/>
              </a:ext>
            </a:extLst>
          </p:cNvPr>
          <p:cNvSpPr>
            <a:spLocks noGrp="1"/>
          </p:cNvSpPr>
          <p:nvPr/>
        </p:nvSpPr>
        <p:spPr>
          <a:xfrm>
            <a:off x="1557338" y="2647950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8-dom-5-1-1-1-0-text-0">
            <a:extLst>
              <a:ext uri="{FF2B5EF4-FFF2-40B4-BE49-F238E27FC236}">
                <a16:creationId xmlns:a16="http://schemas.microsoft.com/office/drawing/2014/main" id="{5543AD34-0803-463B-BE78-BC7A640476AF}"/>
              </a:ext>
            </a:extLst>
          </p:cNvPr>
          <p:cNvSpPr>
            <a:spLocks noGrp="1"/>
          </p:cNvSpPr>
          <p:nvPr/>
        </p:nvSpPr>
        <p:spPr>
          <a:xfrm>
            <a:off x="2085975" y="2633662"/>
            <a:ext cx="14318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Pattern = </a:t>
            </a:r>
          </a:p>
        </p:txBody>
      </p:sp>
      <p:sp>
        <p:nvSpPr>
          <p:cNvPr id="17" name="!!source-8-dom-5-1-1-1-1-0-text-0">
            <a:extLst>
              <a:ext uri="{FF2B5EF4-FFF2-40B4-BE49-F238E27FC236}">
                <a16:creationId xmlns:a16="http://schemas.microsoft.com/office/drawing/2014/main" id="{E5F471B4-45B8-479A-97E8-57F8FA0E671B}"/>
              </a:ext>
            </a:extLst>
          </p:cNvPr>
          <p:cNvSpPr>
            <a:spLocks noGrp="1"/>
          </p:cNvSpPr>
          <p:nvPr/>
        </p:nvSpPr>
        <p:spPr>
          <a:xfrm>
            <a:off x="3470225" y="2633662"/>
            <a:ext cx="123214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ordered</a:t>
            </a:r>
          </a:p>
        </p:txBody>
      </p:sp>
      <p:sp>
        <p:nvSpPr>
          <p:cNvPr id="18" name="!!source-8-dom-5-1-1-1-2-text-0">
            <a:extLst>
              <a:ext uri="{FF2B5EF4-FFF2-40B4-BE49-F238E27FC236}">
                <a16:creationId xmlns:a16="http://schemas.microsoft.com/office/drawing/2014/main" id="{6B25F5C8-B69E-4185-B91B-36487AA10FC8}"/>
              </a:ext>
            </a:extLst>
          </p:cNvPr>
          <p:cNvSpPr>
            <a:spLocks noGrp="1"/>
          </p:cNvSpPr>
          <p:nvPr/>
        </p:nvSpPr>
        <p:spPr>
          <a:xfrm>
            <a:off x="4654748" y="2633662"/>
            <a:ext cx="303460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sequence of sources</a:t>
            </a:r>
          </a:p>
        </p:txBody>
      </p:sp>
      <p:sp>
        <p:nvSpPr>
          <p:cNvPr id="19" name="!!source-8-dom-5-1-3-0-fill">
            <a:extLst>
              <a:ext uri="{FF2B5EF4-FFF2-40B4-BE49-F238E27FC236}">
                <a16:creationId xmlns:a16="http://schemas.microsoft.com/office/drawing/2014/main" id="{9A8DD881-6A04-4239-8F23-C33E65B5101C}"/>
              </a:ext>
            </a:extLst>
          </p:cNvPr>
          <p:cNvSpPr>
            <a:spLocks noGrp="1"/>
          </p:cNvSpPr>
          <p:nvPr/>
        </p:nvSpPr>
        <p:spPr>
          <a:xfrm>
            <a:off x="1362075" y="377190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8-dom-5-1-3-0-0-text-0">
            <a:extLst>
              <a:ext uri="{FF2B5EF4-FFF2-40B4-BE49-F238E27FC236}">
                <a16:creationId xmlns:a16="http://schemas.microsoft.com/office/drawing/2014/main" id="{A4C6279C-9A2D-42DD-8ED8-5BF1EF08FAEB}"/>
              </a:ext>
            </a:extLst>
          </p:cNvPr>
          <p:cNvSpPr>
            <a:spLocks noGrp="1"/>
          </p:cNvSpPr>
          <p:nvPr/>
        </p:nvSpPr>
        <p:spPr>
          <a:xfrm>
            <a:off x="1557338" y="385762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1" name="!!source-8-dom-5-1-3-1-0-0-text-0">
            <a:extLst>
              <a:ext uri="{FF2B5EF4-FFF2-40B4-BE49-F238E27FC236}">
                <a16:creationId xmlns:a16="http://schemas.microsoft.com/office/drawing/2014/main" id="{90370D76-6574-418C-98DA-B583D30F0218}"/>
              </a:ext>
            </a:extLst>
          </p:cNvPr>
          <p:cNvSpPr>
            <a:spLocks noGrp="1"/>
          </p:cNvSpPr>
          <p:nvPr/>
        </p:nvSpPr>
        <p:spPr>
          <a:xfrm>
            <a:off x="2238375" y="3252788"/>
            <a:ext cx="25653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pattern is an </a:t>
            </a:r>
          </a:p>
        </p:txBody>
      </p:sp>
      <p:sp>
        <p:nvSpPr>
          <p:cNvPr id="22" name="!!source-8-dom-5-1-3-1-0-1-0-text-0">
            <a:extLst>
              <a:ext uri="{FF2B5EF4-FFF2-40B4-BE49-F238E27FC236}">
                <a16:creationId xmlns:a16="http://schemas.microsoft.com/office/drawing/2014/main" id="{07E12A72-E11A-4CCF-9FF7-1A865CC6AD7A}"/>
              </a:ext>
            </a:extLst>
          </p:cNvPr>
          <p:cNvSpPr>
            <a:spLocks noGrp="1"/>
          </p:cNvSpPr>
          <p:nvPr/>
        </p:nvSpPr>
        <p:spPr>
          <a:xfrm>
            <a:off x="4756100" y="3252788"/>
            <a:ext cx="139005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ordered</a:t>
            </a:r>
          </a:p>
        </p:txBody>
      </p:sp>
      <p:sp>
        <p:nvSpPr>
          <p:cNvPr id="23" name="!!source-8-dom-5-1-3-1-0-2-text-0">
            <a:extLst>
              <a:ext uri="{FF2B5EF4-FFF2-40B4-BE49-F238E27FC236}">
                <a16:creationId xmlns:a16="http://schemas.microsoft.com/office/drawing/2014/main" id="{2A0BB9C9-508B-4527-B84B-F20B57222635}"/>
              </a:ext>
            </a:extLst>
          </p:cNvPr>
          <p:cNvSpPr>
            <a:spLocks noGrp="1"/>
          </p:cNvSpPr>
          <p:nvPr/>
        </p:nvSpPr>
        <p:spPr>
          <a:xfrm>
            <a:off x="6098530" y="3252788"/>
            <a:ext cx="3548509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sequence of sources</a:t>
            </a:r>
          </a:p>
        </p:txBody>
      </p:sp>
      <p:sp>
        <p:nvSpPr>
          <p:cNvPr id="24" name="!!source-8-dom-5-1-3-1-1-0-fill">
            <a:extLst>
              <a:ext uri="{FF2B5EF4-FFF2-40B4-BE49-F238E27FC236}">
                <a16:creationId xmlns:a16="http://schemas.microsoft.com/office/drawing/2014/main" id="{863D3023-167D-4185-B0C6-F531AD4B8E9E}"/>
              </a:ext>
            </a:extLst>
          </p:cNvPr>
          <p:cNvSpPr>
            <a:spLocks noGrp="1"/>
          </p:cNvSpPr>
          <p:nvPr/>
        </p:nvSpPr>
        <p:spPr>
          <a:xfrm>
            <a:off x="2238375" y="3919538"/>
            <a:ext cx="990303" cy="866775"/>
          </a:xfrm>
          <a:prstGeom prst="roundRect">
            <a:avLst>
              <a:gd name="adj" fmla="val 6593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8-dom-5-1-3-1-1-0-outline">
            <a:extLst>
              <a:ext uri="{FF2B5EF4-FFF2-40B4-BE49-F238E27FC236}">
                <a16:creationId xmlns:a16="http://schemas.microsoft.com/office/drawing/2014/main" id="{50F36540-7DD5-4BD2-B2C7-7271BABF29C8}"/>
              </a:ext>
            </a:extLst>
          </p:cNvPr>
          <p:cNvSpPr>
            <a:spLocks noGrp="1"/>
          </p:cNvSpPr>
          <p:nvPr/>
        </p:nvSpPr>
        <p:spPr>
          <a:xfrm>
            <a:off x="2252662" y="3933825"/>
            <a:ext cx="961728" cy="838200"/>
          </a:xfrm>
          <a:prstGeom prst="roundRect">
            <a:avLst>
              <a:gd name="adj" fmla="val 681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8-dom-5-1-3-1-1-0-0-text-0">
            <a:extLst>
              <a:ext uri="{FF2B5EF4-FFF2-40B4-BE49-F238E27FC236}">
                <a16:creationId xmlns:a16="http://schemas.microsoft.com/office/drawing/2014/main" id="{F7B9BD3B-B0DF-4DA4-8442-4BB90CFC5F69}"/>
              </a:ext>
            </a:extLst>
          </p:cNvPr>
          <p:cNvSpPr>
            <a:spLocks noGrp="1"/>
          </p:cNvSpPr>
          <p:nvPr/>
        </p:nvSpPr>
        <p:spPr>
          <a:xfrm>
            <a:off x="2590800" y="4119562"/>
            <a:ext cx="333077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3000" b="0" i="0" spc="-7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27" name="!!source-8-dom-5-1-3-1-1-1-0-fill">
            <a:extLst>
              <a:ext uri="{FF2B5EF4-FFF2-40B4-BE49-F238E27FC236}">
                <a16:creationId xmlns:a16="http://schemas.microsoft.com/office/drawing/2014/main" id="{08B647A3-7A6F-417F-9AD5-5B6CB6B9778F}"/>
              </a:ext>
            </a:extLst>
          </p:cNvPr>
          <p:cNvSpPr>
            <a:spLocks noGrp="1"/>
          </p:cNvSpPr>
          <p:nvPr/>
        </p:nvSpPr>
        <p:spPr>
          <a:xfrm>
            <a:off x="3228678" y="4333875"/>
            <a:ext cx="70485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8-dom-5-1-3-1-1-1-1-border-Top">
            <a:extLst>
              <a:ext uri="{FF2B5EF4-FFF2-40B4-BE49-F238E27FC236}">
                <a16:creationId xmlns:a16="http://schemas.microsoft.com/office/drawing/2014/main" id="{8291FA96-0990-42F3-9518-427B6ED5BE5B}"/>
              </a:ext>
            </a:extLst>
          </p:cNvPr>
          <p:cNvSpPr>
            <a:spLocks noGrp="1"/>
          </p:cNvSpPr>
          <p:nvPr/>
        </p:nvSpPr>
        <p:spPr>
          <a:xfrm>
            <a:off x="3933527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8-dom-5-1-3-1-1-1-1-border-Bottom">
            <a:extLst>
              <a:ext uri="{FF2B5EF4-FFF2-40B4-BE49-F238E27FC236}">
                <a16:creationId xmlns:a16="http://schemas.microsoft.com/office/drawing/2014/main" id="{D11BA062-C32B-4EE6-B2A9-3AE7D9B8A23A}"/>
              </a:ext>
            </a:extLst>
          </p:cNvPr>
          <p:cNvSpPr>
            <a:spLocks noGrp="1"/>
          </p:cNvSpPr>
          <p:nvPr/>
        </p:nvSpPr>
        <p:spPr>
          <a:xfrm>
            <a:off x="3933527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8-dom-5-1-3-1-1-1-1-border-Left">
            <a:extLst>
              <a:ext uri="{FF2B5EF4-FFF2-40B4-BE49-F238E27FC236}">
                <a16:creationId xmlns:a16="http://schemas.microsoft.com/office/drawing/2014/main" id="{59A06285-A7B7-47F2-A151-096F9E063814}"/>
              </a:ext>
            </a:extLst>
          </p:cNvPr>
          <p:cNvSpPr>
            <a:spLocks noGrp="1"/>
          </p:cNvSpPr>
          <p:nvPr/>
        </p:nvSpPr>
        <p:spPr>
          <a:xfrm>
            <a:off x="3933527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8-dom-5-1-3-1-1-2-fill">
            <a:extLst>
              <a:ext uri="{FF2B5EF4-FFF2-40B4-BE49-F238E27FC236}">
                <a16:creationId xmlns:a16="http://schemas.microsoft.com/office/drawing/2014/main" id="{38ABE226-0BB1-4149-8F2A-CDE4FBC60BF0}"/>
              </a:ext>
            </a:extLst>
          </p:cNvPr>
          <p:cNvSpPr>
            <a:spLocks noGrp="1"/>
          </p:cNvSpPr>
          <p:nvPr/>
        </p:nvSpPr>
        <p:spPr>
          <a:xfrm>
            <a:off x="4085928" y="3919538"/>
            <a:ext cx="994916" cy="866775"/>
          </a:xfrm>
          <a:prstGeom prst="roundRect">
            <a:avLst>
              <a:gd name="adj" fmla="val 6593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8-dom-5-1-3-1-1-2-outline">
            <a:extLst>
              <a:ext uri="{FF2B5EF4-FFF2-40B4-BE49-F238E27FC236}">
                <a16:creationId xmlns:a16="http://schemas.microsoft.com/office/drawing/2014/main" id="{5D4884AD-5101-4E41-9D17-DDB8CB9E3D69}"/>
              </a:ext>
            </a:extLst>
          </p:cNvPr>
          <p:cNvSpPr>
            <a:spLocks noGrp="1"/>
          </p:cNvSpPr>
          <p:nvPr/>
        </p:nvSpPr>
        <p:spPr>
          <a:xfrm>
            <a:off x="4100215" y="3933825"/>
            <a:ext cx="966341" cy="838200"/>
          </a:xfrm>
          <a:prstGeom prst="roundRect">
            <a:avLst>
              <a:gd name="adj" fmla="val 681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8-dom-5-1-3-1-1-2-0-text-0">
            <a:extLst>
              <a:ext uri="{FF2B5EF4-FFF2-40B4-BE49-F238E27FC236}">
                <a16:creationId xmlns:a16="http://schemas.microsoft.com/office/drawing/2014/main" id="{F423DC7A-D89F-4036-9AD9-D52903B45ED5}"/>
              </a:ext>
            </a:extLst>
          </p:cNvPr>
          <p:cNvSpPr>
            <a:spLocks noGrp="1"/>
          </p:cNvSpPr>
          <p:nvPr/>
        </p:nvSpPr>
        <p:spPr>
          <a:xfrm>
            <a:off x="4438352" y="4119562"/>
            <a:ext cx="337691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3000" b="0" i="0" spc="-7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34" name="!!source-8-dom-5-1-3-1-1-3-0-fill">
            <a:extLst>
              <a:ext uri="{FF2B5EF4-FFF2-40B4-BE49-F238E27FC236}">
                <a16:creationId xmlns:a16="http://schemas.microsoft.com/office/drawing/2014/main" id="{64EF8390-E510-4733-88F3-F51CCB5504CD}"/>
              </a:ext>
            </a:extLst>
          </p:cNvPr>
          <p:cNvSpPr>
            <a:spLocks noGrp="1"/>
          </p:cNvSpPr>
          <p:nvPr/>
        </p:nvSpPr>
        <p:spPr>
          <a:xfrm>
            <a:off x="5080843" y="4333875"/>
            <a:ext cx="70485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8-dom-5-1-3-1-1-3-1-border-Top">
            <a:extLst>
              <a:ext uri="{FF2B5EF4-FFF2-40B4-BE49-F238E27FC236}">
                <a16:creationId xmlns:a16="http://schemas.microsoft.com/office/drawing/2014/main" id="{16EEBF28-B475-4305-BB25-0BB89AA07E5F}"/>
              </a:ext>
            </a:extLst>
          </p:cNvPr>
          <p:cNvSpPr>
            <a:spLocks noGrp="1"/>
          </p:cNvSpPr>
          <p:nvPr/>
        </p:nvSpPr>
        <p:spPr>
          <a:xfrm>
            <a:off x="5785693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8-dom-5-1-3-1-1-3-1-border-Bottom">
            <a:extLst>
              <a:ext uri="{FF2B5EF4-FFF2-40B4-BE49-F238E27FC236}">
                <a16:creationId xmlns:a16="http://schemas.microsoft.com/office/drawing/2014/main" id="{F223948A-6CE5-48A3-A9AD-C9A4383ED7BA}"/>
              </a:ext>
            </a:extLst>
          </p:cNvPr>
          <p:cNvSpPr>
            <a:spLocks noGrp="1"/>
          </p:cNvSpPr>
          <p:nvPr/>
        </p:nvSpPr>
        <p:spPr>
          <a:xfrm>
            <a:off x="5785693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8-dom-5-1-3-1-1-3-1-border-Left">
            <a:extLst>
              <a:ext uri="{FF2B5EF4-FFF2-40B4-BE49-F238E27FC236}">
                <a16:creationId xmlns:a16="http://schemas.microsoft.com/office/drawing/2014/main" id="{C091E113-6F5E-4B15-BBBA-F67678D23328}"/>
              </a:ext>
            </a:extLst>
          </p:cNvPr>
          <p:cNvSpPr>
            <a:spLocks noGrp="1"/>
          </p:cNvSpPr>
          <p:nvPr/>
        </p:nvSpPr>
        <p:spPr>
          <a:xfrm>
            <a:off x="5785693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8-dom-5-1-3-1-1-4-fill">
            <a:extLst>
              <a:ext uri="{FF2B5EF4-FFF2-40B4-BE49-F238E27FC236}">
                <a16:creationId xmlns:a16="http://schemas.microsoft.com/office/drawing/2014/main" id="{2094E115-D2A8-40D9-8F5D-4EF685C4BCEC}"/>
              </a:ext>
            </a:extLst>
          </p:cNvPr>
          <p:cNvSpPr>
            <a:spLocks noGrp="1"/>
          </p:cNvSpPr>
          <p:nvPr/>
        </p:nvSpPr>
        <p:spPr>
          <a:xfrm>
            <a:off x="5938093" y="3919538"/>
            <a:ext cx="3906887" cy="866775"/>
          </a:xfrm>
          <a:prstGeom prst="roundRect">
            <a:avLst>
              <a:gd name="adj" fmla="val 6593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8-dom-5-1-3-1-1-4-outline">
            <a:extLst>
              <a:ext uri="{FF2B5EF4-FFF2-40B4-BE49-F238E27FC236}">
                <a16:creationId xmlns:a16="http://schemas.microsoft.com/office/drawing/2014/main" id="{BF7D0575-78B6-425F-AB47-A17C7391200F}"/>
              </a:ext>
            </a:extLst>
          </p:cNvPr>
          <p:cNvSpPr>
            <a:spLocks noGrp="1"/>
          </p:cNvSpPr>
          <p:nvPr/>
        </p:nvSpPr>
        <p:spPr>
          <a:xfrm>
            <a:off x="5952381" y="3933825"/>
            <a:ext cx="3878312" cy="838200"/>
          </a:xfrm>
          <a:prstGeom prst="roundRect">
            <a:avLst>
              <a:gd name="adj" fmla="val 6818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8-dom-5-1-3-1-1-4-0-text-0">
            <a:extLst>
              <a:ext uri="{FF2B5EF4-FFF2-40B4-BE49-F238E27FC236}">
                <a16:creationId xmlns:a16="http://schemas.microsoft.com/office/drawing/2014/main" id="{60F48ED8-8C57-43E6-A0E5-4768BD6EFA5E}"/>
              </a:ext>
            </a:extLst>
          </p:cNvPr>
          <p:cNvSpPr>
            <a:spLocks noGrp="1"/>
          </p:cNvSpPr>
          <p:nvPr/>
        </p:nvSpPr>
        <p:spPr>
          <a:xfrm>
            <a:off x="6290518" y="4119562"/>
            <a:ext cx="3249662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3000" b="0" i="0" spc="-7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 · 350 bar</a:t>
            </a:r>
          </a:p>
        </p:txBody>
      </p:sp>
      <p:sp>
        <p:nvSpPr>
          <p:cNvPr id="41" name="!!source-8-dom-5-1-3-1-1-6-0-text-0">
            <a:extLst>
              <a:ext uri="{FF2B5EF4-FFF2-40B4-BE49-F238E27FC236}">
                <a16:creationId xmlns:a16="http://schemas.microsoft.com/office/drawing/2014/main" id="{8D824B2D-A973-449C-BFEB-11D3660FD19A}"/>
              </a:ext>
            </a:extLst>
          </p:cNvPr>
          <p:cNvSpPr>
            <a:spLocks noGrp="1"/>
          </p:cNvSpPr>
          <p:nvPr/>
        </p:nvSpPr>
        <p:spPr>
          <a:xfrm>
            <a:off x="10416480" y="4025354"/>
            <a:ext cx="180424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order matters:</a:t>
            </a:r>
          </a:p>
        </p:txBody>
      </p:sp>
      <p:sp>
        <p:nvSpPr>
          <p:cNvPr id="42" name="!!source-8-dom-5-1-3-1-1-6-2-text-0">
            <a:extLst>
              <a:ext uri="{FF2B5EF4-FFF2-40B4-BE49-F238E27FC236}">
                <a16:creationId xmlns:a16="http://schemas.microsoft.com/office/drawing/2014/main" id="{ACF668A3-3A1E-4C6B-B8E6-482F3E82D822}"/>
              </a:ext>
            </a:extLst>
          </p:cNvPr>
          <p:cNvSpPr>
            <a:spLocks noGrp="1"/>
          </p:cNvSpPr>
          <p:nvPr/>
        </p:nvSpPr>
        <p:spPr>
          <a:xfrm>
            <a:off x="10416480" y="4371975"/>
            <a:ext cx="361563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B → A stalls at B's equilibrium</a:t>
            </a:r>
          </a:p>
        </p:txBody>
      </p:sp>
      <p:sp>
        <p:nvSpPr>
          <p:cNvPr id="43" name="!!source-8-dom-5-3-fill">
            <a:extLst>
              <a:ext uri="{FF2B5EF4-FFF2-40B4-BE49-F238E27FC236}">
                <a16:creationId xmlns:a16="http://schemas.microsoft.com/office/drawing/2014/main" id="{0ABA4A61-8B80-4D75-AEAB-65304511C37E}"/>
              </a:ext>
            </a:extLst>
          </p:cNvPr>
          <p:cNvSpPr>
            <a:spLocks noGrp="1"/>
          </p:cNvSpPr>
          <p:nvPr/>
        </p:nvSpPr>
        <p:spPr>
          <a:xfrm>
            <a:off x="1047750" y="3286125"/>
            <a:ext cx="16192501" cy="6858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4" name="!!source-8-dom-5-3-outline">
            <a:extLst>
              <a:ext uri="{FF2B5EF4-FFF2-40B4-BE49-F238E27FC236}">
                <a16:creationId xmlns:a16="http://schemas.microsoft.com/office/drawing/2014/main" id="{604F00ED-C351-48D5-A499-D72C475BE961}"/>
              </a:ext>
            </a:extLst>
          </p:cNvPr>
          <p:cNvSpPr>
            <a:spLocks noGrp="1"/>
          </p:cNvSpPr>
          <p:nvPr/>
        </p:nvSpPr>
        <p:spPr>
          <a:xfrm>
            <a:off x="1062037" y="3300413"/>
            <a:ext cx="16163926" cy="6572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8-dom-5-3-1-0-fill">
            <a:extLst>
              <a:ext uri="{FF2B5EF4-FFF2-40B4-BE49-F238E27FC236}">
                <a16:creationId xmlns:a16="http://schemas.microsoft.com/office/drawing/2014/main" id="{C7B80A3D-07EB-4878-A918-F5610803A063}"/>
              </a:ext>
            </a:extLst>
          </p:cNvPr>
          <p:cNvSpPr>
            <a:spLocks noGrp="1"/>
          </p:cNvSpPr>
          <p:nvPr/>
        </p:nvSpPr>
        <p:spPr>
          <a:xfrm>
            <a:off x="1362075" y="3381375"/>
            <a:ext cx="495300" cy="4953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6" name="!!source-8-dom-5-3-1-0-0-text-0">
            <a:extLst>
              <a:ext uri="{FF2B5EF4-FFF2-40B4-BE49-F238E27FC236}">
                <a16:creationId xmlns:a16="http://schemas.microsoft.com/office/drawing/2014/main" id="{140B873B-FE5A-4E72-8E39-7E279F7BFFD4}"/>
              </a:ext>
            </a:extLst>
          </p:cNvPr>
          <p:cNvSpPr>
            <a:spLocks noGrp="1"/>
          </p:cNvSpPr>
          <p:nvPr/>
        </p:nvSpPr>
        <p:spPr>
          <a:xfrm>
            <a:off x="1530995" y="3467100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7" name="!!source-8-dom-5-3-1-1-0-text-0">
            <a:extLst>
              <a:ext uri="{FF2B5EF4-FFF2-40B4-BE49-F238E27FC236}">
                <a16:creationId xmlns:a16="http://schemas.microsoft.com/office/drawing/2014/main" id="{79D5808C-AC4A-423E-B59E-68105162005D}"/>
              </a:ext>
            </a:extLst>
          </p:cNvPr>
          <p:cNvSpPr>
            <a:spLocks noGrp="1"/>
          </p:cNvSpPr>
          <p:nvPr/>
        </p:nvSpPr>
        <p:spPr>
          <a:xfrm>
            <a:off x="2085975" y="3452813"/>
            <a:ext cx="190857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Step ends at </a:t>
            </a:r>
          </a:p>
        </p:txBody>
      </p:sp>
      <p:sp>
        <p:nvSpPr>
          <p:cNvPr id="48" name="!!source-8-dom-5-3-1-1-1-0-text-0">
            <a:extLst>
              <a:ext uri="{FF2B5EF4-FFF2-40B4-BE49-F238E27FC236}">
                <a16:creationId xmlns:a16="http://schemas.microsoft.com/office/drawing/2014/main" id="{E66F4B12-0AF1-4B8D-BAE7-98EEDA8FAEF2}"/>
              </a:ext>
            </a:extLst>
          </p:cNvPr>
          <p:cNvSpPr>
            <a:spLocks noGrp="1"/>
          </p:cNvSpPr>
          <p:nvPr/>
        </p:nvSpPr>
        <p:spPr>
          <a:xfrm>
            <a:off x="3946922" y="3452813"/>
            <a:ext cx="115297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350 bar</a:t>
            </a:r>
          </a:p>
        </p:txBody>
      </p:sp>
      <p:sp>
        <p:nvSpPr>
          <p:cNvPr id="49" name="!!source-8-dom-5-3-1-1-2-text-0">
            <a:extLst>
              <a:ext uri="{FF2B5EF4-FFF2-40B4-BE49-F238E27FC236}">
                <a16:creationId xmlns:a16="http://schemas.microsoft.com/office/drawing/2014/main" id="{A2D8D258-3A5C-4F37-A0A6-C2FA37B8C600}"/>
              </a:ext>
            </a:extLst>
          </p:cNvPr>
          <p:cNvSpPr>
            <a:spLocks noGrp="1"/>
          </p:cNvSpPr>
          <p:nvPr/>
        </p:nvSpPr>
        <p:spPr>
          <a:xfrm>
            <a:off x="5052268" y="3452813"/>
            <a:ext cx="85070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or at </a:t>
            </a:r>
          </a:p>
        </p:txBody>
      </p:sp>
      <p:sp>
        <p:nvSpPr>
          <p:cNvPr id="50" name="!!source-8-dom-5-3-1-1-3-0-text-0">
            <a:extLst>
              <a:ext uri="{FF2B5EF4-FFF2-40B4-BE49-F238E27FC236}">
                <a16:creationId xmlns:a16="http://schemas.microsoft.com/office/drawing/2014/main" id="{2143F904-8EAB-4741-B593-567AEB12B8E1}"/>
              </a:ext>
            </a:extLst>
          </p:cNvPr>
          <p:cNvSpPr>
            <a:spLocks noGrp="1"/>
          </p:cNvSpPr>
          <p:nvPr/>
        </p:nvSpPr>
        <p:spPr>
          <a:xfrm>
            <a:off x="5855345" y="3452813"/>
            <a:ext cx="189279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equalisation</a:t>
            </a:r>
          </a:p>
        </p:txBody>
      </p:sp>
      <p:sp>
        <p:nvSpPr>
          <p:cNvPr id="51" name="!!source-8-dom-5-3-3-0-fill">
            <a:extLst>
              <a:ext uri="{FF2B5EF4-FFF2-40B4-BE49-F238E27FC236}">
                <a16:creationId xmlns:a16="http://schemas.microsoft.com/office/drawing/2014/main" id="{8EE9D279-522C-4C2C-96A0-460620A5A5E4}"/>
              </a:ext>
            </a:extLst>
          </p:cNvPr>
          <p:cNvSpPr>
            <a:spLocks noGrp="1"/>
          </p:cNvSpPr>
          <p:nvPr/>
        </p:nvSpPr>
        <p:spPr>
          <a:xfrm>
            <a:off x="1362075" y="45910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2" name="!!source-8-dom-5-3-3-0-0-text-0">
            <a:extLst>
              <a:ext uri="{FF2B5EF4-FFF2-40B4-BE49-F238E27FC236}">
                <a16:creationId xmlns:a16="http://schemas.microsoft.com/office/drawing/2014/main" id="{E75F44AC-0B26-4DEE-8C8E-F64526D4FC14}"/>
              </a:ext>
            </a:extLst>
          </p:cNvPr>
          <p:cNvSpPr>
            <a:spLocks noGrp="1"/>
          </p:cNvSpPr>
          <p:nvPr/>
        </p:nvSpPr>
        <p:spPr>
          <a:xfrm>
            <a:off x="1530995" y="4676775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3" name="!!source-8-dom-5-3-3-1-0-0-text-0">
            <a:extLst>
              <a:ext uri="{FF2B5EF4-FFF2-40B4-BE49-F238E27FC236}">
                <a16:creationId xmlns:a16="http://schemas.microsoft.com/office/drawing/2014/main" id="{9539F46F-E3DD-47A6-8ECE-14ABF8C1DB32}"/>
              </a:ext>
            </a:extLst>
          </p:cNvPr>
          <p:cNvSpPr>
            <a:spLocks noGrp="1"/>
          </p:cNvSpPr>
          <p:nvPr/>
        </p:nvSpPr>
        <p:spPr>
          <a:xfrm>
            <a:off x="2238375" y="3624262"/>
            <a:ext cx="360164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</a:t>
            </a:r>
          </a:p>
        </p:txBody>
      </p:sp>
      <p:sp>
        <p:nvSpPr>
          <p:cNvPr id="54" name="!!source-8-dom-5-3-3-1-0-1-0-text-0">
            <a:extLst>
              <a:ext uri="{FF2B5EF4-FFF2-40B4-BE49-F238E27FC236}">
                <a16:creationId xmlns:a16="http://schemas.microsoft.com/office/drawing/2014/main" id="{F030C3FB-0E33-4C4D-B56F-88F8B3F53BB3}"/>
              </a:ext>
            </a:extLst>
          </p:cNvPr>
          <p:cNvSpPr>
            <a:spLocks noGrp="1"/>
          </p:cNvSpPr>
          <p:nvPr/>
        </p:nvSpPr>
        <p:spPr>
          <a:xfrm>
            <a:off x="2550914" y="3624262"/>
            <a:ext cx="73952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step</a:t>
            </a:r>
          </a:p>
        </p:txBody>
      </p:sp>
      <p:sp>
        <p:nvSpPr>
          <p:cNvPr id="55" name="!!source-8-dom-5-3-3-1-0-2-text-0">
            <a:extLst>
              <a:ext uri="{FF2B5EF4-FFF2-40B4-BE49-F238E27FC236}">
                <a16:creationId xmlns:a16="http://schemas.microsoft.com/office/drawing/2014/main" id="{873311E4-6FE2-423B-A31C-1C39E676F2EB}"/>
              </a:ext>
            </a:extLst>
          </p:cNvPr>
          <p:cNvSpPr>
            <a:spLocks noGrp="1"/>
          </p:cNvSpPr>
          <p:nvPr/>
        </p:nvSpPr>
        <p:spPr>
          <a:xfrm>
            <a:off x="3242816" y="3624262"/>
            <a:ext cx="835595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opens one source and ends at the first of two events</a:t>
            </a:r>
          </a:p>
        </p:txBody>
      </p:sp>
      <p:sp>
        <p:nvSpPr>
          <p:cNvPr id="56" name="!!source-8-dom-5-3-3-1-1-0-0-0-text-0">
            <a:extLst>
              <a:ext uri="{FF2B5EF4-FFF2-40B4-BE49-F238E27FC236}">
                <a16:creationId xmlns:a16="http://schemas.microsoft.com/office/drawing/2014/main" id="{502D91DE-C8B0-40E1-86E9-F3392C106D48}"/>
              </a:ext>
            </a:extLst>
          </p:cNvPr>
          <p:cNvSpPr>
            <a:spLocks noGrp="1"/>
          </p:cNvSpPr>
          <p:nvPr/>
        </p:nvSpPr>
        <p:spPr>
          <a:xfrm>
            <a:off x="2306538" y="4129088"/>
            <a:ext cx="101604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300 bar</a:t>
            </a:r>
          </a:p>
        </p:txBody>
      </p:sp>
      <p:sp>
        <p:nvSpPr>
          <p:cNvPr id="57" name="!!source-8-dom-5-3-3-1-1-0-1-fill">
            <a:extLst>
              <a:ext uri="{FF2B5EF4-FFF2-40B4-BE49-F238E27FC236}">
                <a16:creationId xmlns:a16="http://schemas.microsoft.com/office/drawing/2014/main" id="{20F0F80F-D9C2-4136-9FBE-85820064AF2C}"/>
              </a:ext>
            </a:extLst>
          </p:cNvPr>
          <p:cNvSpPr>
            <a:spLocks noGrp="1"/>
          </p:cNvSpPr>
          <p:nvPr/>
        </p:nvSpPr>
        <p:spPr>
          <a:xfrm>
            <a:off x="2238375" y="4491038"/>
            <a:ext cx="1104900" cy="1200150"/>
          </a:xfrm>
          <a:prstGeom prst="roundRect">
            <a:avLst>
              <a:gd name="adj" fmla="val 12069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8-dom-5-3-3-1-1-0-1-outline">
            <a:extLst>
              <a:ext uri="{FF2B5EF4-FFF2-40B4-BE49-F238E27FC236}">
                <a16:creationId xmlns:a16="http://schemas.microsoft.com/office/drawing/2014/main" id="{C88D602D-CC02-4CF6-88E5-11AEDF74FD67}"/>
              </a:ext>
            </a:extLst>
          </p:cNvPr>
          <p:cNvSpPr>
            <a:spLocks noGrp="1"/>
          </p:cNvSpPr>
          <p:nvPr/>
        </p:nvSpPr>
        <p:spPr>
          <a:xfrm>
            <a:off x="2252662" y="4505325"/>
            <a:ext cx="1076325" cy="1171575"/>
          </a:xfrm>
          <a:prstGeom prst="roundRect">
            <a:avLst>
              <a:gd name="adj" fmla="val 12389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!!source-8-dom-5-3-3-1-1-0-1-0-fill">
            <a:extLst>
              <a:ext uri="{FF2B5EF4-FFF2-40B4-BE49-F238E27FC236}">
                <a16:creationId xmlns:a16="http://schemas.microsoft.com/office/drawing/2014/main" id="{FFFC1101-8926-4DD6-9325-21B4C73BDBB0}"/>
              </a:ext>
            </a:extLst>
          </p:cNvPr>
          <p:cNvSpPr>
            <a:spLocks noGrp="1"/>
          </p:cNvSpPr>
          <p:nvPr/>
        </p:nvSpPr>
        <p:spPr>
          <a:xfrm>
            <a:off x="2266950" y="5319712"/>
            <a:ext cx="1047750" cy="342900"/>
          </a:xfrm>
          <a:custGeom>
            <a:avLst/>
            <a:gdLst/>
            <a:ahLst/>
            <a:cxnLst/>
            <a:rect l="0" t="0" r="0" b="0"/>
            <a:pathLst>
              <a:path w="1047750" h="342900">
                <a:moveTo>
                  <a:pt x="0" y="0"/>
                </a:moveTo>
                <a:lnTo>
                  <a:pt x="1047750" y="0"/>
                </a:lnTo>
                <a:lnTo>
                  <a:pt x="1047750" y="238125"/>
                </a:lnTo>
                <a:lnTo>
                  <a:pt x="1045737" y="258566"/>
                </a:lnTo>
                <a:lnTo>
                  <a:pt x="1039774" y="278221"/>
                </a:lnTo>
                <a:lnTo>
                  <a:pt x="1030092" y="296335"/>
                </a:lnTo>
                <a:lnTo>
                  <a:pt x="1017062" y="312212"/>
                </a:lnTo>
                <a:lnTo>
                  <a:pt x="1001185" y="325243"/>
                </a:lnTo>
                <a:lnTo>
                  <a:pt x="983071" y="334925"/>
                </a:lnTo>
                <a:lnTo>
                  <a:pt x="963415" y="340887"/>
                </a:lnTo>
                <a:lnTo>
                  <a:pt x="942975" y="342900"/>
                </a:lnTo>
                <a:lnTo>
                  <a:pt x="104775" y="342900"/>
                </a:lnTo>
                <a:lnTo>
                  <a:pt x="84334" y="340887"/>
                </a:lnTo>
                <a:lnTo>
                  <a:pt x="64679" y="334925"/>
                </a:lnTo>
                <a:lnTo>
                  <a:pt x="46565" y="325243"/>
                </a:lnTo>
                <a:lnTo>
                  <a:pt x="30688" y="312212"/>
                </a:lnTo>
                <a:lnTo>
                  <a:pt x="17658" y="296335"/>
                </a:lnTo>
                <a:lnTo>
                  <a:pt x="7976" y="278221"/>
                </a:lnTo>
                <a:lnTo>
                  <a:pt x="2013" y="258566"/>
                </a:lnTo>
                <a:lnTo>
                  <a:pt x="0" y="2381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0" name="!!source-8-dom-5-3-3-1-1-0-2-0-text-0">
            <a:extLst>
              <a:ext uri="{FF2B5EF4-FFF2-40B4-BE49-F238E27FC236}">
                <a16:creationId xmlns:a16="http://schemas.microsoft.com/office/drawing/2014/main" id="{4AD093EE-5B1A-4BF2-A85F-82BD5FCC6BD0}"/>
              </a:ext>
            </a:extLst>
          </p:cNvPr>
          <p:cNvSpPr>
            <a:spLocks noGrp="1"/>
          </p:cNvSpPr>
          <p:nvPr/>
        </p:nvSpPr>
        <p:spPr>
          <a:xfrm>
            <a:off x="2697956" y="5748337"/>
            <a:ext cx="23321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61" name="!!source-8-dom-5-3-3-1-1-1-0-text-0">
            <a:extLst>
              <a:ext uri="{FF2B5EF4-FFF2-40B4-BE49-F238E27FC236}">
                <a16:creationId xmlns:a16="http://schemas.microsoft.com/office/drawing/2014/main" id="{34819351-E628-44FC-971B-09127A09BC81}"/>
              </a:ext>
            </a:extLst>
          </p:cNvPr>
          <p:cNvSpPr>
            <a:spLocks noGrp="1"/>
          </p:cNvSpPr>
          <p:nvPr/>
        </p:nvSpPr>
        <p:spPr>
          <a:xfrm>
            <a:off x="3724275" y="4729162"/>
            <a:ext cx="654844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5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4500" b="1" i="0" spc="-11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⟶</a:t>
            </a:r>
          </a:p>
        </p:txBody>
      </p:sp>
      <p:sp>
        <p:nvSpPr>
          <p:cNvPr id="62" name="!!source-8-dom-5-3-3-1-1-2-0-0-text-0">
            <a:extLst>
              <a:ext uri="{FF2B5EF4-FFF2-40B4-BE49-F238E27FC236}">
                <a16:creationId xmlns:a16="http://schemas.microsoft.com/office/drawing/2014/main" id="{A0629673-6029-4E4A-9D2C-C3F6C444B581}"/>
              </a:ext>
            </a:extLst>
          </p:cNvPr>
          <p:cNvSpPr>
            <a:spLocks noGrp="1"/>
          </p:cNvSpPr>
          <p:nvPr/>
        </p:nvSpPr>
        <p:spPr>
          <a:xfrm>
            <a:off x="4712494" y="4129088"/>
            <a:ext cx="170646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100 → 230 bar</a:t>
            </a:r>
          </a:p>
        </p:txBody>
      </p:sp>
      <p:sp>
        <p:nvSpPr>
          <p:cNvPr id="63" name="!!source-8-dom-5-3-3-1-1-2-1-fill">
            <a:extLst>
              <a:ext uri="{FF2B5EF4-FFF2-40B4-BE49-F238E27FC236}">
                <a16:creationId xmlns:a16="http://schemas.microsoft.com/office/drawing/2014/main" id="{C140B2F1-516E-4575-8826-88E27D7CB917}"/>
              </a:ext>
            </a:extLst>
          </p:cNvPr>
          <p:cNvSpPr>
            <a:spLocks noGrp="1"/>
          </p:cNvSpPr>
          <p:nvPr/>
        </p:nvSpPr>
        <p:spPr>
          <a:xfrm>
            <a:off x="4989463" y="4491038"/>
            <a:ext cx="1104900" cy="1200150"/>
          </a:xfrm>
          <a:prstGeom prst="roundRect">
            <a:avLst>
              <a:gd name="adj" fmla="val 12069"/>
            </a:avLst>
          </a:prstGeom>
          <a:solidFill>
            <a:srgbClr val="FFF5F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8-dom-5-3-3-1-1-2-1-outline">
            <a:extLst>
              <a:ext uri="{FF2B5EF4-FFF2-40B4-BE49-F238E27FC236}">
                <a16:creationId xmlns:a16="http://schemas.microsoft.com/office/drawing/2014/main" id="{947B2B28-79A6-4742-B0EE-5D541AE67052}"/>
              </a:ext>
            </a:extLst>
          </p:cNvPr>
          <p:cNvSpPr>
            <a:spLocks noGrp="1"/>
          </p:cNvSpPr>
          <p:nvPr/>
        </p:nvSpPr>
        <p:spPr>
          <a:xfrm>
            <a:off x="5003750" y="4505325"/>
            <a:ext cx="1076325" cy="1171575"/>
          </a:xfrm>
          <a:prstGeom prst="roundRect">
            <a:avLst>
              <a:gd name="adj" fmla="val 12389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8-dom-5-3-3-1-1-2-1-0-fill">
            <a:extLst>
              <a:ext uri="{FF2B5EF4-FFF2-40B4-BE49-F238E27FC236}">
                <a16:creationId xmlns:a16="http://schemas.microsoft.com/office/drawing/2014/main" id="{48501325-6F1C-4345-8721-A4EA80374F53}"/>
              </a:ext>
            </a:extLst>
          </p:cNvPr>
          <p:cNvSpPr>
            <a:spLocks noGrp="1"/>
          </p:cNvSpPr>
          <p:nvPr/>
        </p:nvSpPr>
        <p:spPr>
          <a:xfrm>
            <a:off x="5018038" y="5136952"/>
            <a:ext cx="1047750" cy="525661"/>
          </a:xfrm>
          <a:custGeom>
            <a:avLst/>
            <a:gdLst/>
            <a:ahLst/>
            <a:cxnLst/>
            <a:rect l="0" t="0" r="0" b="0"/>
            <a:pathLst>
              <a:path w="1047750" h="525661">
                <a:moveTo>
                  <a:pt x="0" y="0"/>
                </a:moveTo>
                <a:lnTo>
                  <a:pt x="1047750" y="0"/>
                </a:lnTo>
                <a:lnTo>
                  <a:pt x="1047750" y="420886"/>
                </a:lnTo>
                <a:lnTo>
                  <a:pt x="1045737" y="441327"/>
                </a:lnTo>
                <a:lnTo>
                  <a:pt x="1039775" y="460982"/>
                </a:lnTo>
                <a:lnTo>
                  <a:pt x="1030092" y="479096"/>
                </a:lnTo>
                <a:lnTo>
                  <a:pt x="1017062" y="494973"/>
                </a:lnTo>
                <a:lnTo>
                  <a:pt x="1001185" y="508003"/>
                </a:lnTo>
                <a:lnTo>
                  <a:pt x="983071" y="517686"/>
                </a:lnTo>
                <a:lnTo>
                  <a:pt x="963416" y="523648"/>
                </a:lnTo>
                <a:lnTo>
                  <a:pt x="942975" y="525661"/>
                </a:lnTo>
                <a:lnTo>
                  <a:pt x="104775" y="525661"/>
                </a:lnTo>
                <a:lnTo>
                  <a:pt x="84334" y="523648"/>
                </a:lnTo>
                <a:lnTo>
                  <a:pt x="64679" y="517686"/>
                </a:lnTo>
                <a:lnTo>
                  <a:pt x="46565" y="508003"/>
                </a:lnTo>
                <a:lnTo>
                  <a:pt x="30688" y="494973"/>
                </a:lnTo>
                <a:lnTo>
                  <a:pt x="17658" y="479096"/>
                </a:lnTo>
                <a:lnTo>
                  <a:pt x="7976" y="460982"/>
                </a:lnTo>
                <a:lnTo>
                  <a:pt x="2013" y="441327"/>
                </a:lnTo>
                <a:lnTo>
                  <a:pt x="0" y="420886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8-dom-5-3-3-1-1-2-2-0-text-0">
            <a:extLst>
              <a:ext uri="{FF2B5EF4-FFF2-40B4-BE49-F238E27FC236}">
                <a16:creationId xmlns:a16="http://schemas.microsoft.com/office/drawing/2014/main" id="{5645F29F-04D8-422D-8523-E680B98549A8}"/>
              </a:ext>
            </a:extLst>
          </p:cNvPr>
          <p:cNvSpPr>
            <a:spLocks noGrp="1"/>
          </p:cNvSpPr>
          <p:nvPr/>
        </p:nvSpPr>
        <p:spPr>
          <a:xfrm>
            <a:off x="5076676" y="5748337"/>
            <a:ext cx="97809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67" name="!!source-8-dom-5-3-3-1-1-4-0-fill">
            <a:extLst>
              <a:ext uri="{FF2B5EF4-FFF2-40B4-BE49-F238E27FC236}">
                <a16:creationId xmlns:a16="http://schemas.microsoft.com/office/drawing/2014/main" id="{3A1310E0-6218-45EF-B434-D33464BBE71D}"/>
              </a:ext>
            </a:extLst>
          </p:cNvPr>
          <p:cNvSpPr>
            <a:spLocks noGrp="1"/>
          </p:cNvSpPr>
          <p:nvPr/>
        </p:nvSpPr>
        <p:spPr>
          <a:xfrm>
            <a:off x="7514332" y="4426297"/>
            <a:ext cx="3962995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8-dom-5-3-3-1-1-4-0-outline">
            <a:extLst>
              <a:ext uri="{FF2B5EF4-FFF2-40B4-BE49-F238E27FC236}">
                <a16:creationId xmlns:a16="http://schemas.microsoft.com/office/drawing/2014/main" id="{B286CA23-A90D-44F8-9B47-C449E3E4BAFA}"/>
              </a:ext>
            </a:extLst>
          </p:cNvPr>
          <p:cNvSpPr>
            <a:spLocks noGrp="1"/>
          </p:cNvSpPr>
          <p:nvPr/>
        </p:nvSpPr>
        <p:spPr>
          <a:xfrm>
            <a:off x="7528620" y="4440585"/>
            <a:ext cx="3934420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8-dom-5-3-3-1-1-4-0-0-text-0">
            <a:extLst>
              <a:ext uri="{FF2B5EF4-FFF2-40B4-BE49-F238E27FC236}">
                <a16:creationId xmlns:a16="http://schemas.microsoft.com/office/drawing/2014/main" id="{344503CF-920B-4801-B0ED-2137C9EAC50C}"/>
              </a:ext>
            </a:extLst>
          </p:cNvPr>
          <p:cNvSpPr>
            <a:spLocks noGrp="1"/>
          </p:cNvSpPr>
          <p:nvPr/>
        </p:nvSpPr>
        <p:spPr>
          <a:xfrm>
            <a:off x="7752457" y="4550122"/>
            <a:ext cx="353437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✓ vehicle reaches 350 bar</a:t>
            </a:r>
          </a:p>
        </p:txBody>
      </p:sp>
      <p:sp>
        <p:nvSpPr>
          <p:cNvPr id="70" name="!!source-8-dom-5-3-3-1-1-4-1-fill">
            <a:extLst>
              <a:ext uri="{FF2B5EF4-FFF2-40B4-BE49-F238E27FC236}">
                <a16:creationId xmlns:a16="http://schemas.microsoft.com/office/drawing/2014/main" id="{8A7544E2-803B-4193-983E-60C9B6FA94F4}"/>
              </a:ext>
            </a:extLst>
          </p:cNvPr>
          <p:cNvSpPr>
            <a:spLocks noGrp="1"/>
          </p:cNvSpPr>
          <p:nvPr/>
        </p:nvSpPr>
        <p:spPr>
          <a:xfrm>
            <a:off x="7514332" y="5131147"/>
            <a:ext cx="3962995" cy="624781"/>
          </a:xfrm>
          <a:prstGeom prst="roundRect">
            <a:avLst>
              <a:gd name="adj" fmla="val 9147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1" name="!!source-8-dom-5-3-3-1-1-4-1-outline">
            <a:extLst>
              <a:ext uri="{FF2B5EF4-FFF2-40B4-BE49-F238E27FC236}">
                <a16:creationId xmlns:a16="http://schemas.microsoft.com/office/drawing/2014/main" id="{584AEA03-46E5-4151-A5E9-C3397279B17A}"/>
              </a:ext>
            </a:extLst>
          </p:cNvPr>
          <p:cNvSpPr>
            <a:spLocks noGrp="1"/>
          </p:cNvSpPr>
          <p:nvPr/>
        </p:nvSpPr>
        <p:spPr>
          <a:xfrm>
            <a:off x="7528620" y="5145434"/>
            <a:ext cx="3934420" cy="596206"/>
          </a:xfrm>
          <a:prstGeom prst="roundRect">
            <a:avLst>
              <a:gd name="adj" fmla="val 9586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8-dom-5-3-3-1-1-4-1-0-text-0">
            <a:extLst>
              <a:ext uri="{FF2B5EF4-FFF2-40B4-BE49-F238E27FC236}">
                <a16:creationId xmlns:a16="http://schemas.microsoft.com/office/drawing/2014/main" id="{B1C0386B-0AB3-42C3-9F4E-D50DC1351921}"/>
              </a:ext>
            </a:extLst>
          </p:cNvPr>
          <p:cNvSpPr>
            <a:spLocks noGrp="1"/>
          </p:cNvSpPr>
          <p:nvPr/>
        </p:nvSpPr>
        <p:spPr>
          <a:xfrm>
            <a:off x="7752457" y="5254972"/>
            <a:ext cx="47223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= P</a:t>
            </a:r>
          </a:p>
        </p:txBody>
      </p:sp>
      <p:sp>
        <p:nvSpPr>
          <p:cNvPr id="73" name="!!source-8-dom-5-3-3-1-1-4-1-1-0-text-0">
            <a:extLst>
              <a:ext uri="{FF2B5EF4-FFF2-40B4-BE49-F238E27FC236}">
                <a16:creationId xmlns:a16="http://schemas.microsoft.com/office/drawing/2014/main" id="{6EAD0071-DBD9-47A6-A76A-E5A70B1DEE01}"/>
              </a:ext>
            </a:extLst>
          </p:cNvPr>
          <p:cNvSpPr>
            <a:spLocks noGrp="1"/>
          </p:cNvSpPr>
          <p:nvPr/>
        </p:nvSpPr>
        <p:spPr>
          <a:xfrm>
            <a:off x="8177064" y="5355878"/>
            <a:ext cx="21416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750" b="0" i="0" spc="-4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74" name="!!source-8-dom-5-3-3-1-1-4-1-2-text-0">
            <a:extLst>
              <a:ext uri="{FF2B5EF4-FFF2-40B4-BE49-F238E27FC236}">
                <a16:creationId xmlns:a16="http://schemas.microsoft.com/office/drawing/2014/main" id="{78FEB777-0F19-4EB4-AAB4-8EE2232D919B}"/>
              </a:ext>
            </a:extLst>
          </p:cNvPr>
          <p:cNvSpPr>
            <a:spLocks noGrp="1"/>
          </p:cNvSpPr>
          <p:nvPr/>
        </p:nvSpPr>
        <p:spPr>
          <a:xfrm>
            <a:off x="8343603" y="5254972"/>
            <a:ext cx="236726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equalises with P</a:t>
            </a:r>
          </a:p>
        </p:txBody>
      </p:sp>
      <p:sp>
        <p:nvSpPr>
          <p:cNvPr id="75" name="!!source-8-dom-5-3-3-1-1-4-1-3-0-text-0">
            <a:extLst>
              <a:ext uri="{FF2B5EF4-FFF2-40B4-BE49-F238E27FC236}">
                <a16:creationId xmlns:a16="http://schemas.microsoft.com/office/drawing/2014/main" id="{B9010BF6-E83C-41F5-81A9-7EDE0A53C4A0}"/>
              </a:ext>
            </a:extLst>
          </p:cNvPr>
          <p:cNvSpPr>
            <a:spLocks noGrp="1"/>
          </p:cNvSpPr>
          <p:nvPr/>
        </p:nvSpPr>
        <p:spPr>
          <a:xfrm>
            <a:off x="10663238" y="5355878"/>
            <a:ext cx="46330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750" b="0" i="0" spc="-4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</a:t>
            </a:r>
          </a:p>
        </p:txBody>
      </p:sp>
      <p:sp>
        <p:nvSpPr>
          <p:cNvPr id="76" name="!!source-8-dom-5-5-fill">
            <a:extLst>
              <a:ext uri="{FF2B5EF4-FFF2-40B4-BE49-F238E27FC236}">
                <a16:creationId xmlns:a16="http://schemas.microsoft.com/office/drawing/2014/main" id="{69D8F99D-306C-449B-8892-2187CC582567}"/>
              </a:ext>
            </a:extLst>
          </p:cNvPr>
          <p:cNvSpPr>
            <a:spLocks noGrp="1"/>
          </p:cNvSpPr>
          <p:nvPr/>
        </p:nvSpPr>
        <p:spPr>
          <a:xfrm>
            <a:off x="1047750" y="4105275"/>
            <a:ext cx="16192501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8-dom-5-5-outline">
            <a:extLst>
              <a:ext uri="{FF2B5EF4-FFF2-40B4-BE49-F238E27FC236}">
                <a16:creationId xmlns:a16="http://schemas.microsoft.com/office/drawing/2014/main" id="{B92BD4C4-8821-43E6-AA8F-CA67C696FE45}"/>
              </a:ext>
            </a:extLst>
          </p:cNvPr>
          <p:cNvSpPr>
            <a:spLocks noGrp="1"/>
          </p:cNvSpPr>
          <p:nvPr/>
        </p:nvSpPr>
        <p:spPr>
          <a:xfrm>
            <a:off x="1062037" y="4119562"/>
            <a:ext cx="16163926" cy="30194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!!source-8-dom-5-5-1-0-fill">
            <a:extLst>
              <a:ext uri="{FF2B5EF4-FFF2-40B4-BE49-F238E27FC236}">
                <a16:creationId xmlns:a16="http://schemas.microsoft.com/office/drawing/2014/main" id="{50DAFEEC-A28F-41EA-A538-1A0005C438DD}"/>
              </a:ext>
            </a:extLst>
          </p:cNvPr>
          <p:cNvSpPr>
            <a:spLocks noGrp="1"/>
          </p:cNvSpPr>
          <p:nvPr/>
        </p:nvSpPr>
        <p:spPr>
          <a:xfrm>
            <a:off x="1362075" y="5381625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8-dom-5-5-1-0-0-text-0">
            <a:extLst>
              <a:ext uri="{FF2B5EF4-FFF2-40B4-BE49-F238E27FC236}">
                <a16:creationId xmlns:a16="http://schemas.microsoft.com/office/drawing/2014/main" id="{42DEF91D-2380-4D9C-834E-51CCEC8EE123}"/>
              </a:ext>
            </a:extLst>
          </p:cNvPr>
          <p:cNvSpPr>
            <a:spLocks noGrp="1"/>
          </p:cNvSpPr>
          <p:nvPr/>
        </p:nvSpPr>
        <p:spPr>
          <a:xfrm>
            <a:off x="1530697" y="5467350"/>
            <a:ext cx="20553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80" name="!!source-8-dom-5-5-1-1-0-text-0">
            <a:extLst>
              <a:ext uri="{FF2B5EF4-FFF2-40B4-BE49-F238E27FC236}">
                <a16:creationId xmlns:a16="http://schemas.microsoft.com/office/drawing/2014/main" id="{A93C43A2-E762-4F8D-B9A9-6C50509EAAAC}"/>
              </a:ext>
            </a:extLst>
          </p:cNvPr>
          <p:cNvSpPr>
            <a:spLocks noGrp="1"/>
          </p:cNvSpPr>
          <p:nvPr/>
        </p:nvSpPr>
        <p:spPr>
          <a:xfrm>
            <a:off x="2085975" y="5453062"/>
            <a:ext cx="1398389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Length ≤ </a:t>
            </a:r>
          </a:p>
        </p:txBody>
      </p:sp>
      <p:sp>
        <p:nvSpPr>
          <p:cNvPr id="81" name="!!source-8-dom-5-5-1-1-1-0-text-0">
            <a:extLst>
              <a:ext uri="{FF2B5EF4-FFF2-40B4-BE49-F238E27FC236}">
                <a16:creationId xmlns:a16="http://schemas.microsoft.com/office/drawing/2014/main" id="{8973A389-6451-40AC-BD07-589AEF64B44C}"/>
              </a:ext>
            </a:extLst>
          </p:cNvPr>
          <p:cNvSpPr>
            <a:spLocks noGrp="1"/>
          </p:cNvSpPr>
          <p:nvPr/>
        </p:nvSpPr>
        <p:spPr>
          <a:xfrm>
            <a:off x="3436739" y="5453062"/>
            <a:ext cx="1097608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 steps</a:t>
            </a:r>
          </a:p>
        </p:txBody>
      </p:sp>
      <p:sp>
        <p:nvSpPr>
          <p:cNvPr id="82" name="!!source-8-dom-5-5-1-1-2-text-0">
            <a:extLst>
              <a:ext uri="{FF2B5EF4-FFF2-40B4-BE49-F238E27FC236}">
                <a16:creationId xmlns:a16="http://schemas.microsoft.com/office/drawing/2014/main" id="{AD190BD2-D473-4914-8183-5CDD7E02BC4E}"/>
              </a:ext>
            </a:extLst>
          </p:cNvPr>
          <p:cNvSpPr>
            <a:spLocks noGrp="1"/>
          </p:cNvSpPr>
          <p:nvPr/>
        </p:nvSpPr>
        <p:spPr>
          <a:xfrm>
            <a:off x="4486721" y="5453062"/>
            <a:ext cx="2708672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, repeats pruned → </a:t>
            </a:r>
          </a:p>
        </p:txBody>
      </p:sp>
      <p:sp>
        <p:nvSpPr>
          <p:cNvPr id="83" name="!!source-8-dom-5-5-1-1-3-0-text-0">
            <a:extLst>
              <a:ext uri="{FF2B5EF4-FFF2-40B4-BE49-F238E27FC236}">
                <a16:creationId xmlns:a16="http://schemas.microsoft.com/office/drawing/2014/main" id="{6728EB66-C0D7-448C-8306-D6184658D586}"/>
              </a:ext>
            </a:extLst>
          </p:cNvPr>
          <p:cNvSpPr>
            <a:spLocks noGrp="1"/>
          </p:cNvSpPr>
          <p:nvPr/>
        </p:nvSpPr>
        <p:spPr>
          <a:xfrm>
            <a:off x="7147768" y="5453062"/>
            <a:ext cx="2132856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36 candidates</a:t>
            </a:r>
          </a:p>
        </p:txBody>
      </p:sp>
      <p:sp>
        <p:nvSpPr>
          <p:cNvPr id="84" name="!!source-8-dom-5-5-3-0-fill">
            <a:extLst>
              <a:ext uri="{FF2B5EF4-FFF2-40B4-BE49-F238E27FC236}">
                <a16:creationId xmlns:a16="http://schemas.microsoft.com/office/drawing/2014/main" id="{3694F590-9A35-4454-8406-0BB9B95696B4}"/>
              </a:ext>
            </a:extLst>
          </p:cNvPr>
          <p:cNvSpPr>
            <a:spLocks noGrp="1"/>
          </p:cNvSpPr>
          <p:nvPr/>
        </p:nvSpPr>
        <p:spPr>
          <a:xfrm>
            <a:off x="1362075" y="5410200"/>
            <a:ext cx="495300" cy="4953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8-dom-5-5-3-0-0-text-0">
            <a:extLst>
              <a:ext uri="{FF2B5EF4-FFF2-40B4-BE49-F238E27FC236}">
                <a16:creationId xmlns:a16="http://schemas.microsoft.com/office/drawing/2014/main" id="{FCFC255D-BB26-4224-A0DD-EF55B29F3A21}"/>
              </a:ext>
            </a:extLst>
          </p:cNvPr>
          <p:cNvSpPr>
            <a:spLocks noGrp="1"/>
          </p:cNvSpPr>
          <p:nvPr/>
        </p:nvSpPr>
        <p:spPr>
          <a:xfrm>
            <a:off x="1530697" y="5495925"/>
            <a:ext cx="20553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86" name="!!source-8-dom-5-5-3-1-0-0-text-0">
            <a:extLst>
              <a:ext uri="{FF2B5EF4-FFF2-40B4-BE49-F238E27FC236}">
                <a16:creationId xmlns:a16="http://schemas.microsoft.com/office/drawing/2014/main" id="{9D737368-B895-4A2A-9070-C850FA96D768}"/>
              </a:ext>
            </a:extLst>
          </p:cNvPr>
          <p:cNvSpPr>
            <a:spLocks noGrp="1"/>
          </p:cNvSpPr>
          <p:nvPr/>
        </p:nvSpPr>
        <p:spPr>
          <a:xfrm>
            <a:off x="2238375" y="4471988"/>
            <a:ext cx="292283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Length capped at </a:t>
            </a:r>
          </a:p>
        </p:txBody>
      </p:sp>
      <p:sp>
        <p:nvSpPr>
          <p:cNvPr id="87" name="!!source-8-dom-5-5-3-1-0-1-0-text-0">
            <a:extLst>
              <a:ext uri="{FF2B5EF4-FFF2-40B4-BE49-F238E27FC236}">
                <a16:creationId xmlns:a16="http://schemas.microsoft.com/office/drawing/2014/main" id="{7FA711B0-A582-484B-8651-B36A90A81A43}"/>
              </a:ext>
            </a:extLst>
          </p:cNvPr>
          <p:cNvSpPr>
            <a:spLocks noGrp="1"/>
          </p:cNvSpPr>
          <p:nvPr/>
        </p:nvSpPr>
        <p:spPr>
          <a:xfrm>
            <a:off x="5113585" y="4471988"/>
            <a:ext cx="116755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 spc="-6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 steps</a:t>
            </a:r>
          </a:p>
        </p:txBody>
      </p:sp>
      <p:sp>
        <p:nvSpPr>
          <p:cNvPr id="88" name="!!source-8-dom-5-5-3-1-0-2-text-0">
            <a:extLst>
              <a:ext uri="{FF2B5EF4-FFF2-40B4-BE49-F238E27FC236}">
                <a16:creationId xmlns:a16="http://schemas.microsoft.com/office/drawing/2014/main" id="{6D7120AD-6E58-4C24-8DCD-5634FB6848B9}"/>
              </a:ext>
            </a:extLst>
          </p:cNvPr>
          <p:cNvSpPr>
            <a:spLocks noGrp="1"/>
          </p:cNvSpPr>
          <p:nvPr/>
        </p:nvSpPr>
        <p:spPr>
          <a:xfrm>
            <a:off x="6233517" y="4471988"/>
            <a:ext cx="262294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; repeats pruned</a:t>
            </a:r>
          </a:p>
        </p:txBody>
      </p:sp>
      <p:sp>
        <p:nvSpPr>
          <p:cNvPr id="89" name="!!source-8-dom-5-5-3-1-1-0-0-0-text-0">
            <a:extLst>
              <a:ext uri="{FF2B5EF4-FFF2-40B4-BE49-F238E27FC236}">
                <a16:creationId xmlns:a16="http://schemas.microsoft.com/office/drawing/2014/main" id="{F763C8F8-A29B-479B-8EED-B6F2BA6D3860}"/>
              </a:ext>
            </a:extLst>
          </p:cNvPr>
          <p:cNvSpPr>
            <a:spLocks noGrp="1"/>
          </p:cNvSpPr>
          <p:nvPr/>
        </p:nvSpPr>
        <p:spPr>
          <a:xfrm>
            <a:off x="2238375" y="5119687"/>
            <a:ext cx="789087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 step</a:t>
            </a:r>
          </a:p>
        </p:txBody>
      </p:sp>
      <p:sp>
        <p:nvSpPr>
          <p:cNvPr id="90" name="!!source-8-dom-5-5-3-1-1-0-1-0-fill">
            <a:extLst>
              <a:ext uri="{FF2B5EF4-FFF2-40B4-BE49-F238E27FC236}">
                <a16:creationId xmlns:a16="http://schemas.microsoft.com/office/drawing/2014/main" id="{297B147B-15D8-4394-84C0-A8378E384FA6}"/>
              </a:ext>
            </a:extLst>
          </p:cNvPr>
          <p:cNvSpPr>
            <a:spLocks noGrp="1"/>
          </p:cNvSpPr>
          <p:nvPr/>
        </p:nvSpPr>
        <p:spPr>
          <a:xfrm>
            <a:off x="3857625" y="5014913"/>
            <a:ext cx="638026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1" name="!!source-8-dom-5-5-3-1-1-0-1-0-outline">
            <a:extLst>
              <a:ext uri="{FF2B5EF4-FFF2-40B4-BE49-F238E27FC236}">
                <a16:creationId xmlns:a16="http://schemas.microsoft.com/office/drawing/2014/main" id="{36BA8392-4706-4ED7-8903-95C3752FD19D}"/>
              </a:ext>
            </a:extLst>
          </p:cNvPr>
          <p:cNvSpPr>
            <a:spLocks noGrp="1"/>
          </p:cNvSpPr>
          <p:nvPr/>
        </p:nvSpPr>
        <p:spPr>
          <a:xfrm>
            <a:off x="3871913" y="5029200"/>
            <a:ext cx="609451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2" name="!!source-8-dom-5-5-3-1-1-0-1-0-0-text-0">
            <a:extLst>
              <a:ext uri="{FF2B5EF4-FFF2-40B4-BE49-F238E27FC236}">
                <a16:creationId xmlns:a16="http://schemas.microsoft.com/office/drawing/2014/main" id="{6C1D39FF-5A5E-4719-B68F-7332B38BA500}"/>
              </a:ext>
            </a:extLst>
          </p:cNvPr>
          <p:cNvSpPr>
            <a:spLocks noGrp="1"/>
          </p:cNvSpPr>
          <p:nvPr/>
        </p:nvSpPr>
        <p:spPr>
          <a:xfrm>
            <a:off x="4076700" y="5119687"/>
            <a:ext cx="247502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93" name="!!source-8-dom-5-5-3-1-1-0-2-0-text-0">
            <a:extLst>
              <a:ext uri="{FF2B5EF4-FFF2-40B4-BE49-F238E27FC236}">
                <a16:creationId xmlns:a16="http://schemas.microsoft.com/office/drawing/2014/main" id="{89CA3E34-34DD-4994-8901-84A6D7D875C3}"/>
              </a:ext>
            </a:extLst>
          </p:cNvPr>
          <p:cNvSpPr>
            <a:spLocks noGrp="1"/>
          </p:cNvSpPr>
          <p:nvPr/>
        </p:nvSpPr>
        <p:spPr>
          <a:xfrm>
            <a:off x="8343900" y="5119687"/>
            <a:ext cx="217587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94" name="!!source-8-dom-5-5-3-1-1-0-3-0-text-0">
            <a:extLst>
              <a:ext uri="{FF2B5EF4-FFF2-40B4-BE49-F238E27FC236}">
                <a16:creationId xmlns:a16="http://schemas.microsoft.com/office/drawing/2014/main" id="{04978818-B566-435A-B21A-2FB1ABA2D33F}"/>
              </a:ext>
            </a:extLst>
          </p:cNvPr>
          <p:cNvSpPr>
            <a:spLocks noGrp="1"/>
          </p:cNvSpPr>
          <p:nvPr/>
        </p:nvSpPr>
        <p:spPr>
          <a:xfrm>
            <a:off x="2238375" y="5767388"/>
            <a:ext cx="9745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 steps</a:t>
            </a:r>
          </a:p>
        </p:txBody>
      </p:sp>
      <p:sp>
        <p:nvSpPr>
          <p:cNvPr id="95" name="!!source-8-dom-5-5-3-1-1-0-4-0-fill">
            <a:extLst>
              <a:ext uri="{FF2B5EF4-FFF2-40B4-BE49-F238E27FC236}">
                <a16:creationId xmlns:a16="http://schemas.microsoft.com/office/drawing/2014/main" id="{9D162108-A047-4E2C-AA33-721DB4D2A509}"/>
              </a:ext>
            </a:extLst>
          </p:cNvPr>
          <p:cNvSpPr>
            <a:spLocks noGrp="1"/>
          </p:cNvSpPr>
          <p:nvPr/>
        </p:nvSpPr>
        <p:spPr>
          <a:xfrm>
            <a:off x="3857625" y="5662613"/>
            <a:ext cx="638026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6" name="!!source-8-dom-5-5-3-1-1-0-4-0-outline">
            <a:extLst>
              <a:ext uri="{FF2B5EF4-FFF2-40B4-BE49-F238E27FC236}">
                <a16:creationId xmlns:a16="http://schemas.microsoft.com/office/drawing/2014/main" id="{3BF90BCA-8F7B-4AFF-89BE-B92E8688DB5F}"/>
              </a:ext>
            </a:extLst>
          </p:cNvPr>
          <p:cNvSpPr>
            <a:spLocks noGrp="1"/>
          </p:cNvSpPr>
          <p:nvPr/>
        </p:nvSpPr>
        <p:spPr>
          <a:xfrm>
            <a:off x="3871913" y="5676900"/>
            <a:ext cx="609451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7" name="!!source-8-dom-5-5-3-1-1-0-4-0-0-text-0">
            <a:extLst>
              <a:ext uri="{FF2B5EF4-FFF2-40B4-BE49-F238E27FC236}">
                <a16:creationId xmlns:a16="http://schemas.microsoft.com/office/drawing/2014/main" id="{28BD1E13-2D7C-4D65-BB0F-076395BE3A62}"/>
              </a:ext>
            </a:extLst>
          </p:cNvPr>
          <p:cNvSpPr>
            <a:spLocks noGrp="1"/>
          </p:cNvSpPr>
          <p:nvPr/>
        </p:nvSpPr>
        <p:spPr>
          <a:xfrm>
            <a:off x="4076700" y="5767388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98" name="!!source-8-dom-5-5-3-1-1-0-4-1-0-fill">
            <a:extLst>
              <a:ext uri="{FF2B5EF4-FFF2-40B4-BE49-F238E27FC236}">
                <a16:creationId xmlns:a16="http://schemas.microsoft.com/office/drawing/2014/main" id="{B5A9010A-1E22-447E-B172-3E0CE46581BB}"/>
              </a:ext>
            </a:extLst>
          </p:cNvPr>
          <p:cNvSpPr>
            <a:spLocks noGrp="1"/>
          </p:cNvSpPr>
          <p:nvPr/>
        </p:nvSpPr>
        <p:spPr>
          <a:xfrm>
            <a:off x="4590901" y="5910263"/>
            <a:ext cx="228600" cy="38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9" name="!!source-8-dom-5-5-3-1-1-0-4-1-1-border-Top">
            <a:extLst>
              <a:ext uri="{FF2B5EF4-FFF2-40B4-BE49-F238E27FC236}">
                <a16:creationId xmlns:a16="http://schemas.microsoft.com/office/drawing/2014/main" id="{5A50116A-C686-4ED7-83EE-E6B7CE5B73C0}"/>
              </a:ext>
            </a:extLst>
          </p:cNvPr>
          <p:cNvSpPr>
            <a:spLocks noGrp="1"/>
          </p:cNvSpPr>
          <p:nvPr/>
        </p:nvSpPr>
        <p:spPr>
          <a:xfrm>
            <a:off x="4819501" y="58340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8-dom-5-5-3-1-1-0-4-1-1-border-Bottom">
            <a:extLst>
              <a:ext uri="{FF2B5EF4-FFF2-40B4-BE49-F238E27FC236}">
                <a16:creationId xmlns:a16="http://schemas.microsoft.com/office/drawing/2014/main" id="{A7EF5037-A52C-4547-B7D0-37D068091B01}"/>
              </a:ext>
            </a:extLst>
          </p:cNvPr>
          <p:cNvSpPr>
            <a:spLocks noGrp="1"/>
          </p:cNvSpPr>
          <p:nvPr/>
        </p:nvSpPr>
        <p:spPr>
          <a:xfrm>
            <a:off x="4819501" y="58340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1" name="!!source-8-dom-5-5-3-1-1-0-4-1-1-border-Left">
            <a:extLst>
              <a:ext uri="{FF2B5EF4-FFF2-40B4-BE49-F238E27FC236}">
                <a16:creationId xmlns:a16="http://schemas.microsoft.com/office/drawing/2014/main" id="{533BE064-C03D-4DA7-8E53-AB70524D5F40}"/>
              </a:ext>
            </a:extLst>
          </p:cNvPr>
          <p:cNvSpPr>
            <a:spLocks noGrp="1"/>
          </p:cNvSpPr>
          <p:nvPr/>
        </p:nvSpPr>
        <p:spPr>
          <a:xfrm>
            <a:off x="4819501" y="58340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2" name="!!source-8-dom-5-5-3-1-1-0-4-2-fill">
            <a:extLst>
              <a:ext uri="{FF2B5EF4-FFF2-40B4-BE49-F238E27FC236}">
                <a16:creationId xmlns:a16="http://schemas.microsoft.com/office/drawing/2014/main" id="{BF5D24E2-B62A-422F-BBDC-7E62C252D028}"/>
              </a:ext>
            </a:extLst>
          </p:cNvPr>
          <p:cNvSpPr>
            <a:spLocks noGrp="1"/>
          </p:cNvSpPr>
          <p:nvPr/>
        </p:nvSpPr>
        <p:spPr>
          <a:xfrm>
            <a:off x="5067151" y="5662613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3" name="!!source-8-dom-5-5-3-1-1-0-4-2-outline">
            <a:extLst>
              <a:ext uri="{FF2B5EF4-FFF2-40B4-BE49-F238E27FC236}">
                <a16:creationId xmlns:a16="http://schemas.microsoft.com/office/drawing/2014/main" id="{6ECEF852-DC6D-4F68-AB45-889020BCD665}"/>
              </a:ext>
            </a:extLst>
          </p:cNvPr>
          <p:cNvSpPr>
            <a:spLocks noGrp="1"/>
          </p:cNvSpPr>
          <p:nvPr/>
        </p:nvSpPr>
        <p:spPr>
          <a:xfrm>
            <a:off x="5081439" y="56769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8-dom-5-5-3-1-1-0-4-2-0-text-0">
            <a:extLst>
              <a:ext uri="{FF2B5EF4-FFF2-40B4-BE49-F238E27FC236}">
                <a16:creationId xmlns:a16="http://schemas.microsoft.com/office/drawing/2014/main" id="{D00EE5B3-0188-48D5-BC31-78B515551B1F}"/>
              </a:ext>
            </a:extLst>
          </p:cNvPr>
          <p:cNvSpPr>
            <a:spLocks noGrp="1"/>
          </p:cNvSpPr>
          <p:nvPr/>
        </p:nvSpPr>
        <p:spPr>
          <a:xfrm>
            <a:off x="5286226" y="5767388"/>
            <a:ext cx="2506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05" name="!!source-8-dom-5-5-3-1-1-0-5-0-text-0">
            <a:extLst>
              <a:ext uri="{FF2B5EF4-FFF2-40B4-BE49-F238E27FC236}">
                <a16:creationId xmlns:a16="http://schemas.microsoft.com/office/drawing/2014/main" id="{38E07524-2C6D-419B-B982-09AF4D654C89}"/>
              </a:ext>
            </a:extLst>
          </p:cNvPr>
          <p:cNvSpPr>
            <a:spLocks noGrp="1"/>
          </p:cNvSpPr>
          <p:nvPr/>
        </p:nvSpPr>
        <p:spPr>
          <a:xfrm>
            <a:off x="8343900" y="5767388"/>
            <a:ext cx="38665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30</a:t>
            </a:r>
          </a:p>
        </p:txBody>
      </p:sp>
      <p:sp>
        <p:nvSpPr>
          <p:cNvPr id="106" name="!!source-8-dom-5-5-3-1-1-0-6-0-text-0">
            <a:extLst>
              <a:ext uri="{FF2B5EF4-FFF2-40B4-BE49-F238E27FC236}">
                <a16:creationId xmlns:a16="http://schemas.microsoft.com/office/drawing/2014/main" id="{993A4C62-03E3-4499-BD26-AD12BFA424AB}"/>
              </a:ext>
            </a:extLst>
          </p:cNvPr>
          <p:cNvSpPr>
            <a:spLocks noGrp="1"/>
          </p:cNvSpPr>
          <p:nvPr/>
        </p:nvSpPr>
        <p:spPr>
          <a:xfrm>
            <a:off x="2238375" y="6415087"/>
            <a:ext cx="9734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C9B8AD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 steps</a:t>
            </a:r>
          </a:p>
        </p:txBody>
      </p:sp>
      <p:sp>
        <p:nvSpPr>
          <p:cNvPr id="107" name="!!source-8-dom-5-5-3-1-1-0-7-0-fill">
            <a:extLst>
              <a:ext uri="{FF2B5EF4-FFF2-40B4-BE49-F238E27FC236}">
                <a16:creationId xmlns:a16="http://schemas.microsoft.com/office/drawing/2014/main" id="{E57514FC-CF06-4256-BA96-5ED697218B9F}"/>
              </a:ext>
            </a:extLst>
          </p:cNvPr>
          <p:cNvSpPr>
            <a:spLocks noGrp="1"/>
          </p:cNvSpPr>
          <p:nvPr/>
        </p:nvSpPr>
        <p:spPr>
          <a:xfrm>
            <a:off x="3857625" y="6310312"/>
            <a:ext cx="638026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3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8-dom-5-5-3-1-1-0-7-0-outline">
            <a:extLst>
              <a:ext uri="{FF2B5EF4-FFF2-40B4-BE49-F238E27FC236}">
                <a16:creationId xmlns:a16="http://schemas.microsoft.com/office/drawing/2014/main" id="{15BF7724-B1B6-414A-ACFD-C5775D54987F}"/>
              </a:ext>
            </a:extLst>
          </p:cNvPr>
          <p:cNvSpPr>
            <a:spLocks noGrp="1"/>
          </p:cNvSpPr>
          <p:nvPr/>
        </p:nvSpPr>
        <p:spPr>
          <a:xfrm>
            <a:off x="3871913" y="6324600"/>
            <a:ext cx="609451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8-dom-5-5-3-1-1-0-7-0-0-text-0">
            <a:extLst>
              <a:ext uri="{FF2B5EF4-FFF2-40B4-BE49-F238E27FC236}">
                <a16:creationId xmlns:a16="http://schemas.microsoft.com/office/drawing/2014/main" id="{8B3E842B-3700-4C21-B6B2-7D23583ACD50}"/>
              </a:ext>
            </a:extLst>
          </p:cNvPr>
          <p:cNvSpPr>
            <a:spLocks noGrp="1"/>
          </p:cNvSpPr>
          <p:nvPr/>
        </p:nvSpPr>
        <p:spPr>
          <a:xfrm>
            <a:off x="4076700" y="6415087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3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3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10" name="!!source-8-dom-5-5-3-1-1-0-7-1-0-fill">
            <a:extLst>
              <a:ext uri="{FF2B5EF4-FFF2-40B4-BE49-F238E27FC236}">
                <a16:creationId xmlns:a16="http://schemas.microsoft.com/office/drawing/2014/main" id="{FF41624D-F8C6-4764-AF13-A20E52B3C873}"/>
              </a:ext>
            </a:extLst>
          </p:cNvPr>
          <p:cNvSpPr>
            <a:spLocks noGrp="1"/>
          </p:cNvSpPr>
          <p:nvPr/>
        </p:nvSpPr>
        <p:spPr>
          <a:xfrm>
            <a:off x="4590901" y="6557962"/>
            <a:ext cx="228600" cy="38100"/>
          </a:xfrm>
          <a:prstGeom prst="rect">
            <a:avLst/>
          </a:prstGeom>
          <a:solidFill>
            <a:srgbClr val="4E2E1A">
              <a:alpha val="3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8-dom-5-5-3-1-1-0-7-1-1-border-Top">
            <a:extLst>
              <a:ext uri="{FF2B5EF4-FFF2-40B4-BE49-F238E27FC236}">
                <a16:creationId xmlns:a16="http://schemas.microsoft.com/office/drawing/2014/main" id="{1E7479E9-8CF9-4B35-9C4B-81E740650E93}"/>
              </a:ext>
            </a:extLst>
          </p:cNvPr>
          <p:cNvSpPr>
            <a:spLocks noGrp="1"/>
          </p:cNvSpPr>
          <p:nvPr/>
        </p:nvSpPr>
        <p:spPr>
          <a:xfrm>
            <a:off x="4819501" y="64817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8-dom-5-5-3-1-1-0-7-1-1-border-Bottom">
            <a:extLst>
              <a:ext uri="{FF2B5EF4-FFF2-40B4-BE49-F238E27FC236}">
                <a16:creationId xmlns:a16="http://schemas.microsoft.com/office/drawing/2014/main" id="{3537461E-D82B-4E64-B440-F537E22ED9A1}"/>
              </a:ext>
            </a:extLst>
          </p:cNvPr>
          <p:cNvSpPr>
            <a:spLocks noGrp="1"/>
          </p:cNvSpPr>
          <p:nvPr/>
        </p:nvSpPr>
        <p:spPr>
          <a:xfrm>
            <a:off x="4819501" y="64817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!!source-8-dom-5-5-3-1-1-0-7-1-1-border-Left">
            <a:extLst>
              <a:ext uri="{FF2B5EF4-FFF2-40B4-BE49-F238E27FC236}">
                <a16:creationId xmlns:a16="http://schemas.microsoft.com/office/drawing/2014/main" id="{61217572-9538-4C17-BCF8-74C309862718}"/>
              </a:ext>
            </a:extLst>
          </p:cNvPr>
          <p:cNvSpPr>
            <a:spLocks noGrp="1"/>
          </p:cNvSpPr>
          <p:nvPr/>
        </p:nvSpPr>
        <p:spPr>
          <a:xfrm>
            <a:off x="4819501" y="64817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3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8-dom-5-5-3-1-1-0-7-2-fill">
            <a:extLst>
              <a:ext uri="{FF2B5EF4-FFF2-40B4-BE49-F238E27FC236}">
                <a16:creationId xmlns:a16="http://schemas.microsoft.com/office/drawing/2014/main" id="{896BB69C-A48D-4888-9EE0-F43D93C655C6}"/>
              </a:ext>
            </a:extLst>
          </p:cNvPr>
          <p:cNvSpPr>
            <a:spLocks noGrp="1"/>
          </p:cNvSpPr>
          <p:nvPr/>
        </p:nvSpPr>
        <p:spPr>
          <a:xfrm>
            <a:off x="5067151" y="6310312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3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8-dom-5-5-3-1-1-0-7-2-outline">
            <a:extLst>
              <a:ext uri="{FF2B5EF4-FFF2-40B4-BE49-F238E27FC236}">
                <a16:creationId xmlns:a16="http://schemas.microsoft.com/office/drawing/2014/main" id="{D9EE0158-DB73-4291-96F7-3099A7FF867C}"/>
              </a:ext>
            </a:extLst>
          </p:cNvPr>
          <p:cNvSpPr>
            <a:spLocks noGrp="1"/>
          </p:cNvSpPr>
          <p:nvPr/>
        </p:nvSpPr>
        <p:spPr>
          <a:xfrm>
            <a:off x="5081439" y="63246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8-dom-5-5-3-1-1-0-7-2-0-text-0">
            <a:extLst>
              <a:ext uri="{FF2B5EF4-FFF2-40B4-BE49-F238E27FC236}">
                <a16:creationId xmlns:a16="http://schemas.microsoft.com/office/drawing/2014/main" id="{C57FED73-F9B3-4CD0-AF1C-0402FC9E4B61}"/>
              </a:ext>
            </a:extLst>
          </p:cNvPr>
          <p:cNvSpPr>
            <a:spLocks noGrp="1"/>
          </p:cNvSpPr>
          <p:nvPr/>
        </p:nvSpPr>
        <p:spPr>
          <a:xfrm>
            <a:off x="5286226" y="6415087"/>
            <a:ext cx="2506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3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3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17" name="!!source-8-dom-5-5-3-1-1-0-7-3-0-fill">
            <a:extLst>
              <a:ext uri="{FF2B5EF4-FFF2-40B4-BE49-F238E27FC236}">
                <a16:creationId xmlns:a16="http://schemas.microsoft.com/office/drawing/2014/main" id="{586A6673-171B-4C16-A07D-06002E1432E8}"/>
              </a:ext>
            </a:extLst>
          </p:cNvPr>
          <p:cNvSpPr>
            <a:spLocks noGrp="1"/>
          </p:cNvSpPr>
          <p:nvPr/>
        </p:nvSpPr>
        <p:spPr>
          <a:xfrm>
            <a:off x="5803553" y="6557962"/>
            <a:ext cx="228600" cy="38100"/>
          </a:xfrm>
          <a:prstGeom prst="rect">
            <a:avLst/>
          </a:prstGeom>
          <a:solidFill>
            <a:srgbClr val="4E2E1A">
              <a:alpha val="3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8-dom-5-5-3-1-1-0-7-3-1-border-Top">
            <a:extLst>
              <a:ext uri="{FF2B5EF4-FFF2-40B4-BE49-F238E27FC236}">
                <a16:creationId xmlns:a16="http://schemas.microsoft.com/office/drawing/2014/main" id="{139ED1FD-AC59-4ACC-9A02-73DFE1F2020D}"/>
              </a:ext>
            </a:extLst>
          </p:cNvPr>
          <p:cNvSpPr>
            <a:spLocks noGrp="1"/>
          </p:cNvSpPr>
          <p:nvPr/>
        </p:nvSpPr>
        <p:spPr>
          <a:xfrm>
            <a:off x="6032153" y="64817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8-dom-5-5-3-1-1-0-7-3-1-border-Bottom">
            <a:extLst>
              <a:ext uri="{FF2B5EF4-FFF2-40B4-BE49-F238E27FC236}">
                <a16:creationId xmlns:a16="http://schemas.microsoft.com/office/drawing/2014/main" id="{35E27281-E1DE-403A-AABC-8499928E1463}"/>
              </a:ext>
            </a:extLst>
          </p:cNvPr>
          <p:cNvSpPr>
            <a:spLocks noGrp="1"/>
          </p:cNvSpPr>
          <p:nvPr/>
        </p:nvSpPr>
        <p:spPr>
          <a:xfrm>
            <a:off x="6032153" y="64817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8-dom-5-5-3-1-1-0-7-3-1-border-Left">
            <a:extLst>
              <a:ext uri="{FF2B5EF4-FFF2-40B4-BE49-F238E27FC236}">
                <a16:creationId xmlns:a16="http://schemas.microsoft.com/office/drawing/2014/main" id="{4E1AD8DF-6D20-4178-9A2F-74D434F40D8E}"/>
              </a:ext>
            </a:extLst>
          </p:cNvPr>
          <p:cNvSpPr>
            <a:spLocks noGrp="1"/>
          </p:cNvSpPr>
          <p:nvPr/>
        </p:nvSpPr>
        <p:spPr>
          <a:xfrm>
            <a:off x="6032153" y="64817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3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1" name="!!source-8-dom-5-5-3-1-1-0-7-4-fill">
            <a:extLst>
              <a:ext uri="{FF2B5EF4-FFF2-40B4-BE49-F238E27FC236}">
                <a16:creationId xmlns:a16="http://schemas.microsoft.com/office/drawing/2014/main" id="{EA760502-DDD2-43A7-9BAC-F74CFBA70407}"/>
              </a:ext>
            </a:extLst>
          </p:cNvPr>
          <p:cNvSpPr>
            <a:spLocks noGrp="1"/>
          </p:cNvSpPr>
          <p:nvPr/>
        </p:nvSpPr>
        <p:spPr>
          <a:xfrm>
            <a:off x="6279803" y="6310312"/>
            <a:ext cx="62969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3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!!source-8-dom-5-5-3-1-1-0-7-4-outline">
            <a:extLst>
              <a:ext uri="{FF2B5EF4-FFF2-40B4-BE49-F238E27FC236}">
                <a16:creationId xmlns:a16="http://schemas.microsoft.com/office/drawing/2014/main" id="{A215FC80-BD8E-44B7-BFF9-5FF27D469B31}"/>
              </a:ext>
            </a:extLst>
          </p:cNvPr>
          <p:cNvSpPr>
            <a:spLocks noGrp="1"/>
          </p:cNvSpPr>
          <p:nvPr/>
        </p:nvSpPr>
        <p:spPr>
          <a:xfrm>
            <a:off x="6294090" y="6324600"/>
            <a:ext cx="60111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8-dom-5-5-3-1-1-0-7-4-0-text-0">
            <a:extLst>
              <a:ext uri="{FF2B5EF4-FFF2-40B4-BE49-F238E27FC236}">
                <a16:creationId xmlns:a16="http://schemas.microsoft.com/office/drawing/2014/main" id="{0F8A31E1-AEFA-46AD-8A58-D7F0F86D246D}"/>
              </a:ext>
            </a:extLst>
          </p:cNvPr>
          <p:cNvSpPr>
            <a:spLocks noGrp="1"/>
          </p:cNvSpPr>
          <p:nvPr/>
        </p:nvSpPr>
        <p:spPr>
          <a:xfrm>
            <a:off x="6498878" y="6415087"/>
            <a:ext cx="2391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3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3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</a:t>
            </a:r>
          </a:p>
        </p:txBody>
      </p:sp>
      <p:sp>
        <p:nvSpPr>
          <p:cNvPr id="124" name="!!source-8-dom-5-5-3-1-1-0-8-0-text-0">
            <a:extLst>
              <a:ext uri="{FF2B5EF4-FFF2-40B4-BE49-F238E27FC236}">
                <a16:creationId xmlns:a16="http://schemas.microsoft.com/office/drawing/2014/main" id="{F079463D-FFE3-404A-AA2C-41255C943444}"/>
              </a:ext>
            </a:extLst>
          </p:cNvPr>
          <p:cNvSpPr>
            <a:spLocks noGrp="1"/>
          </p:cNvSpPr>
          <p:nvPr/>
        </p:nvSpPr>
        <p:spPr>
          <a:xfrm>
            <a:off x="8343900" y="6415087"/>
            <a:ext cx="2242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C9B8AD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0</a:t>
            </a:r>
          </a:p>
        </p:txBody>
      </p:sp>
      <p:sp>
        <p:nvSpPr>
          <p:cNvPr id="125" name="!!source-8-dom-5-5-3-1-1-1-0-0-0-fill">
            <a:extLst>
              <a:ext uri="{FF2B5EF4-FFF2-40B4-BE49-F238E27FC236}">
                <a16:creationId xmlns:a16="http://schemas.microsoft.com/office/drawing/2014/main" id="{5E428C77-EE73-4F88-B14B-0AEB526F8AAA}"/>
              </a:ext>
            </a:extLst>
          </p:cNvPr>
          <p:cNvSpPr>
            <a:spLocks noGrp="1"/>
          </p:cNvSpPr>
          <p:nvPr/>
        </p:nvSpPr>
        <p:spPr>
          <a:xfrm>
            <a:off x="9867900" y="5014913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8-dom-5-5-3-1-1-1-0-0-0-outline">
            <a:extLst>
              <a:ext uri="{FF2B5EF4-FFF2-40B4-BE49-F238E27FC236}">
                <a16:creationId xmlns:a16="http://schemas.microsoft.com/office/drawing/2014/main" id="{F997F4E4-2DBA-40F0-88BF-7AA87CFC63B8}"/>
              </a:ext>
            </a:extLst>
          </p:cNvPr>
          <p:cNvSpPr>
            <a:spLocks noGrp="1"/>
          </p:cNvSpPr>
          <p:nvPr/>
        </p:nvSpPr>
        <p:spPr>
          <a:xfrm>
            <a:off x="9882188" y="50292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7" name="!!source-8-dom-5-5-3-1-1-1-0-0-0-0-text-0">
            <a:extLst>
              <a:ext uri="{FF2B5EF4-FFF2-40B4-BE49-F238E27FC236}">
                <a16:creationId xmlns:a16="http://schemas.microsoft.com/office/drawing/2014/main" id="{6DAE5256-22F2-416A-8940-08D46110B5B0}"/>
              </a:ext>
            </a:extLst>
          </p:cNvPr>
          <p:cNvSpPr>
            <a:spLocks noGrp="1"/>
          </p:cNvSpPr>
          <p:nvPr/>
        </p:nvSpPr>
        <p:spPr>
          <a:xfrm>
            <a:off x="10086975" y="5119687"/>
            <a:ext cx="247500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28" name="!!source-8-dom-5-5-3-1-1-1-0-0-1-fill">
            <a:extLst>
              <a:ext uri="{FF2B5EF4-FFF2-40B4-BE49-F238E27FC236}">
                <a16:creationId xmlns:a16="http://schemas.microsoft.com/office/drawing/2014/main" id="{949D4FDF-9C30-4BE5-BEB6-997862E16723}"/>
              </a:ext>
            </a:extLst>
          </p:cNvPr>
          <p:cNvSpPr>
            <a:spLocks noGrp="1"/>
          </p:cNvSpPr>
          <p:nvPr/>
        </p:nvSpPr>
        <p:spPr>
          <a:xfrm>
            <a:off x="10563075" y="5014913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8-dom-5-5-3-1-1-1-0-0-1-outline">
            <a:extLst>
              <a:ext uri="{FF2B5EF4-FFF2-40B4-BE49-F238E27FC236}">
                <a16:creationId xmlns:a16="http://schemas.microsoft.com/office/drawing/2014/main" id="{498EFD58-C713-4DBC-AE68-B351DFAAEFD4}"/>
              </a:ext>
            </a:extLst>
          </p:cNvPr>
          <p:cNvSpPr>
            <a:spLocks noGrp="1"/>
          </p:cNvSpPr>
          <p:nvPr/>
        </p:nvSpPr>
        <p:spPr>
          <a:xfrm>
            <a:off x="10577363" y="50292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0" name="!!source-8-dom-5-5-3-1-1-1-0-0-1-0-text-0">
            <a:extLst>
              <a:ext uri="{FF2B5EF4-FFF2-40B4-BE49-F238E27FC236}">
                <a16:creationId xmlns:a16="http://schemas.microsoft.com/office/drawing/2014/main" id="{B54C4863-80CB-41D9-87A5-3B29FFF88E48}"/>
              </a:ext>
            </a:extLst>
          </p:cNvPr>
          <p:cNvSpPr>
            <a:spLocks noGrp="1"/>
          </p:cNvSpPr>
          <p:nvPr/>
        </p:nvSpPr>
        <p:spPr>
          <a:xfrm>
            <a:off x="10782152" y="5119687"/>
            <a:ext cx="247500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31" name="!!source-8-dom-5-5-3-1-1-1-0-1-0-text-0">
            <a:extLst>
              <a:ext uri="{FF2B5EF4-FFF2-40B4-BE49-F238E27FC236}">
                <a16:creationId xmlns:a16="http://schemas.microsoft.com/office/drawing/2014/main" id="{51288A9B-8C03-43EC-9AE8-03E656487B14}"/>
              </a:ext>
            </a:extLst>
          </p:cNvPr>
          <p:cNvSpPr>
            <a:spLocks noGrp="1"/>
          </p:cNvSpPr>
          <p:nvPr/>
        </p:nvSpPr>
        <p:spPr>
          <a:xfrm>
            <a:off x="11353502" y="5114925"/>
            <a:ext cx="48026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2E7D4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2E7D4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≡ A</a:t>
            </a:r>
          </a:p>
        </p:txBody>
      </p:sp>
      <p:sp>
        <p:nvSpPr>
          <p:cNvPr id="132" name="!!source-8-dom-5-5-3-1-1-1-0-2-0-text-0">
            <a:extLst>
              <a:ext uri="{FF2B5EF4-FFF2-40B4-BE49-F238E27FC236}">
                <a16:creationId xmlns:a16="http://schemas.microsoft.com/office/drawing/2014/main" id="{96893BF5-3305-4AEA-9DBC-29F4FEC4D9B7}"/>
              </a:ext>
            </a:extLst>
          </p:cNvPr>
          <p:cNvSpPr>
            <a:spLocks noGrp="1"/>
          </p:cNvSpPr>
          <p:nvPr/>
        </p:nvSpPr>
        <p:spPr>
          <a:xfrm>
            <a:off x="11938546" y="5119687"/>
            <a:ext cx="2104727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no gradient left</a:t>
            </a:r>
          </a:p>
        </p:txBody>
      </p:sp>
      <p:sp>
        <p:nvSpPr>
          <p:cNvPr id="133" name="!!source-8-dom-5-5-3-1-1-1-1-0-0-fill">
            <a:extLst>
              <a:ext uri="{FF2B5EF4-FFF2-40B4-BE49-F238E27FC236}">
                <a16:creationId xmlns:a16="http://schemas.microsoft.com/office/drawing/2014/main" id="{622FA889-C9FA-4EA5-93CE-1DD29E251D76}"/>
              </a:ext>
            </a:extLst>
          </p:cNvPr>
          <p:cNvSpPr>
            <a:spLocks noGrp="1"/>
          </p:cNvSpPr>
          <p:nvPr/>
        </p:nvSpPr>
        <p:spPr>
          <a:xfrm>
            <a:off x="9867900" y="5662613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8-dom-5-5-3-1-1-1-1-0-0-outline">
            <a:extLst>
              <a:ext uri="{FF2B5EF4-FFF2-40B4-BE49-F238E27FC236}">
                <a16:creationId xmlns:a16="http://schemas.microsoft.com/office/drawing/2014/main" id="{343EDA23-C7C3-49AF-A0DE-FE1BB095810D}"/>
              </a:ext>
            </a:extLst>
          </p:cNvPr>
          <p:cNvSpPr>
            <a:spLocks noGrp="1"/>
          </p:cNvSpPr>
          <p:nvPr/>
        </p:nvSpPr>
        <p:spPr>
          <a:xfrm>
            <a:off x="9882188" y="56769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5" name="!!source-8-dom-5-5-3-1-1-1-1-0-0-0-text-0">
            <a:extLst>
              <a:ext uri="{FF2B5EF4-FFF2-40B4-BE49-F238E27FC236}">
                <a16:creationId xmlns:a16="http://schemas.microsoft.com/office/drawing/2014/main" id="{BF22213A-B6BE-4E18-93C6-67824FE61A32}"/>
              </a:ext>
            </a:extLst>
          </p:cNvPr>
          <p:cNvSpPr>
            <a:spLocks noGrp="1"/>
          </p:cNvSpPr>
          <p:nvPr/>
        </p:nvSpPr>
        <p:spPr>
          <a:xfrm>
            <a:off x="10086975" y="5767388"/>
            <a:ext cx="24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36" name="!!source-8-dom-5-5-3-1-1-1-1-0-1-fill">
            <a:extLst>
              <a:ext uri="{FF2B5EF4-FFF2-40B4-BE49-F238E27FC236}">
                <a16:creationId xmlns:a16="http://schemas.microsoft.com/office/drawing/2014/main" id="{F8AE8F68-F5EB-47C4-9AC3-815DCA19ED75}"/>
              </a:ext>
            </a:extLst>
          </p:cNvPr>
          <p:cNvSpPr>
            <a:spLocks noGrp="1"/>
          </p:cNvSpPr>
          <p:nvPr/>
        </p:nvSpPr>
        <p:spPr>
          <a:xfrm>
            <a:off x="10563075" y="5662613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!!source-8-dom-5-5-3-1-1-1-1-0-1-outline">
            <a:extLst>
              <a:ext uri="{FF2B5EF4-FFF2-40B4-BE49-F238E27FC236}">
                <a16:creationId xmlns:a16="http://schemas.microsoft.com/office/drawing/2014/main" id="{D6D7EFB2-E20F-455E-A733-59EBD616601E}"/>
              </a:ext>
            </a:extLst>
          </p:cNvPr>
          <p:cNvSpPr>
            <a:spLocks noGrp="1"/>
          </p:cNvSpPr>
          <p:nvPr/>
        </p:nvSpPr>
        <p:spPr>
          <a:xfrm>
            <a:off x="10577363" y="56769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8" name="!!source-8-dom-5-5-3-1-1-1-1-0-1-0-text-0">
            <a:extLst>
              <a:ext uri="{FF2B5EF4-FFF2-40B4-BE49-F238E27FC236}">
                <a16:creationId xmlns:a16="http://schemas.microsoft.com/office/drawing/2014/main" id="{5BF7C07E-02DD-48B2-886F-2C1A605A1295}"/>
              </a:ext>
            </a:extLst>
          </p:cNvPr>
          <p:cNvSpPr>
            <a:spLocks noGrp="1"/>
          </p:cNvSpPr>
          <p:nvPr/>
        </p:nvSpPr>
        <p:spPr>
          <a:xfrm>
            <a:off x="10782152" y="5767388"/>
            <a:ext cx="2506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39" name="!!source-8-dom-5-5-3-1-1-1-1-0-2-fill">
            <a:extLst>
              <a:ext uri="{FF2B5EF4-FFF2-40B4-BE49-F238E27FC236}">
                <a16:creationId xmlns:a16="http://schemas.microsoft.com/office/drawing/2014/main" id="{24C52EED-420C-4849-BDCE-91334B780548}"/>
              </a:ext>
            </a:extLst>
          </p:cNvPr>
          <p:cNvSpPr>
            <a:spLocks noGrp="1"/>
          </p:cNvSpPr>
          <p:nvPr/>
        </p:nvSpPr>
        <p:spPr>
          <a:xfrm>
            <a:off x="11261377" y="5662613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0" name="!!source-8-dom-5-5-3-1-1-1-1-0-2-outline">
            <a:extLst>
              <a:ext uri="{FF2B5EF4-FFF2-40B4-BE49-F238E27FC236}">
                <a16:creationId xmlns:a16="http://schemas.microsoft.com/office/drawing/2014/main" id="{2BB5C2FD-E92F-406A-9752-C1E694C1DE11}"/>
              </a:ext>
            </a:extLst>
          </p:cNvPr>
          <p:cNvSpPr>
            <a:spLocks noGrp="1"/>
          </p:cNvSpPr>
          <p:nvPr/>
        </p:nvSpPr>
        <p:spPr>
          <a:xfrm>
            <a:off x="11275665" y="56769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1" name="!!source-8-dom-5-5-3-1-1-1-1-0-2-0-text-0">
            <a:extLst>
              <a:ext uri="{FF2B5EF4-FFF2-40B4-BE49-F238E27FC236}">
                <a16:creationId xmlns:a16="http://schemas.microsoft.com/office/drawing/2014/main" id="{FE556F1E-0C4E-402C-99EB-FCDC9FAC15FC}"/>
              </a:ext>
            </a:extLst>
          </p:cNvPr>
          <p:cNvSpPr>
            <a:spLocks noGrp="1"/>
          </p:cNvSpPr>
          <p:nvPr/>
        </p:nvSpPr>
        <p:spPr>
          <a:xfrm>
            <a:off x="11480452" y="5767388"/>
            <a:ext cx="2506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42" name="!!source-8-dom-5-5-3-1-1-1-1-1-0-text-0">
            <a:extLst>
              <a:ext uri="{FF2B5EF4-FFF2-40B4-BE49-F238E27FC236}">
                <a16:creationId xmlns:a16="http://schemas.microsoft.com/office/drawing/2014/main" id="{D0E1ECB6-5FED-4F1A-A1F0-697FBDF1F979}"/>
              </a:ext>
            </a:extLst>
          </p:cNvPr>
          <p:cNvSpPr>
            <a:spLocks noGrp="1"/>
          </p:cNvSpPr>
          <p:nvPr/>
        </p:nvSpPr>
        <p:spPr>
          <a:xfrm>
            <a:off x="12054930" y="5762625"/>
            <a:ext cx="99521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2E7D4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2E7D4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≡ A → B</a:t>
            </a:r>
          </a:p>
        </p:txBody>
      </p:sp>
      <p:sp>
        <p:nvSpPr>
          <p:cNvPr id="143" name="!!source-8-dom-5-5-3-1-1-1-2-0-0-fill">
            <a:extLst>
              <a:ext uri="{FF2B5EF4-FFF2-40B4-BE49-F238E27FC236}">
                <a16:creationId xmlns:a16="http://schemas.microsoft.com/office/drawing/2014/main" id="{E4183519-FBDE-4F5F-9A25-E40FFD2F1539}"/>
              </a:ext>
            </a:extLst>
          </p:cNvPr>
          <p:cNvSpPr>
            <a:spLocks noGrp="1"/>
          </p:cNvSpPr>
          <p:nvPr/>
        </p:nvSpPr>
        <p:spPr>
          <a:xfrm>
            <a:off x="9867900" y="6310312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4" name="!!source-8-dom-5-5-3-1-1-1-2-0-0-outline">
            <a:extLst>
              <a:ext uri="{FF2B5EF4-FFF2-40B4-BE49-F238E27FC236}">
                <a16:creationId xmlns:a16="http://schemas.microsoft.com/office/drawing/2014/main" id="{B7CEFD1D-B560-4A8E-AA6D-F91960CDA1E0}"/>
              </a:ext>
            </a:extLst>
          </p:cNvPr>
          <p:cNvSpPr>
            <a:spLocks noGrp="1"/>
          </p:cNvSpPr>
          <p:nvPr/>
        </p:nvSpPr>
        <p:spPr>
          <a:xfrm>
            <a:off x="9882188" y="63246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8-dom-5-5-3-1-1-1-2-0-0-0-text-0">
            <a:extLst>
              <a:ext uri="{FF2B5EF4-FFF2-40B4-BE49-F238E27FC236}">
                <a16:creationId xmlns:a16="http://schemas.microsoft.com/office/drawing/2014/main" id="{3C92457F-438C-4B37-9DCB-8A3971CCE176}"/>
              </a:ext>
            </a:extLst>
          </p:cNvPr>
          <p:cNvSpPr>
            <a:spLocks noGrp="1"/>
          </p:cNvSpPr>
          <p:nvPr/>
        </p:nvSpPr>
        <p:spPr>
          <a:xfrm>
            <a:off x="10086975" y="6415087"/>
            <a:ext cx="24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46" name="!!source-8-dom-5-5-3-1-1-1-2-0-1-fill">
            <a:extLst>
              <a:ext uri="{FF2B5EF4-FFF2-40B4-BE49-F238E27FC236}">
                <a16:creationId xmlns:a16="http://schemas.microsoft.com/office/drawing/2014/main" id="{5A9D1FD4-2AA0-4014-A351-2F4213D169A7}"/>
              </a:ext>
            </a:extLst>
          </p:cNvPr>
          <p:cNvSpPr>
            <a:spLocks noGrp="1"/>
          </p:cNvSpPr>
          <p:nvPr/>
        </p:nvSpPr>
        <p:spPr>
          <a:xfrm>
            <a:off x="10563075" y="6310312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7" name="!!source-8-dom-5-5-3-1-1-1-2-0-1-outline">
            <a:extLst>
              <a:ext uri="{FF2B5EF4-FFF2-40B4-BE49-F238E27FC236}">
                <a16:creationId xmlns:a16="http://schemas.microsoft.com/office/drawing/2014/main" id="{D1F1EBE0-8960-4542-B58F-9FC14509E6C5}"/>
              </a:ext>
            </a:extLst>
          </p:cNvPr>
          <p:cNvSpPr>
            <a:spLocks noGrp="1"/>
          </p:cNvSpPr>
          <p:nvPr/>
        </p:nvSpPr>
        <p:spPr>
          <a:xfrm>
            <a:off x="10577363" y="63246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8" name="!!source-8-dom-5-5-3-1-1-1-2-0-1-0-text-0">
            <a:extLst>
              <a:ext uri="{FF2B5EF4-FFF2-40B4-BE49-F238E27FC236}">
                <a16:creationId xmlns:a16="http://schemas.microsoft.com/office/drawing/2014/main" id="{287B5BA9-FBEA-4579-9104-325EB825088A}"/>
              </a:ext>
            </a:extLst>
          </p:cNvPr>
          <p:cNvSpPr>
            <a:spLocks noGrp="1"/>
          </p:cNvSpPr>
          <p:nvPr/>
        </p:nvSpPr>
        <p:spPr>
          <a:xfrm>
            <a:off x="10782152" y="6415087"/>
            <a:ext cx="2506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49" name="!!source-8-dom-5-5-3-1-1-1-2-0-2-fill">
            <a:extLst>
              <a:ext uri="{FF2B5EF4-FFF2-40B4-BE49-F238E27FC236}">
                <a16:creationId xmlns:a16="http://schemas.microsoft.com/office/drawing/2014/main" id="{061A7004-EB4C-4E0E-83B1-20894F166DDB}"/>
              </a:ext>
            </a:extLst>
          </p:cNvPr>
          <p:cNvSpPr>
            <a:spLocks noGrp="1"/>
          </p:cNvSpPr>
          <p:nvPr/>
        </p:nvSpPr>
        <p:spPr>
          <a:xfrm>
            <a:off x="11261377" y="6310312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0" name="!!source-8-dom-5-5-3-1-1-1-2-0-2-outline">
            <a:extLst>
              <a:ext uri="{FF2B5EF4-FFF2-40B4-BE49-F238E27FC236}">
                <a16:creationId xmlns:a16="http://schemas.microsoft.com/office/drawing/2014/main" id="{F02662C1-6DF5-46D5-B33F-9474F486D385}"/>
              </a:ext>
            </a:extLst>
          </p:cNvPr>
          <p:cNvSpPr>
            <a:spLocks noGrp="1"/>
          </p:cNvSpPr>
          <p:nvPr/>
        </p:nvSpPr>
        <p:spPr>
          <a:xfrm>
            <a:off x="11275665" y="63246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1" name="!!source-8-dom-5-5-3-1-1-1-2-0-2-0-text-0">
            <a:extLst>
              <a:ext uri="{FF2B5EF4-FFF2-40B4-BE49-F238E27FC236}">
                <a16:creationId xmlns:a16="http://schemas.microsoft.com/office/drawing/2014/main" id="{B24922E7-E7B0-4B39-AB9C-DBC2A2A23851}"/>
              </a:ext>
            </a:extLst>
          </p:cNvPr>
          <p:cNvSpPr>
            <a:spLocks noGrp="1"/>
          </p:cNvSpPr>
          <p:nvPr/>
        </p:nvSpPr>
        <p:spPr>
          <a:xfrm>
            <a:off x="11480452" y="6415087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52" name="!!source-8-dom-5-5-3-1-1-1-2-1-0-text-0">
            <a:extLst>
              <a:ext uri="{FF2B5EF4-FFF2-40B4-BE49-F238E27FC236}">
                <a16:creationId xmlns:a16="http://schemas.microsoft.com/office/drawing/2014/main" id="{9DF41EC6-E4CA-4BD5-8D43-786910F1BE0A}"/>
              </a:ext>
            </a:extLst>
          </p:cNvPr>
          <p:cNvSpPr>
            <a:spLocks noGrp="1"/>
          </p:cNvSpPr>
          <p:nvPr/>
        </p:nvSpPr>
        <p:spPr>
          <a:xfrm>
            <a:off x="12051804" y="6415087"/>
            <a:ext cx="25092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✕</a:t>
            </a:r>
          </a:p>
        </p:txBody>
      </p:sp>
      <p:sp>
        <p:nvSpPr>
          <p:cNvPr id="153" name="!!source-8-dom-5-5-3-1-1-1-2-2-0-text-0">
            <a:extLst>
              <a:ext uri="{FF2B5EF4-FFF2-40B4-BE49-F238E27FC236}">
                <a16:creationId xmlns:a16="http://schemas.microsoft.com/office/drawing/2014/main" id="{F96ECB08-EDDD-469E-9A95-86F0208A48A0}"/>
              </a:ext>
            </a:extLst>
          </p:cNvPr>
          <p:cNvSpPr>
            <a:spLocks noGrp="1"/>
          </p:cNvSpPr>
          <p:nvPr/>
        </p:nvSpPr>
        <p:spPr>
          <a:xfrm>
            <a:off x="12407503" y="6415087"/>
            <a:ext cx="264408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 already equalised</a:t>
            </a:r>
          </a:p>
        </p:txBody>
      </p:sp>
      <p:sp>
        <p:nvSpPr>
          <p:cNvPr id="154" name="!!source-8-dom-5-7-fill">
            <a:extLst>
              <a:ext uri="{FF2B5EF4-FFF2-40B4-BE49-F238E27FC236}">
                <a16:creationId xmlns:a16="http://schemas.microsoft.com/office/drawing/2014/main" id="{60BE0843-6F2C-42A9-B229-9EA4B35ACB2E}"/>
              </a:ext>
            </a:extLst>
          </p:cNvPr>
          <p:cNvSpPr>
            <a:spLocks noGrp="1"/>
          </p:cNvSpPr>
          <p:nvPr/>
        </p:nvSpPr>
        <p:spPr>
          <a:xfrm>
            <a:off x="1047750" y="7286625"/>
            <a:ext cx="16192501" cy="6858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8-dom-5-7-outline">
            <a:extLst>
              <a:ext uri="{FF2B5EF4-FFF2-40B4-BE49-F238E27FC236}">
                <a16:creationId xmlns:a16="http://schemas.microsoft.com/office/drawing/2014/main" id="{E044FFB0-A514-4C46-824D-593865132F41}"/>
              </a:ext>
            </a:extLst>
          </p:cNvPr>
          <p:cNvSpPr>
            <a:spLocks noGrp="1"/>
          </p:cNvSpPr>
          <p:nvPr/>
        </p:nvSpPr>
        <p:spPr>
          <a:xfrm>
            <a:off x="1062037" y="7300913"/>
            <a:ext cx="16163926" cy="6572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6" name="!!source-8-dom-5-7-1-0-fill">
            <a:extLst>
              <a:ext uri="{FF2B5EF4-FFF2-40B4-BE49-F238E27FC236}">
                <a16:creationId xmlns:a16="http://schemas.microsoft.com/office/drawing/2014/main" id="{29D2F79D-B8F6-4189-88DC-ACFEC92FB813}"/>
              </a:ext>
            </a:extLst>
          </p:cNvPr>
          <p:cNvSpPr>
            <a:spLocks noGrp="1"/>
          </p:cNvSpPr>
          <p:nvPr/>
        </p:nvSpPr>
        <p:spPr>
          <a:xfrm>
            <a:off x="1362075" y="7381875"/>
            <a:ext cx="495300" cy="495301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7" name="!!source-8-dom-5-7-1-0-0-text-0">
            <a:extLst>
              <a:ext uri="{FF2B5EF4-FFF2-40B4-BE49-F238E27FC236}">
                <a16:creationId xmlns:a16="http://schemas.microsoft.com/office/drawing/2014/main" id="{1CDC4E68-63AE-4EF7-8F92-F6EC3F39F32F}"/>
              </a:ext>
            </a:extLst>
          </p:cNvPr>
          <p:cNvSpPr>
            <a:spLocks noGrp="1"/>
          </p:cNvSpPr>
          <p:nvPr/>
        </p:nvSpPr>
        <p:spPr>
          <a:xfrm>
            <a:off x="1517749" y="7467600"/>
            <a:ext cx="23142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58" name="!!source-8-dom-5-7-1-1-0-text-0">
            <a:extLst>
              <a:ext uri="{FF2B5EF4-FFF2-40B4-BE49-F238E27FC236}">
                <a16:creationId xmlns:a16="http://schemas.microsoft.com/office/drawing/2014/main" id="{3E1D9535-09E9-48D4-83A4-6AAC3AE91AEF}"/>
              </a:ext>
            </a:extLst>
          </p:cNvPr>
          <p:cNvSpPr>
            <a:spLocks noGrp="1"/>
          </p:cNvSpPr>
          <p:nvPr/>
        </p:nvSpPr>
        <p:spPr>
          <a:xfrm>
            <a:off x="2085975" y="7453312"/>
            <a:ext cx="3982194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Available mass per pattern, </a:t>
            </a:r>
          </a:p>
        </p:txBody>
      </p:sp>
      <p:sp>
        <p:nvSpPr>
          <p:cNvPr id="159" name="!!source-8-dom-5-7-1-1-1-0-text-0">
            <a:extLst>
              <a:ext uri="{FF2B5EF4-FFF2-40B4-BE49-F238E27FC236}">
                <a16:creationId xmlns:a16="http://schemas.microsoft.com/office/drawing/2014/main" id="{44BC4AAA-CAEE-4621-9C3C-10FD30F2174B}"/>
              </a:ext>
            </a:extLst>
          </p:cNvPr>
          <p:cNvSpPr>
            <a:spLocks noGrp="1"/>
          </p:cNvSpPr>
          <p:nvPr/>
        </p:nvSpPr>
        <p:spPr>
          <a:xfrm>
            <a:off x="6020544" y="7453312"/>
            <a:ext cx="893862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linear</a:t>
            </a:r>
          </a:p>
        </p:txBody>
      </p:sp>
      <p:sp>
        <p:nvSpPr>
          <p:cNvPr id="160" name="!!source-8-dom-5-7-1-1-2-text-0">
            <a:extLst>
              <a:ext uri="{FF2B5EF4-FFF2-40B4-BE49-F238E27FC236}">
                <a16:creationId xmlns:a16="http://schemas.microsoft.com/office/drawing/2014/main" id="{11365D72-E912-487F-8A21-B5DA86377C74}"/>
              </a:ext>
            </a:extLst>
          </p:cNvPr>
          <p:cNvSpPr>
            <a:spLocks noGrp="1"/>
          </p:cNvSpPr>
          <p:nvPr/>
        </p:nvSpPr>
        <p:spPr>
          <a:xfrm>
            <a:off x="6866781" y="7453312"/>
            <a:ext cx="2247900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in tank masses</a:t>
            </a:r>
          </a:p>
        </p:txBody>
      </p:sp>
      <p:sp>
        <p:nvSpPr>
          <p:cNvPr id="161" name="!!source-8-dom-5-7-3-0-fill">
            <a:extLst>
              <a:ext uri="{FF2B5EF4-FFF2-40B4-BE49-F238E27FC236}">
                <a16:creationId xmlns:a16="http://schemas.microsoft.com/office/drawing/2014/main" id="{12521BD1-07A4-4813-90F5-3E48B56C844A}"/>
              </a:ext>
            </a:extLst>
          </p:cNvPr>
          <p:cNvSpPr>
            <a:spLocks noGrp="1"/>
          </p:cNvSpPr>
          <p:nvPr/>
        </p:nvSpPr>
        <p:spPr>
          <a:xfrm>
            <a:off x="1362075" y="85915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2" name="!!source-8-dom-5-7-3-0-0-text-0">
            <a:extLst>
              <a:ext uri="{FF2B5EF4-FFF2-40B4-BE49-F238E27FC236}">
                <a16:creationId xmlns:a16="http://schemas.microsoft.com/office/drawing/2014/main" id="{01410A0D-CAEE-4BAF-938E-5BEAEC80FBFE}"/>
              </a:ext>
            </a:extLst>
          </p:cNvPr>
          <p:cNvSpPr>
            <a:spLocks noGrp="1"/>
          </p:cNvSpPr>
          <p:nvPr/>
        </p:nvSpPr>
        <p:spPr>
          <a:xfrm>
            <a:off x="1517749" y="8677275"/>
            <a:ext cx="23142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63" name="!!source-8-dom-5-7-3-1-0-0-text-0">
            <a:extLst>
              <a:ext uri="{FF2B5EF4-FFF2-40B4-BE49-F238E27FC236}">
                <a16:creationId xmlns:a16="http://schemas.microsoft.com/office/drawing/2014/main" id="{8EFA16D7-71BC-4DC0-8DEC-4B69E2759D1A}"/>
              </a:ext>
            </a:extLst>
          </p:cNvPr>
          <p:cNvSpPr>
            <a:spLocks noGrp="1"/>
          </p:cNvSpPr>
          <p:nvPr/>
        </p:nvSpPr>
        <p:spPr>
          <a:xfrm>
            <a:off x="2238375" y="7499301"/>
            <a:ext cx="771703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 mass of a pattern, in one algebraic step</a:t>
            </a:r>
          </a:p>
        </p:txBody>
      </p:sp>
      <p:sp>
        <p:nvSpPr>
          <p:cNvPr id="164" name="!!source-8-dom-5-7-3-1-1-0-0-0-text-0">
            <a:extLst>
              <a:ext uri="{FF2B5EF4-FFF2-40B4-BE49-F238E27FC236}">
                <a16:creationId xmlns:a16="http://schemas.microsoft.com/office/drawing/2014/main" id="{C1F65361-549F-4D3C-B935-2484490BAE3A}"/>
              </a:ext>
            </a:extLst>
          </p:cNvPr>
          <p:cNvSpPr>
            <a:spLocks noGrp="1"/>
          </p:cNvSpPr>
          <p:nvPr/>
        </p:nvSpPr>
        <p:spPr>
          <a:xfrm>
            <a:off x="2238375" y="8042226"/>
            <a:ext cx="149572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Pattern T3₂ </a:t>
            </a:r>
          </a:p>
        </p:txBody>
      </p:sp>
      <p:sp>
        <p:nvSpPr>
          <p:cNvPr id="165" name="!!source-8-dom-5-7-3-1-1-0-0-1-0-text-0">
            <a:extLst>
              <a:ext uri="{FF2B5EF4-FFF2-40B4-BE49-F238E27FC236}">
                <a16:creationId xmlns:a16="http://schemas.microsoft.com/office/drawing/2014/main" id="{6000A8A7-8C06-4F8A-ADF1-C940DC9F9FAD}"/>
              </a:ext>
            </a:extLst>
          </p:cNvPr>
          <p:cNvSpPr>
            <a:spLocks noGrp="1"/>
          </p:cNvSpPr>
          <p:nvPr/>
        </p:nvSpPr>
        <p:spPr>
          <a:xfrm>
            <a:off x="3686472" y="8042226"/>
            <a:ext cx="98881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430 bar</a:t>
            </a:r>
          </a:p>
        </p:txBody>
      </p:sp>
      <p:sp>
        <p:nvSpPr>
          <p:cNvPr id="166" name="!!source-8-dom-5-7-3-1-1-0-0-2-text-0">
            <a:extLst>
              <a:ext uri="{FF2B5EF4-FFF2-40B4-BE49-F238E27FC236}">
                <a16:creationId xmlns:a16="http://schemas.microsoft.com/office/drawing/2014/main" id="{677AE258-7BB7-40F1-969E-604E37EB5C41}"/>
              </a:ext>
            </a:extLst>
          </p:cNvPr>
          <p:cNvSpPr>
            <a:spLocks noGrp="1"/>
          </p:cNvSpPr>
          <p:nvPr/>
        </p:nvSpPr>
        <p:spPr>
          <a:xfrm>
            <a:off x="4627662" y="8042226"/>
            <a:ext cx="674936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→ T4 </a:t>
            </a:r>
          </a:p>
        </p:txBody>
      </p:sp>
      <p:sp>
        <p:nvSpPr>
          <p:cNvPr id="167" name="!!source-8-dom-5-7-3-1-1-0-0-3-0-text-0">
            <a:extLst>
              <a:ext uri="{FF2B5EF4-FFF2-40B4-BE49-F238E27FC236}">
                <a16:creationId xmlns:a16="http://schemas.microsoft.com/office/drawing/2014/main" id="{0528C7E2-BCA3-414A-8D22-33A9574AE099}"/>
              </a:ext>
            </a:extLst>
          </p:cNvPr>
          <p:cNvSpPr>
            <a:spLocks noGrp="1"/>
          </p:cNvSpPr>
          <p:nvPr/>
        </p:nvSpPr>
        <p:spPr>
          <a:xfrm>
            <a:off x="5254972" y="8042226"/>
            <a:ext cx="97512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720 bar</a:t>
            </a:r>
          </a:p>
        </p:txBody>
      </p:sp>
      <p:sp>
        <p:nvSpPr>
          <p:cNvPr id="168" name="!!source-8-dom-5-7-3-1-1-0-0-4-text-0">
            <a:extLst>
              <a:ext uri="{FF2B5EF4-FFF2-40B4-BE49-F238E27FC236}">
                <a16:creationId xmlns:a16="http://schemas.microsoft.com/office/drawing/2014/main" id="{360E9A1F-BB04-4D1A-8FEC-958E056EB341}"/>
              </a:ext>
            </a:extLst>
          </p:cNvPr>
          <p:cNvSpPr>
            <a:spLocks noGrp="1"/>
          </p:cNvSpPr>
          <p:nvPr/>
        </p:nvSpPr>
        <p:spPr>
          <a:xfrm>
            <a:off x="6182469" y="8042226"/>
            <a:ext cx="365819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· vehicle at 100 bar asks 16 kg</a:t>
            </a:r>
          </a:p>
        </p:txBody>
      </p:sp>
      <p:sp>
        <p:nvSpPr>
          <p:cNvPr id="169" name="!!source-8-dom-5-7-3-1-1-0-1-0-fill">
            <a:extLst>
              <a:ext uri="{FF2B5EF4-FFF2-40B4-BE49-F238E27FC236}">
                <a16:creationId xmlns:a16="http://schemas.microsoft.com/office/drawing/2014/main" id="{A773EF39-A7DA-454F-9CC1-BD2B20580517}"/>
              </a:ext>
            </a:extLst>
          </p:cNvPr>
          <p:cNvSpPr>
            <a:spLocks noGrp="1"/>
          </p:cNvSpPr>
          <p:nvPr/>
        </p:nvSpPr>
        <p:spPr>
          <a:xfrm>
            <a:off x="2238375" y="8842325"/>
            <a:ext cx="7978527" cy="83820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0" name="!!source-8-dom-5-7-3-1-1-0-1-0-outline">
            <a:extLst>
              <a:ext uri="{FF2B5EF4-FFF2-40B4-BE49-F238E27FC236}">
                <a16:creationId xmlns:a16="http://schemas.microsoft.com/office/drawing/2014/main" id="{1B1F8E7F-8228-49BE-9094-2BFD57A07E08}"/>
              </a:ext>
            </a:extLst>
          </p:cNvPr>
          <p:cNvSpPr>
            <a:spLocks noGrp="1"/>
          </p:cNvSpPr>
          <p:nvPr/>
        </p:nvSpPr>
        <p:spPr>
          <a:xfrm>
            <a:off x="2247900" y="8851850"/>
            <a:ext cx="7959477" cy="81915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1" name="!!source-8-dom-5-7-3-1-1-0-1-0-0-fill">
            <a:extLst>
              <a:ext uri="{FF2B5EF4-FFF2-40B4-BE49-F238E27FC236}">
                <a16:creationId xmlns:a16="http://schemas.microsoft.com/office/drawing/2014/main" id="{3AC9902E-0E23-4F0F-BCF8-AFF594F24459}"/>
              </a:ext>
            </a:extLst>
          </p:cNvPr>
          <p:cNvSpPr>
            <a:spLocks noGrp="1"/>
          </p:cNvSpPr>
          <p:nvPr/>
        </p:nvSpPr>
        <p:spPr>
          <a:xfrm>
            <a:off x="2257425" y="8861376"/>
            <a:ext cx="3176141" cy="800100"/>
          </a:xfrm>
          <a:prstGeom prst="rect">
            <a:avLst/>
          </a:prstGeom>
          <a:solidFill>
            <a:srgbClr val="7A5A4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2" name="!!source-8-dom-5-7-3-1-1-0-1-0-0-0-text-0">
            <a:extLst>
              <a:ext uri="{FF2B5EF4-FFF2-40B4-BE49-F238E27FC236}">
                <a16:creationId xmlns:a16="http://schemas.microsoft.com/office/drawing/2014/main" id="{D30A1C18-B874-4609-8A86-45BCF7633829}"/>
              </a:ext>
            </a:extLst>
          </p:cNvPr>
          <p:cNvSpPr>
            <a:spLocks noGrp="1"/>
          </p:cNvSpPr>
          <p:nvPr/>
        </p:nvSpPr>
        <p:spPr>
          <a:xfrm>
            <a:off x="3086100" y="9109026"/>
            <a:ext cx="49396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Δm</a:t>
            </a:r>
          </a:p>
        </p:txBody>
      </p:sp>
      <p:sp>
        <p:nvSpPr>
          <p:cNvPr id="173" name="!!source-8-dom-5-7-3-1-1-0-1-0-0-1-0-text-0">
            <a:extLst>
              <a:ext uri="{FF2B5EF4-FFF2-40B4-BE49-F238E27FC236}">
                <a16:creationId xmlns:a16="http://schemas.microsoft.com/office/drawing/2014/main" id="{0C367033-30CB-407B-A0B2-A6ECD080E893}"/>
              </a:ext>
            </a:extLst>
          </p:cNvPr>
          <p:cNvSpPr>
            <a:spLocks noGrp="1"/>
          </p:cNvSpPr>
          <p:nvPr/>
        </p:nvSpPr>
        <p:spPr>
          <a:xfrm>
            <a:off x="3532435" y="9137600"/>
            <a:ext cx="27176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2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2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(1)</a:t>
            </a:r>
          </a:p>
        </p:txBody>
      </p:sp>
      <p:sp>
        <p:nvSpPr>
          <p:cNvPr id="174" name="!!source-8-dom-5-7-3-1-1-0-1-0-0-2-text-0">
            <a:extLst>
              <a:ext uri="{FF2B5EF4-FFF2-40B4-BE49-F238E27FC236}">
                <a16:creationId xmlns:a16="http://schemas.microsoft.com/office/drawing/2014/main" id="{FD5493F0-8B48-4B79-A9B8-C67237A1ACC0}"/>
              </a:ext>
            </a:extLst>
          </p:cNvPr>
          <p:cNvSpPr>
            <a:spLocks noGrp="1"/>
          </p:cNvSpPr>
          <p:nvPr/>
        </p:nvSpPr>
        <p:spPr>
          <a:xfrm>
            <a:off x="3756571" y="9109026"/>
            <a:ext cx="89594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8.0 kg</a:t>
            </a:r>
          </a:p>
        </p:txBody>
      </p:sp>
      <p:sp>
        <p:nvSpPr>
          <p:cNvPr id="175" name="!!source-8-dom-5-7-3-1-1-0-1-0-1-fill">
            <a:extLst>
              <a:ext uri="{FF2B5EF4-FFF2-40B4-BE49-F238E27FC236}">
                <a16:creationId xmlns:a16="http://schemas.microsoft.com/office/drawing/2014/main" id="{5C9D6145-DA98-49DF-8606-AA9F4EC15E64}"/>
              </a:ext>
            </a:extLst>
          </p:cNvPr>
          <p:cNvSpPr>
            <a:spLocks noGrp="1"/>
          </p:cNvSpPr>
          <p:nvPr/>
        </p:nvSpPr>
        <p:spPr>
          <a:xfrm>
            <a:off x="5433566" y="8861376"/>
            <a:ext cx="3771603" cy="800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6" name="!!source-8-dom-5-7-3-1-1-0-1-0-1-0-text-0">
            <a:extLst>
              <a:ext uri="{FF2B5EF4-FFF2-40B4-BE49-F238E27FC236}">
                <a16:creationId xmlns:a16="http://schemas.microsoft.com/office/drawing/2014/main" id="{0CC68B10-52FE-4329-A927-BB3C24B7D682}"/>
              </a:ext>
            </a:extLst>
          </p:cNvPr>
          <p:cNvSpPr>
            <a:spLocks noGrp="1"/>
          </p:cNvSpPr>
          <p:nvPr/>
        </p:nvSpPr>
        <p:spPr>
          <a:xfrm>
            <a:off x="6555582" y="9109026"/>
            <a:ext cx="49396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Δm</a:t>
            </a:r>
          </a:p>
        </p:txBody>
      </p:sp>
      <p:sp>
        <p:nvSpPr>
          <p:cNvPr id="177" name="!!source-8-dom-5-7-3-1-1-0-1-0-1-1-0-text-0">
            <a:extLst>
              <a:ext uri="{FF2B5EF4-FFF2-40B4-BE49-F238E27FC236}">
                <a16:creationId xmlns:a16="http://schemas.microsoft.com/office/drawing/2014/main" id="{B05F8928-B74F-4D80-85ED-9B94119A8AC6}"/>
              </a:ext>
            </a:extLst>
          </p:cNvPr>
          <p:cNvSpPr>
            <a:spLocks noGrp="1"/>
          </p:cNvSpPr>
          <p:nvPr/>
        </p:nvSpPr>
        <p:spPr>
          <a:xfrm>
            <a:off x="7001917" y="9137600"/>
            <a:ext cx="3112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2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2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(2)</a:t>
            </a:r>
          </a:p>
        </p:txBody>
      </p:sp>
      <p:sp>
        <p:nvSpPr>
          <p:cNvPr id="178" name="!!source-8-dom-5-7-3-1-1-0-1-0-1-2-text-0">
            <a:extLst>
              <a:ext uri="{FF2B5EF4-FFF2-40B4-BE49-F238E27FC236}">
                <a16:creationId xmlns:a16="http://schemas.microsoft.com/office/drawing/2014/main" id="{0272B702-74E2-4031-83DB-9F53818EB41A}"/>
              </a:ext>
            </a:extLst>
          </p:cNvPr>
          <p:cNvSpPr>
            <a:spLocks noGrp="1"/>
          </p:cNvSpPr>
          <p:nvPr/>
        </p:nvSpPr>
        <p:spPr>
          <a:xfrm>
            <a:off x="7265492" y="9109026"/>
            <a:ext cx="86513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9.5 kg</a:t>
            </a:r>
          </a:p>
        </p:txBody>
      </p:sp>
      <p:sp>
        <p:nvSpPr>
          <p:cNvPr id="179" name="!!source-8-dom-5-7-3-1-1-0-1-1-border-Left">
            <a:extLst>
              <a:ext uri="{FF2B5EF4-FFF2-40B4-BE49-F238E27FC236}">
                <a16:creationId xmlns:a16="http://schemas.microsoft.com/office/drawing/2014/main" id="{836687EF-5774-4C56-A534-317F727A7E7E}"/>
              </a:ext>
            </a:extLst>
          </p:cNvPr>
          <p:cNvSpPr>
            <a:spLocks noGrp="1"/>
          </p:cNvSpPr>
          <p:nvPr/>
        </p:nvSpPr>
        <p:spPr>
          <a:xfrm>
            <a:off x="8644979" y="8461326"/>
            <a:ext cx="953" cy="1333500"/>
          </a:xfrm>
          <a:prstGeom prst="line">
            <a:avLst/>
          </a:prstGeom>
          <a:noFill/>
          <a:ln w="47625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80" name="!!source-8-dom-5-7-3-1-1-0-1-1-0-0-text-0">
            <a:extLst>
              <a:ext uri="{FF2B5EF4-FFF2-40B4-BE49-F238E27FC236}">
                <a16:creationId xmlns:a16="http://schemas.microsoft.com/office/drawing/2014/main" id="{E9196E20-4678-4703-B516-79D4D7E63ACE}"/>
              </a:ext>
            </a:extLst>
          </p:cNvPr>
          <p:cNvSpPr>
            <a:spLocks noGrp="1"/>
          </p:cNvSpPr>
          <p:nvPr/>
        </p:nvSpPr>
        <p:spPr>
          <a:xfrm>
            <a:off x="6668988" y="8451800"/>
            <a:ext cx="197122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request 16 kg ▸</a:t>
            </a:r>
          </a:p>
        </p:txBody>
      </p:sp>
      <p:sp>
        <p:nvSpPr>
          <p:cNvPr id="181" name="!!source-8-dom-5-7-3-1-1-0-2-0-text-0">
            <a:extLst>
              <a:ext uri="{FF2B5EF4-FFF2-40B4-BE49-F238E27FC236}">
                <a16:creationId xmlns:a16="http://schemas.microsoft.com/office/drawing/2014/main" id="{BA15565D-C2FE-4B3E-890D-3A1F39CE820E}"/>
              </a:ext>
            </a:extLst>
          </p:cNvPr>
          <p:cNvSpPr>
            <a:spLocks noGrp="1"/>
          </p:cNvSpPr>
          <p:nvPr/>
        </p:nvSpPr>
        <p:spPr>
          <a:xfrm>
            <a:off x="2238375" y="9855101"/>
            <a:ext cx="330696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</a:t>
            </a:r>
          </a:p>
        </p:txBody>
      </p:sp>
      <p:sp>
        <p:nvSpPr>
          <p:cNvPr id="182" name="!!source-8-dom-5-7-3-1-1-0-2-1-0-text-0">
            <a:extLst>
              <a:ext uri="{FF2B5EF4-FFF2-40B4-BE49-F238E27FC236}">
                <a16:creationId xmlns:a16="http://schemas.microsoft.com/office/drawing/2014/main" id="{B39F2CBA-E67E-443B-9061-4DD0E9805C96}"/>
              </a:ext>
            </a:extLst>
          </p:cNvPr>
          <p:cNvSpPr>
            <a:spLocks noGrp="1"/>
          </p:cNvSpPr>
          <p:nvPr/>
        </p:nvSpPr>
        <p:spPr>
          <a:xfrm>
            <a:off x="2521446" y="9794826"/>
            <a:ext cx="2970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750" b="0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</a:t>
            </a:r>
          </a:p>
        </p:txBody>
      </p:sp>
      <p:sp>
        <p:nvSpPr>
          <p:cNvPr id="183" name="!!source-8-dom-5-7-3-1-1-0-2-2-text-0">
            <a:extLst>
              <a:ext uri="{FF2B5EF4-FFF2-40B4-BE49-F238E27FC236}">
                <a16:creationId xmlns:a16="http://schemas.microsoft.com/office/drawing/2014/main" id="{889F8F6E-89E7-4462-B9E0-F52E291FDEDD}"/>
              </a:ext>
            </a:extLst>
          </p:cNvPr>
          <p:cNvSpPr>
            <a:spLocks noGrp="1"/>
          </p:cNvSpPr>
          <p:nvPr/>
        </p:nvSpPr>
        <p:spPr>
          <a:xfrm>
            <a:off x="2770882" y="9855101"/>
            <a:ext cx="814983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= Δm</a:t>
            </a:r>
          </a:p>
        </p:txBody>
      </p:sp>
      <p:sp>
        <p:nvSpPr>
          <p:cNvPr id="184" name="!!source-8-dom-5-7-3-1-1-0-2-3-0-text-0">
            <a:extLst>
              <a:ext uri="{FF2B5EF4-FFF2-40B4-BE49-F238E27FC236}">
                <a16:creationId xmlns:a16="http://schemas.microsoft.com/office/drawing/2014/main" id="{250F05F7-5398-42FE-A0C8-2F991207BBF1}"/>
              </a:ext>
            </a:extLst>
          </p:cNvPr>
          <p:cNvSpPr>
            <a:spLocks noGrp="1"/>
          </p:cNvSpPr>
          <p:nvPr/>
        </p:nvSpPr>
        <p:spPr>
          <a:xfrm>
            <a:off x="3538240" y="9794826"/>
            <a:ext cx="27637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750" b="0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(1)</a:t>
            </a:r>
          </a:p>
        </p:txBody>
      </p:sp>
      <p:sp>
        <p:nvSpPr>
          <p:cNvPr id="185" name="!!source-8-dom-5-7-3-1-1-0-2-4-text-0">
            <a:extLst>
              <a:ext uri="{FF2B5EF4-FFF2-40B4-BE49-F238E27FC236}">
                <a16:creationId xmlns:a16="http://schemas.microsoft.com/office/drawing/2014/main" id="{9F4333FF-B178-48BA-84AB-6C584E49F6B3}"/>
              </a:ext>
            </a:extLst>
          </p:cNvPr>
          <p:cNvSpPr>
            <a:spLocks noGrp="1"/>
          </p:cNvSpPr>
          <p:nvPr/>
        </p:nvSpPr>
        <p:spPr>
          <a:xfrm>
            <a:off x="3766989" y="9855101"/>
            <a:ext cx="814983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+ Δm</a:t>
            </a:r>
          </a:p>
        </p:txBody>
      </p:sp>
      <p:sp>
        <p:nvSpPr>
          <p:cNvPr id="186" name="!!source-8-dom-5-7-3-1-1-0-2-5-0-text-0">
            <a:extLst>
              <a:ext uri="{FF2B5EF4-FFF2-40B4-BE49-F238E27FC236}">
                <a16:creationId xmlns:a16="http://schemas.microsoft.com/office/drawing/2014/main" id="{85510E5A-1F53-4FC9-832D-444A296C87A8}"/>
              </a:ext>
            </a:extLst>
          </p:cNvPr>
          <p:cNvSpPr>
            <a:spLocks noGrp="1"/>
          </p:cNvSpPr>
          <p:nvPr/>
        </p:nvSpPr>
        <p:spPr>
          <a:xfrm>
            <a:off x="4534347" y="9794826"/>
            <a:ext cx="32012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750" b="0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(2)</a:t>
            </a:r>
          </a:p>
        </p:txBody>
      </p:sp>
      <p:sp>
        <p:nvSpPr>
          <p:cNvPr id="187" name="!!source-8-dom-5-7-3-1-1-0-2-6-text-0">
            <a:extLst>
              <a:ext uri="{FF2B5EF4-FFF2-40B4-BE49-F238E27FC236}">
                <a16:creationId xmlns:a16="http://schemas.microsoft.com/office/drawing/2014/main" id="{FE035F9E-1114-42D8-B522-A91B72BD5B09}"/>
              </a:ext>
            </a:extLst>
          </p:cNvPr>
          <p:cNvSpPr>
            <a:spLocks noGrp="1"/>
          </p:cNvSpPr>
          <p:nvPr/>
        </p:nvSpPr>
        <p:spPr>
          <a:xfrm>
            <a:off x="4806851" y="9855101"/>
            <a:ext cx="340817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= </a:t>
            </a:r>
          </a:p>
        </p:txBody>
      </p:sp>
      <p:sp>
        <p:nvSpPr>
          <p:cNvPr id="188" name="!!source-8-dom-5-7-3-1-1-0-2-7-0-text-0">
            <a:extLst>
              <a:ext uri="{FF2B5EF4-FFF2-40B4-BE49-F238E27FC236}">
                <a16:creationId xmlns:a16="http://schemas.microsoft.com/office/drawing/2014/main" id="{85EBDF85-C2E5-4203-B741-26B7421A2E7C}"/>
              </a:ext>
            </a:extLst>
          </p:cNvPr>
          <p:cNvSpPr>
            <a:spLocks noGrp="1"/>
          </p:cNvSpPr>
          <p:nvPr/>
        </p:nvSpPr>
        <p:spPr>
          <a:xfrm>
            <a:off x="5100043" y="9855101"/>
            <a:ext cx="963811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17.5 kg</a:t>
            </a:r>
          </a:p>
        </p:txBody>
      </p:sp>
      <p:sp>
        <p:nvSpPr>
          <p:cNvPr id="189" name="!!source-8-dom-5-7-3-1-1-0-2-8-text-0">
            <a:extLst>
              <a:ext uri="{FF2B5EF4-FFF2-40B4-BE49-F238E27FC236}">
                <a16:creationId xmlns:a16="http://schemas.microsoft.com/office/drawing/2014/main" id="{ECFF22A9-A16D-4926-9BED-F65B4932F2E7}"/>
              </a:ext>
            </a:extLst>
          </p:cNvPr>
          <p:cNvSpPr>
            <a:spLocks noGrp="1"/>
          </p:cNvSpPr>
          <p:nvPr/>
        </p:nvSpPr>
        <p:spPr>
          <a:xfrm>
            <a:off x="6016228" y="9855101"/>
            <a:ext cx="2323654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≥ 16 kg → feasible</a:t>
            </a:r>
          </a:p>
        </p:txBody>
      </p:sp>
      <p:sp>
        <p:nvSpPr>
          <p:cNvPr id="190" name="!!source-8-dom-5-7-3-1-1-1-0-0-text-0">
            <a:extLst>
              <a:ext uri="{FF2B5EF4-FFF2-40B4-BE49-F238E27FC236}">
                <a16:creationId xmlns:a16="http://schemas.microsoft.com/office/drawing/2014/main" id="{23CBAF07-78DF-451F-B327-38E69EFA8EB7}"/>
              </a:ext>
            </a:extLst>
          </p:cNvPr>
          <p:cNvSpPr>
            <a:spLocks noGrp="1"/>
          </p:cNvSpPr>
          <p:nvPr/>
        </p:nvSpPr>
        <p:spPr>
          <a:xfrm>
            <a:off x="10788402" y="8110389"/>
            <a:ext cx="271938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INPUTS PER CLIENT</a:t>
            </a:r>
          </a:p>
        </p:txBody>
      </p:sp>
      <p:sp>
        <p:nvSpPr>
          <p:cNvPr id="191" name="!!source-8-dom-5-7-3-1-1-1-1-0-fill">
            <a:extLst>
              <a:ext uri="{FF2B5EF4-FFF2-40B4-BE49-F238E27FC236}">
                <a16:creationId xmlns:a16="http://schemas.microsoft.com/office/drawing/2014/main" id="{E2F64951-3F31-4DDB-B51D-118399E6B288}"/>
              </a:ext>
            </a:extLst>
          </p:cNvPr>
          <p:cNvSpPr>
            <a:spLocks noGrp="1"/>
          </p:cNvSpPr>
          <p:nvPr/>
        </p:nvSpPr>
        <p:spPr>
          <a:xfrm>
            <a:off x="10788402" y="8519964"/>
            <a:ext cx="320769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2" name="!!source-8-dom-5-7-3-1-1-1-1-0-outline">
            <a:extLst>
              <a:ext uri="{FF2B5EF4-FFF2-40B4-BE49-F238E27FC236}">
                <a16:creationId xmlns:a16="http://schemas.microsoft.com/office/drawing/2014/main" id="{1C4E89A8-44E5-4C8F-B6BD-4F46C6F3DD33}"/>
              </a:ext>
            </a:extLst>
          </p:cNvPr>
          <p:cNvSpPr>
            <a:spLocks noGrp="1"/>
          </p:cNvSpPr>
          <p:nvPr/>
        </p:nvSpPr>
        <p:spPr>
          <a:xfrm>
            <a:off x="10802689" y="8534251"/>
            <a:ext cx="317911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C9B8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3" name="!!source-8-dom-5-7-3-1-1-1-1-0-0-text-0">
            <a:extLst>
              <a:ext uri="{FF2B5EF4-FFF2-40B4-BE49-F238E27FC236}">
                <a16:creationId xmlns:a16="http://schemas.microsoft.com/office/drawing/2014/main" id="{DBD05A0F-BD82-4262-A5E7-09B93830DE61}"/>
              </a:ext>
            </a:extLst>
          </p:cNvPr>
          <p:cNvSpPr>
            <a:spLocks noGrp="1"/>
          </p:cNvSpPr>
          <p:nvPr/>
        </p:nvSpPr>
        <p:spPr>
          <a:xfrm>
            <a:off x="11007477" y="8624739"/>
            <a:ext cx="28171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 tank volume</a:t>
            </a:r>
          </a:p>
        </p:txBody>
      </p:sp>
      <p:sp>
        <p:nvSpPr>
          <p:cNvPr id="194" name="!!source-8-dom-5-7-3-1-1-1-1-1-fill">
            <a:extLst>
              <a:ext uri="{FF2B5EF4-FFF2-40B4-BE49-F238E27FC236}">
                <a16:creationId xmlns:a16="http://schemas.microsoft.com/office/drawing/2014/main" id="{FBD82CC2-D2A4-4298-8251-651C27ADC48C}"/>
              </a:ext>
            </a:extLst>
          </p:cNvPr>
          <p:cNvSpPr>
            <a:spLocks noGrp="1"/>
          </p:cNvSpPr>
          <p:nvPr/>
        </p:nvSpPr>
        <p:spPr>
          <a:xfrm>
            <a:off x="10788402" y="9167663"/>
            <a:ext cx="3734694" cy="533401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5" name="!!source-8-dom-5-7-3-1-1-1-1-1-outline">
            <a:extLst>
              <a:ext uri="{FF2B5EF4-FFF2-40B4-BE49-F238E27FC236}">
                <a16:creationId xmlns:a16="http://schemas.microsoft.com/office/drawing/2014/main" id="{A26F6E01-46E3-45D5-99BE-AA081A2D4DD9}"/>
              </a:ext>
            </a:extLst>
          </p:cNvPr>
          <p:cNvSpPr>
            <a:spLocks noGrp="1"/>
          </p:cNvSpPr>
          <p:nvPr/>
        </p:nvSpPr>
        <p:spPr>
          <a:xfrm>
            <a:off x="10802689" y="9181951"/>
            <a:ext cx="3706119" cy="504826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C9B8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6" name="!!source-8-dom-5-7-3-1-1-1-1-1-0-text-0">
            <a:extLst>
              <a:ext uri="{FF2B5EF4-FFF2-40B4-BE49-F238E27FC236}">
                <a16:creationId xmlns:a16="http://schemas.microsoft.com/office/drawing/2014/main" id="{56A0EBE7-31D2-4394-972F-C2FCBAD341FC}"/>
              </a:ext>
            </a:extLst>
          </p:cNvPr>
          <p:cNvSpPr>
            <a:spLocks noGrp="1"/>
          </p:cNvSpPr>
          <p:nvPr/>
        </p:nvSpPr>
        <p:spPr>
          <a:xfrm>
            <a:off x="11007477" y="9272439"/>
            <a:ext cx="334416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on board at arrival</a:t>
            </a:r>
          </a:p>
        </p:txBody>
      </p:sp>
      <p:sp>
        <p:nvSpPr>
          <p:cNvPr id="197" name="!!source-8-dom-5-7-3-1-1-1-2-0-text-0">
            <a:extLst>
              <a:ext uri="{FF2B5EF4-FFF2-40B4-BE49-F238E27FC236}">
                <a16:creationId xmlns:a16="http://schemas.microsoft.com/office/drawing/2014/main" id="{79DE9765-C32F-4DB2-8C57-39B6EF2690C2}"/>
              </a:ext>
            </a:extLst>
          </p:cNvPr>
          <p:cNvSpPr>
            <a:spLocks noGrp="1"/>
          </p:cNvSpPr>
          <p:nvPr/>
        </p:nvSpPr>
        <p:spPr>
          <a:xfrm>
            <a:off x="10788402" y="9834414"/>
            <a:ext cx="419308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Previous work · Applied Energy 2025</a:t>
            </a:r>
          </a:p>
        </p:txBody>
      </p:sp>
      <p:sp>
        <p:nvSpPr>
          <p:cNvPr id="198" name="!!source-8-dom-5-9-fill">
            <a:extLst>
              <a:ext uri="{FF2B5EF4-FFF2-40B4-BE49-F238E27FC236}">
                <a16:creationId xmlns:a16="http://schemas.microsoft.com/office/drawing/2014/main" id="{100A9B35-0C79-4154-98B1-48A09EF42DAE}"/>
              </a:ext>
            </a:extLst>
          </p:cNvPr>
          <p:cNvSpPr>
            <a:spLocks noGrp="1"/>
          </p:cNvSpPr>
          <p:nvPr/>
        </p:nvSpPr>
        <p:spPr>
          <a:xfrm>
            <a:off x="1047750" y="8105775"/>
            <a:ext cx="16192501" cy="639068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9" name="!!source-8-dom-5-9-outline">
            <a:extLst>
              <a:ext uri="{FF2B5EF4-FFF2-40B4-BE49-F238E27FC236}">
                <a16:creationId xmlns:a16="http://schemas.microsoft.com/office/drawing/2014/main" id="{7FC1C274-8464-4A78-B393-FF8DB1D217AD}"/>
              </a:ext>
            </a:extLst>
          </p:cNvPr>
          <p:cNvSpPr>
            <a:spLocks noGrp="1"/>
          </p:cNvSpPr>
          <p:nvPr/>
        </p:nvSpPr>
        <p:spPr>
          <a:xfrm>
            <a:off x="1057275" y="8115300"/>
            <a:ext cx="16173451" cy="620018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0" name="!!source-8-dom-5-9-0-text-0">
            <a:extLst>
              <a:ext uri="{FF2B5EF4-FFF2-40B4-BE49-F238E27FC236}">
                <a16:creationId xmlns:a16="http://schemas.microsoft.com/office/drawing/2014/main" id="{64132C98-5B02-42E1-B960-7854119CA322}"/>
              </a:ext>
            </a:extLst>
          </p:cNvPr>
          <p:cNvSpPr>
            <a:spLocks noGrp="1"/>
          </p:cNvSpPr>
          <p:nvPr/>
        </p:nvSpPr>
        <p:spPr>
          <a:xfrm>
            <a:off x="1333500" y="8267700"/>
            <a:ext cx="1340018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Which patterns are feasible depends on every tank pressure and on the client. Feasible patterns share tanks.</a:t>
            </a:r>
          </a:p>
        </p:txBody>
      </p:sp>
      <p:pic>
        <p:nvPicPr>
          <p:cNvPr id="404" name="!!source-8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405" name="!!source-8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682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!!source-8-dom-fill">
            <a:extLst>
              <a:ext uri="{FF2B5EF4-FFF2-40B4-BE49-F238E27FC236}">
                <a16:creationId xmlns:a16="http://schemas.microsoft.com/office/drawing/2014/main" id="{173E2929-1F42-4025-A8BD-3E93A99C2E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8-dom-1-0-0-0-text-0">
            <a:extLst>
              <a:ext uri="{FF2B5EF4-FFF2-40B4-BE49-F238E27FC236}">
                <a16:creationId xmlns:a16="http://schemas.microsoft.com/office/drawing/2014/main" id="{A7961FBF-46DB-46B1-8E14-AD84B92E9933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8-dom-1-0-1-0-text-0">
            <a:extLst>
              <a:ext uri="{FF2B5EF4-FFF2-40B4-BE49-F238E27FC236}">
                <a16:creationId xmlns:a16="http://schemas.microsoft.com/office/drawing/2014/main" id="{5D15BC12-5AA9-43A2-B87E-A66DCC8CDA3C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8-dom-1-0-2-border-Bottom">
            <a:extLst>
              <a:ext uri="{FF2B5EF4-FFF2-40B4-BE49-F238E27FC236}">
                <a16:creationId xmlns:a16="http://schemas.microsoft.com/office/drawing/2014/main" id="{394D8CC5-14D5-47AA-9E21-D808C007EF05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8-dom-1-0-2-0-text-0">
            <a:extLst>
              <a:ext uri="{FF2B5EF4-FFF2-40B4-BE49-F238E27FC236}">
                <a16:creationId xmlns:a16="http://schemas.microsoft.com/office/drawing/2014/main" id="{8B4AC129-E49C-4A48-A686-7831FD011108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8-dom-1-0-3-0-text-0">
            <a:extLst>
              <a:ext uri="{FF2B5EF4-FFF2-40B4-BE49-F238E27FC236}">
                <a16:creationId xmlns:a16="http://schemas.microsoft.com/office/drawing/2014/main" id="{87A41BDC-91FB-4845-B837-735514ECE13D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8-dom-1-0-4-0-text-0">
            <a:extLst>
              <a:ext uri="{FF2B5EF4-FFF2-40B4-BE49-F238E27FC236}">
                <a16:creationId xmlns:a16="http://schemas.microsoft.com/office/drawing/2014/main" id="{EEDBC9E3-29CB-44C6-B3AA-23A14A5B5AA0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8-dom-1-0-5-0-text-0">
            <a:extLst>
              <a:ext uri="{FF2B5EF4-FFF2-40B4-BE49-F238E27FC236}">
                <a16:creationId xmlns:a16="http://schemas.microsoft.com/office/drawing/2014/main" id="{8CF0FD74-B951-45FE-B356-780C1023F596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8-dom-1-1-0-text-0">
            <a:extLst>
              <a:ext uri="{FF2B5EF4-FFF2-40B4-BE49-F238E27FC236}">
                <a16:creationId xmlns:a16="http://schemas.microsoft.com/office/drawing/2014/main" id="{44CC0061-0906-4B4E-AD0B-48EF9307794F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09 / 17</a:t>
            </a:r>
          </a:p>
        </p:txBody>
      </p:sp>
      <p:sp>
        <p:nvSpPr>
          <p:cNvPr id="10" name="!!source-8-dom-3-1-0-0-text-0">
            <a:extLst>
              <a:ext uri="{FF2B5EF4-FFF2-40B4-BE49-F238E27FC236}">
                <a16:creationId xmlns:a16="http://schemas.microsoft.com/office/drawing/2014/main" id="{01B7821A-E5AA-4BE2-8F32-055300F2F576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4992291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Refuelling</a:t>
            </a: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patterns</a:t>
            </a: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as a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modelling</a:t>
            </a: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strategy</a:t>
            </a:r>
            <a:endParaRPr lang="es-ES" sz="4800" spc="-12" dirty="0">
              <a:solidFill>
                <a:srgbClr val="4E2E1A">
                  <a:alpha val="100000"/>
                </a:srgbClr>
              </a:solidFill>
              <a:latin typeface="Abhaya Libre ExtraBold"/>
              <a:ea typeface="Abhaya Libre ExtraBold"/>
              <a:cs typeface="Abhaya Libre ExtraBold"/>
            </a:endParaRPr>
          </a:p>
        </p:txBody>
      </p:sp>
      <p:sp>
        <p:nvSpPr>
          <p:cNvPr id="11" name="!!source-8-dom-3-1-1-0-0-text-0">
            <a:extLst>
              <a:ext uri="{FF2B5EF4-FFF2-40B4-BE49-F238E27FC236}">
                <a16:creationId xmlns:a16="http://schemas.microsoft.com/office/drawing/2014/main" id="{7DE912F2-7C96-4D55-A75B-1BEDBDB4F331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384676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Available mass per pattern</a:t>
            </a:r>
          </a:p>
        </p:txBody>
      </p:sp>
      <p:sp>
        <p:nvSpPr>
          <p:cNvPr id="12" name="!!source-8-dom-5-1-fill">
            <a:extLst>
              <a:ext uri="{FF2B5EF4-FFF2-40B4-BE49-F238E27FC236}">
                <a16:creationId xmlns:a16="http://schemas.microsoft.com/office/drawing/2014/main" id="{25928347-AE26-48C0-8D85-A5F7FDEF1565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16192501" cy="6858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8-dom-5-1-outline">
            <a:extLst>
              <a:ext uri="{FF2B5EF4-FFF2-40B4-BE49-F238E27FC236}">
                <a16:creationId xmlns:a16="http://schemas.microsoft.com/office/drawing/2014/main" id="{1EA2CB5D-C900-4BB0-A4A1-27204DBDC6CF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16163926" cy="6572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8-dom-5-1-1-0-fill">
            <a:extLst>
              <a:ext uri="{FF2B5EF4-FFF2-40B4-BE49-F238E27FC236}">
                <a16:creationId xmlns:a16="http://schemas.microsoft.com/office/drawing/2014/main" id="{EC0D8AEE-182E-4B64-92EE-E1EE160FDF0D}"/>
              </a:ext>
            </a:extLst>
          </p:cNvPr>
          <p:cNvSpPr>
            <a:spLocks noGrp="1"/>
          </p:cNvSpPr>
          <p:nvPr/>
        </p:nvSpPr>
        <p:spPr>
          <a:xfrm>
            <a:off x="1362075" y="2562225"/>
            <a:ext cx="495300" cy="4953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8-dom-5-1-1-0-0-text-0">
            <a:extLst>
              <a:ext uri="{FF2B5EF4-FFF2-40B4-BE49-F238E27FC236}">
                <a16:creationId xmlns:a16="http://schemas.microsoft.com/office/drawing/2014/main" id="{DCDB0547-B676-4355-B248-FFDB955B0931}"/>
              </a:ext>
            </a:extLst>
          </p:cNvPr>
          <p:cNvSpPr>
            <a:spLocks noGrp="1"/>
          </p:cNvSpPr>
          <p:nvPr/>
        </p:nvSpPr>
        <p:spPr>
          <a:xfrm>
            <a:off x="1557338" y="2647950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8-dom-5-1-1-1-0-text-0">
            <a:extLst>
              <a:ext uri="{FF2B5EF4-FFF2-40B4-BE49-F238E27FC236}">
                <a16:creationId xmlns:a16="http://schemas.microsoft.com/office/drawing/2014/main" id="{9DB433AD-6339-40D1-AFC0-6ED6980454F8}"/>
              </a:ext>
            </a:extLst>
          </p:cNvPr>
          <p:cNvSpPr>
            <a:spLocks noGrp="1"/>
          </p:cNvSpPr>
          <p:nvPr/>
        </p:nvSpPr>
        <p:spPr>
          <a:xfrm>
            <a:off x="2085975" y="2633662"/>
            <a:ext cx="14318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Pattern = </a:t>
            </a:r>
          </a:p>
        </p:txBody>
      </p:sp>
      <p:sp>
        <p:nvSpPr>
          <p:cNvPr id="17" name="!!source-8-dom-5-1-1-1-1-0-text-0">
            <a:extLst>
              <a:ext uri="{FF2B5EF4-FFF2-40B4-BE49-F238E27FC236}">
                <a16:creationId xmlns:a16="http://schemas.microsoft.com/office/drawing/2014/main" id="{FA9F21DF-65E1-49E0-B102-51FAD9C53549}"/>
              </a:ext>
            </a:extLst>
          </p:cNvPr>
          <p:cNvSpPr>
            <a:spLocks noGrp="1"/>
          </p:cNvSpPr>
          <p:nvPr/>
        </p:nvSpPr>
        <p:spPr>
          <a:xfrm>
            <a:off x="3470225" y="2633662"/>
            <a:ext cx="123214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ordered</a:t>
            </a:r>
          </a:p>
        </p:txBody>
      </p:sp>
      <p:sp>
        <p:nvSpPr>
          <p:cNvPr id="18" name="!!source-8-dom-5-1-1-1-2-text-0">
            <a:extLst>
              <a:ext uri="{FF2B5EF4-FFF2-40B4-BE49-F238E27FC236}">
                <a16:creationId xmlns:a16="http://schemas.microsoft.com/office/drawing/2014/main" id="{53D59E15-51CC-464F-97B3-BFE295D818BB}"/>
              </a:ext>
            </a:extLst>
          </p:cNvPr>
          <p:cNvSpPr>
            <a:spLocks noGrp="1"/>
          </p:cNvSpPr>
          <p:nvPr/>
        </p:nvSpPr>
        <p:spPr>
          <a:xfrm>
            <a:off x="4654748" y="2633662"/>
            <a:ext cx="303460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sequence of sources</a:t>
            </a:r>
          </a:p>
        </p:txBody>
      </p:sp>
      <p:sp>
        <p:nvSpPr>
          <p:cNvPr id="19" name="!!source-8-dom-5-1-3-0-fill">
            <a:extLst>
              <a:ext uri="{FF2B5EF4-FFF2-40B4-BE49-F238E27FC236}">
                <a16:creationId xmlns:a16="http://schemas.microsoft.com/office/drawing/2014/main" id="{878D3449-2469-4B69-B4F4-2AD4B4EFBB0C}"/>
              </a:ext>
            </a:extLst>
          </p:cNvPr>
          <p:cNvSpPr>
            <a:spLocks noGrp="1"/>
          </p:cNvSpPr>
          <p:nvPr/>
        </p:nvSpPr>
        <p:spPr>
          <a:xfrm>
            <a:off x="1362075" y="377190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8-dom-5-1-3-0-0-text-0">
            <a:extLst>
              <a:ext uri="{FF2B5EF4-FFF2-40B4-BE49-F238E27FC236}">
                <a16:creationId xmlns:a16="http://schemas.microsoft.com/office/drawing/2014/main" id="{62A241D3-9316-41CC-A444-BFAED5B11B53}"/>
              </a:ext>
            </a:extLst>
          </p:cNvPr>
          <p:cNvSpPr>
            <a:spLocks noGrp="1"/>
          </p:cNvSpPr>
          <p:nvPr/>
        </p:nvSpPr>
        <p:spPr>
          <a:xfrm>
            <a:off x="1557338" y="385762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1" name="!!source-8-dom-5-1-3-1-0-0-text-0">
            <a:extLst>
              <a:ext uri="{FF2B5EF4-FFF2-40B4-BE49-F238E27FC236}">
                <a16:creationId xmlns:a16="http://schemas.microsoft.com/office/drawing/2014/main" id="{EBFF8B2B-E22A-448F-8FEC-A5B2117275A7}"/>
              </a:ext>
            </a:extLst>
          </p:cNvPr>
          <p:cNvSpPr>
            <a:spLocks noGrp="1"/>
          </p:cNvSpPr>
          <p:nvPr/>
        </p:nvSpPr>
        <p:spPr>
          <a:xfrm>
            <a:off x="2238375" y="3252788"/>
            <a:ext cx="25653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pattern is an </a:t>
            </a:r>
          </a:p>
        </p:txBody>
      </p:sp>
      <p:sp>
        <p:nvSpPr>
          <p:cNvPr id="22" name="!!source-8-dom-5-1-3-1-0-1-0-text-0">
            <a:extLst>
              <a:ext uri="{FF2B5EF4-FFF2-40B4-BE49-F238E27FC236}">
                <a16:creationId xmlns:a16="http://schemas.microsoft.com/office/drawing/2014/main" id="{A0274C8E-66FF-40C9-A1A8-77358AAF9B29}"/>
              </a:ext>
            </a:extLst>
          </p:cNvPr>
          <p:cNvSpPr>
            <a:spLocks noGrp="1"/>
          </p:cNvSpPr>
          <p:nvPr/>
        </p:nvSpPr>
        <p:spPr>
          <a:xfrm>
            <a:off x="4756100" y="3252788"/>
            <a:ext cx="139005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ordered</a:t>
            </a:r>
          </a:p>
        </p:txBody>
      </p:sp>
      <p:sp>
        <p:nvSpPr>
          <p:cNvPr id="23" name="!!source-8-dom-5-1-3-1-0-2-text-0">
            <a:extLst>
              <a:ext uri="{FF2B5EF4-FFF2-40B4-BE49-F238E27FC236}">
                <a16:creationId xmlns:a16="http://schemas.microsoft.com/office/drawing/2014/main" id="{C3B56437-AAAF-44A4-A4D4-CF1C345E2DD2}"/>
              </a:ext>
            </a:extLst>
          </p:cNvPr>
          <p:cNvSpPr>
            <a:spLocks noGrp="1"/>
          </p:cNvSpPr>
          <p:nvPr/>
        </p:nvSpPr>
        <p:spPr>
          <a:xfrm>
            <a:off x="6098530" y="3252788"/>
            <a:ext cx="3548509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sequence of sources</a:t>
            </a:r>
          </a:p>
        </p:txBody>
      </p:sp>
      <p:sp>
        <p:nvSpPr>
          <p:cNvPr id="24" name="!!source-8-dom-5-1-3-1-1-0-fill">
            <a:extLst>
              <a:ext uri="{FF2B5EF4-FFF2-40B4-BE49-F238E27FC236}">
                <a16:creationId xmlns:a16="http://schemas.microsoft.com/office/drawing/2014/main" id="{1D6E89E9-5F2C-46CE-A25D-94E22905EFE4}"/>
              </a:ext>
            </a:extLst>
          </p:cNvPr>
          <p:cNvSpPr>
            <a:spLocks noGrp="1"/>
          </p:cNvSpPr>
          <p:nvPr/>
        </p:nvSpPr>
        <p:spPr>
          <a:xfrm>
            <a:off x="2238375" y="3919538"/>
            <a:ext cx="990303" cy="866775"/>
          </a:xfrm>
          <a:prstGeom prst="roundRect">
            <a:avLst>
              <a:gd name="adj" fmla="val 6593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8-dom-5-1-3-1-1-0-outline">
            <a:extLst>
              <a:ext uri="{FF2B5EF4-FFF2-40B4-BE49-F238E27FC236}">
                <a16:creationId xmlns:a16="http://schemas.microsoft.com/office/drawing/2014/main" id="{CEC98515-EB91-4B65-AD59-4347559FB04B}"/>
              </a:ext>
            </a:extLst>
          </p:cNvPr>
          <p:cNvSpPr>
            <a:spLocks noGrp="1"/>
          </p:cNvSpPr>
          <p:nvPr/>
        </p:nvSpPr>
        <p:spPr>
          <a:xfrm>
            <a:off x="2252662" y="3933825"/>
            <a:ext cx="961728" cy="838200"/>
          </a:xfrm>
          <a:prstGeom prst="roundRect">
            <a:avLst>
              <a:gd name="adj" fmla="val 681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8-dom-5-1-3-1-1-0-0-text-0">
            <a:extLst>
              <a:ext uri="{FF2B5EF4-FFF2-40B4-BE49-F238E27FC236}">
                <a16:creationId xmlns:a16="http://schemas.microsoft.com/office/drawing/2014/main" id="{0B86F338-F405-4A7A-9AFD-81BC188339BC}"/>
              </a:ext>
            </a:extLst>
          </p:cNvPr>
          <p:cNvSpPr>
            <a:spLocks noGrp="1"/>
          </p:cNvSpPr>
          <p:nvPr/>
        </p:nvSpPr>
        <p:spPr>
          <a:xfrm>
            <a:off x="2590800" y="4119562"/>
            <a:ext cx="333077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3000" b="0" i="0" spc="-7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27" name="!!source-8-dom-5-1-3-1-1-1-0-fill">
            <a:extLst>
              <a:ext uri="{FF2B5EF4-FFF2-40B4-BE49-F238E27FC236}">
                <a16:creationId xmlns:a16="http://schemas.microsoft.com/office/drawing/2014/main" id="{4DAE3105-4E7C-4B5D-BC12-32A534EBA422}"/>
              </a:ext>
            </a:extLst>
          </p:cNvPr>
          <p:cNvSpPr>
            <a:spLocks noGrp="1"/>
          </p:cNvSpPr>
          <p:nvPr/>
        </p:nvSpPr>
        <p:spPr>
          <a:xfrm>
            <a:off x="3228678" y="4333875"/>
            <a:ext cx="70485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8-dom-5-1-3-1-1-1-1-border-Top">
            <a:extLst>
              <a:ext uri="{FF2B5EF4-FFF2-40B4-BE49-F238E27FC236}">
                <a16:creationId xmlns:a16="http://schemas.microsoft.com/office/drawing/2014/main" id="{6EE0BDB1-CDB3-4EC7-800B-0088F5AAC2A6}"/>
              </a:ext>
            </a:extLst>
          </p:cNvPr>
          <p:cNvSpPr>
            <a:spLocks noGrp="1"/>
          </p:cNvSpPr>
          <p:nvPr/>
        </p:nvSpPr>
        <p:spPr>
          <a:xfrm>
            <a:off x="3933527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8-dom-5-1-3-1-1-1-1-border-Bottom">
            <a:extLst>
              <a:ext uri="{FF2B5EF4-FFF2-40B4-BE49-F238E27FC236}">
                <a16:creationId xmlns:a16="http://schemas.microsoft.com/office/drawing/2014/main" id="{87754DBE-2A4B-4A03-986C-F08B02236E43}"/>
              </a:ext>
            </a:extLst>
          </p:cNvPr>
          <p:cNvSpPr>
            <a:spLocks noGrp="1"/>
          </p:cNvSpPr>
          <p:nvPr/>
        </p:nvSpPr>
        <p:spPr>
          <a:xfrm>
            <a:off x="3933527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8-dom-5-1-3-1-1-1-1-border-Left">
            <a:extLst>
              <a:ext uri="{FF2B5EF4-FFF2-40B4-BE49-F238E27FC236}">
                <a16:creationId xmlns:a16="http://schemas.microsoft.com/office/drawing/2014/main" id="{22FF6DDA-594E-404B-BF08-16EC896140DB}"/>
              </a:ext>
            </a:extLst>
          </p:cNvPr>
          <p:cNvSpPr>
            <a:spLocks noGrp="1"/>
          </p:cNvSpPr>
          <p:nvPr/>
        </p:nvSpPr>
        <p:spPr>
          <a:xfrm>
            <a:off x="3933527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8-dom-5-1-3-1-1-2-fill">
            <a:extLst>
              <a:ext uri="{FF2B5EF4-FFF2-40B4-BE49-F238E27FC236}">
                <a16:creationId xmlns:a16="http://schemas.microsoft.com/office/drawing/2014/main" id="{CE600B1A-E6A7-45FD-BD0A-DE816F2B68AF}"/>
              </a:ext>
            </a:extLst>
          </p:cNvPr>
          <p:cNvSpPr>
            <a:spLocks noGrp="1"/>
          </p:cNvSpPr>
          <p:nvPr/>
        </p:nvSpPr>
        <p:spPr>
          <a:xfrm>
            <a:off x="4085928" y="3919538"/>
            <a:ext cx="994916" cy="866775"/>
          </a:xfrm>
          <a:prstGeom prst="roundRect">
            <a:avLst>
              <a:gd name="adj" fmla="val 6593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8-dom-5-1-3-1-1-2-outline">
            <a:extLst>
              <a:ext uri="{FF2B5EF4-FFF2-40B4-BE49-F238E27FC236}">
                <a16:creationId xmlns:a16="http://schemas.microsoft.com/office/drawing/2014/main" id="{AA0D6D14-DBD2-45BC-B75F-E45A3FD6E603}"/>
              </a:ext>
            </a:extLst>
          </p:cNvPr>
          <p:cNvSpPr>
            <a:spLocks noGrp="1"/>
          </p:cNvSpPr>
          <p:nvPr/>
        </p:nvSpPr>
        <p:spPr>
          <a:xfrm>
            <a:off x="4100215" y="3933825"/>
            <a:ext cx="966341" cy="838200"/>
          </a:xfrm>
          <a:prstGeom prst="roundRect">
            <a:avLst>
              <a:gd name="adj" fmla="val 681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8-dom-5-1-3-1-1-2-0-text-0">
            <a:extLst>
              <a:ext uri="{FF2B5EF4-FFF2-40B4-BE49-F238E27FC236}">
                <a16:creationId xmlns:a16="http://schemas.microsoft.com/office/drawing/2014/main" id="{75152EFC-CA58-4CCE-9B8A-96CF45A0932D}"/>
              </a:ext>
            </a:extLst>
          </p:cNvPr>
          <p:cNvSpPr>
            <a:spLocks noGrp="1"/>
          </p:cNvSpPr>
          <p:nvPr/>
        </p:nvSpPr>
        <p:spPr>
          <a:xfrm>
            <a:off x="4438352" y="4119562"/>
            <a:ext cx="337691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3000" b="0" i="0" spc="-7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34" name="!!source-8-dom-5-1-3-1-1-3-0-fill">
            <a:extLst>
              <a:ext uri="{FF2B5EF4-FFF2-40B4-BE49-F238E27FC236}">
                <a16:creationId xmlns:a16="http://schemas.microsoft.com/office/drawing/2014/main" id="{8A054D19-1A7C-4A38-8FE1-EFE01E72108A}"/>
              </a:ext>
            </a:extLst>
          </p:cNvPr>
          <p:cNvSpPr>
            <a:spLocks noGrp="1"/>
          </p:cNvSpPr>
          <p:nvPr/>
        </p:nvSpPr>
        <p:spPr>
          <a:xfrm>
            <a:off x="5080843" y="4333875"/>
            <a:ext cx="70485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8-dom-5-1-3-1-1-3-1-border-Top">
            <a:extLst>
              <a:ext uri="{FF2B5EF4-FFF2-40B4-BE49-F238E27FC236}">
                <a16:creationId xmlns:a16="http://schemas.microsoft.com/office/drawing/2014/main" id="{E3BA2166-6C71-47B1-A4C8-2E34EF4E123E}"/>
              </a:ext>
            </a:extLst>
          </p:cNvPr>
          <p:cNvSpPr>
            <a:spLocks noGrp="1"/>
          </p:cNvSpPr>
          <p:nvPr/>
        </p:nvSpPr>
        <p:spPr>
          <a:xfrm>
            <a:off x="5785693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8-dom-5-1-3-1-1-3-1-border-Bottom">
            <a:extLst>
              <a:ext uri="{FF2B5EF4-FFF2-40B4-BE49-F238E27FC236}">
                <a16:creationId xmlns:a16="http://schemas.microsoft.com/office/drawing/2014/main" id="{FA7AF9E1-C2D3-4501-BF49-1A91F4CF5E74}"/>
              </a:ext>
            </a:extLst>
          </p:cNvPr>
          <p:cNvSpPr>
            <a:spLocks noGrp="1"/>
          </p:cNvSpPr>
          <p:nvPr/>
        </p:nvSpPr>
        <p:spPr>
          <a:xfrm>
            <a:off x="5785693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8-dom-5-1-3-1-1-3-1-border-Left">
            <a:extLst>
              <a:ext uri="{FF2B5EF4-FFF2-40B4-BE49-F238E27FC236}">
                <a16:creationId xmlns:a16="http://schemas.microsoft.com/office/drawing/2014/main" id="{41CCA72A-0549-4EDD-88B7-8B6AE5006078}"/>
              </a:ext>
            </a:extLst>
          </p:cNvPr>
          <p:cNvSpPr>
            <a:spLocks noGrp="1"/>
          </p:cNvSpPr>
          <p:nvPr/>
        </p:nvSpPr>
        <p:spPr>
          <a:xfrm>
            <a:off x="5785693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8-dom-5-1-3-1-1-4-fill">
            <a:extLst>
              <a:ext uri="{FF2B5EF4-FFF2-40B4-BE49-F238E27FC236}">
                <a16:creationId xmlns:a16="http://schemas.microsoft.com/office/drawing/2014/main" id="{279F1598-E270-4CAF-BD13-76968054D6DC}"/>
              </a:ext>
            </a:extLst>
          </p:cNvPr>
          <p:cNvSpPr>
            <a:spLocks noGrp="1"/>
          </p:cNvSpPr>
          <p:nvPr/>
        </p:nvSpPr>
        <p:spPr>
          <a:xfrm>
            <a:off x="5938093" y="3919538"/>
            <a:ext cx="3906887" cy="866775"/>
          </a:xfrm>
          <a:prstGeom prst="roundRect">
            <a:avLst>
              <a:gd name="adj" fmla="val 6593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8-dom-5-1-3-1-1-4-outline">
            <a:extLst>
              <a:ext uri="{FF2B5EF4-FFF2-40B4-BE49-F238E27FC236}">
                <a16:creationId xmlns:a16="http://schemas.microsoft.com/office/drawing/2014/main" id="{639C09B6-98C5-4FB8-B6BD-64F62D832FF5}"/>
              </a:ext>
            </a:extLst>
          </p:cNvPr>
          <p:cNvSpPr>
            <a:spLocks noGrp="1"/>
          </p:cNvSpPr>
          <p:nvPr/>
        </p:nvSpPr>
        <p:spPr>
          <a:xfrm>
            <a:off x="5952381" y="3933825"/>
            <a:ext cx="3878312" cy="838200"/>
          </a:xfrm>
          <a:prstGeom prst="roundRect">
            <a:avLst>
              <a:gd name="adj" fmla="val 6818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8-dom-5-1-3-1-1-4-0-text-0">
            <a:extLst>
              <a:ext uri="{FF2B5EF4-FFF2-40B4-BE49-F238E27FC236}">
                <a16:creationId xmlns:a16="http://schemas.microsoft.com/office/drawing/2014/main" id="{4D859C61-C8CD-4436-80A3-6EBA6E312FD5}"/>
              </a:ext>
            </a:extLst>
          </p:cNvPr>
          <p:cNvSpPr>
            <a:spLocks noGrp="1"/>
          </p:cNvSpPr>
          <p:nvPr/>
        </p:nvSpPr>
        <p:spPr>
          <a:xfrm>
            <a:off x="6290518" y="4119562"/>
            <a:ext cx="3249662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3000" b="0" i="0" spc="-7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 · 350 bar</a:t>
            </a:r>
          </a:p>
        </p:txBody>
      </p:sp>
      <p:sp>
        <p:nvSpPr>
          <p:cNvPr id="41" name="!!source-8-dom-5-1-3-1-1-6-0-text-0">
            <a:extLst>
              <a:ext uri="{FF2B5EF4-FFF2-40B4-BE49-F238E27FC236}">
                <a16:creationId xmlns:a16="http://schemas.microsoft.com/office/drawing/2014/main" id="{2D2A59F2-B381-4919-BF22-C7CB5FF4CF8D}"/>
              </a:ext>
            </a:extLst>
          </p:cNvPr>
          <p:cNvSpPr>
            <a:spLocks noGrp="1"/>
          </p:cNvSpPr>
          <p:nvPr/>
        </p:nvSpPr>
        <p:spPr>
          <a:xfrm>
            <a:off x="10416480" y="4025354"/>
            <a:ext cx="180424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order matters:</a:t>
            </a:r>
          </a:p>
        </p:txBody>
      </p:sp>
      <p:sp>
        <p:nvSpPr>
          <p:cNvPr id="42" name="!!source-8-dom-5-1-3-1-1-6-2-text-0">
            <a:extLst>
              <a:ext uri="{FF2B5EF4-FFF2-40B4-BE49-F238E27FC236}">
                <a16:creationId xmlns:a16="http://schemas.microsoft.com/office/drawing/2014/main" id="{94E2B7FC-42FD-442A-8D8C-BDFA0665C616}"/>
              </a:ext>
            </a:extLst>
          </p:cNvPr>
          <p:cNvSpPr>
            <a:spLocks noGrp="1"/>
          </p:cNvSpPr>
          <p:nvPr/>
        </p:nvSpPr>
        <p:spPr>
          <a:xfrm>
            <a:off x="10416480" y="4371975"/>
            <a:ext cx="361563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B → A stalls at B's equilibrium</a:t>
            </a:r>
          </a:p>
        </p:txBody>
      </p:sp>
      <p:sp>
        <p:nvSpPr>
          <p:cNvPr id="43" name="!!source-8-dom-5-3-fill">
            <a:extLst>
              <a:ext uri="{FF2B5EF4-FFF2-40B4-BE49-F238E27FC236}">
                <a16:creationId xmlns:a16="http://schemas.microsoft.com/office/drawing/2014/main" id="{6858FD60-DDB6-41DE-B377-38EA0900B9BD}"/>
              </a:ext>
            </a:extLst>
          </p:cNvPr>
          <p:cNvSpPr>
            <a:spLocks noGrp="1"/>
          </p:cNvSpPr>
          <p:nvPr/>
        </p:nvSpPr>
        <p:spPr>
          <a:xfrm>
            <a:off x="1047750" y="3286125"/>
            <a:ext cx="16192501" cy="6858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4" name="!!source-8-dom-5-3-outline">
            <a:extLst>
              <a:ext uri="{FF2B5EF4-FFF2-40B4-BE49-F238E27FC236}">
                <a16:creationId xmlns:a16="http://schemas.microsoft.com/office/drawing/2014/main" id="{58D8C8D5-8016-4B30-8D03-2DE5A75114AB}"/>
              </a:ext>
            </a:extLst>
          </p:cNvPr>
          <p:cNvSpPr>
            <a:spLocks noGrp="1"/>
          </p:cNvSpPr>
          <p:nvPr/>
        </p:nvSpPr>
        <p:spPr>
          <a:xfrm>
            <a:off x="1062037" y="3300413"/>
            <a:ext cx="16163926" cy="6572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8-dom-5-3-1-0-fill">
            <a:extLst>
              <a:ext uri="{FF2B5EF4-FFF2-40B4-BE49-F238E27FC236}">
                <a16:creationId xmlns:a16="http://schemas.microsoft.com/office/drawing/2014/main" id="{A96D9F97-080B-46AC-BA1B-18EA0B35A2A8}"/>
              </a:ext>
            </a:extLst>
          </p:cNvPr>
          <p:cNvSpPr>
            <a:spLocks noGrp="1"/>
          </p:cNvSpPr>
          <p:nvPr/>
        </p:nvSpPr>
        <p:spPr>
          <a:xfrm>
            <a:off x="1362075" y="3381375"/>
            <a:ext cx="495300" cy="4953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6" name="!!source-8-dom-5-3-1-0-0-text-0">
            <a:extLst>
              <a:ext uri="{FF2B5EF4-FFF2-40B4-BE49-F238E27FC236}">
                <a16:creationId xmlns:a16="http://schemas.microsoft.com/office/drawing/2014/main" id="{46AB34F0-1C08-40F7-8B66-651FB982D28C}"/>
              </a:ext>
            </a:extLst>
          </p:cNvPr>
          <p:cNvSpPr>
            <a:spLocks noGrp="1"/>
          </p:cNvSpPr>
          <p:nvPr/>
        </p:nvSpPr>
        <p:spPr>
          <a:xfrm>
            <a:off x="1530995" y="3467100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7" name="!!source-8-dom-5-3-1-1-0-text-0">
            <a:extLst>
              <a:ext uri="{FF2B5EF4-FFF2-40B4-BE49-F238E27FC236}">
                <a16:creationId xmlns:a16="http://schemas.microsoft.com/office/drawing/2014/main" id="{394815C4-AFED-41C8-B58A-D8A1085326C0}"/>
              </a:ext>
            </a:extLst>
          </p:cNvPr>
          <p:cNvSpPr>
            <a:spLocks noGrp="1"/>
          </p:cNvSpPr>
          <p:nvPr/>
        </p:nvSpPr>
        <p:spPr>
          <a:xfrm>
            <a:off x="2085975" y="3452813"/>
            <a:ext cx="190857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Step ends at </a:t>
            </a:r>
          </a:p>
        </p:txBody>
      </p:sp>
      <p:sp>
        <p:nvSpPr>
          <p:cNvPr id="48" name="!!source-8-dom-5-3-1-1-1-0-text-0">
            <a:extLst>
              <a:ext uri="{FF2B5EF4-FFF2-40B4-BE49-F238E27FC236}">
                <a16:creationId xmlns:a16="http://schemas.microsoft.com/office/drawing/2014/main" id="{9CA296C5-15BC-4274-B62E-50DB58C2D6B3}"/>
              </a:ext>
            </a:extLst>
          </p:cNvPr>
          <p:cNvSpPr>
            <a:spLocks noGrp="1"/>
          </p:cNvSpPr>
          <p:nvPr/>
        </p:nvSpPr>
        <p:spPr>
          <a:xfrm>
            <a:off x="3946922" y="3452813"/>
            <a:ext cx="115297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350 bar</a:t>
            </a:r>
          </a:p>
        </p:txBody>
      </p:sp>
      <p:sp>
        <p:nvSpPr>
          <p:cNvPr id="49" name="!!source-8-dom-5-3-1-1-2-text-0">
            <a:extLst>
              <a:ext uri="{FF2B5EF4-FFF2-40B4-BE49-F238E27FC236}">
                <a16:creationId xmlns:a16="http://schemas.microsoft.com/office/drawing/2014/main" id="{EDC6880B-F143-4F2E-9201-DF206E215C27}"/>
              </a:ext>
            </a:extLst>
          </p:cNvPr>
          <p:cNvSpPr>
            <a:spLocks noGrp="1"/>
          </p:cNvSpPr>
          <p:nvPr/>
        </p:nvSpPr>
        <p:spPr>
          <a:xfrm>
            <a:off x="5052268" y="3452813"/>
            <a:ext cx="85070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or at </a:t>
            </a:r>
          </a:p>
        </p:txBody>
      </p:sp>
      <p:sp>
        <p:nvSpPr>
          <p:cNvPr id="50" name="!!source-8-dom-5-3-1-1-3-0-text-0">
            <a:extLst>
              <a:ext uri="{FF2B5EF4-FFF2-40B4-BE49-F238E27FC236}">
                <a16:creationId xmlns:a16="http://schemas.microsoft.com/office/drawing/2014/main" id="{AFC84045-1267-4D25-AE3E-B6377C21849C}"/>
              </a:ext>
            </a:extLst>
          </p:cNvPr>
          <p:cNvSpPr>
            <a:spLocks noGrp="1"/>
          </p:cNvSpPr>
          <p:nvPr/>
        </p:nvSpPr>
        <p:spPr>
          <a:xfrm>
            <a:off x="5855345" y="3452813"/>
            <a:ext cx="189279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equalisation</a:t>
            </a:r>
          </a:p>
        </p:txBody>
      </p:sp>
      <p:sp>
        <p:nvSpPr>
          <p:cNvPr id="51" name="!!source-8-dom-5-3-3-0-fill">
            <a:extLst>
              <a:ext uri="{FF2B5EF4-FFF2-40B4-BE49-F238E27FC236}">
                <a16:creationId xmlns:a16="http://schemas.microsoft.com/office/drawing/2014/main" id="{46EA7733-DDC7-40A7-8C5C-3517A3DF7BA8}"/>
              </a:ext>
            </a:extLst>
          </p:cNvPr>
          <p:cNvSpPr>
            <a:spLocks noGrp="1"/>
          </p:cNvSpPr>
          <p:nvPr/>
        </p:nvSpPr>
        <p:spPr>
          <a:xfrm>
            <a:off x="1362075" y="45910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2" name="!!source-8-dom-5-3-3-0-0-text-0">
            <a:extLst>
              <a:ext uri="{FF2B5EF4-FFF2-40B4-BE49-F238E27FC236}">
                <a16:creationId xmlns:a16="http://schemas.microsoft.com/office/drawing/2014/main" id="{74B55E14-134E-4FC2-957A-85AFBE90F262}"/>
              </a:ext>
            </a:extLst>
          </p:cNvPr>
          <p:cNvSpPr>
            <a:spLocks noGrp="1"/>
          </p:cNvSpPr>
          <p:nvPr/>
        </p:nvSpPr>
        <p:spPr>
          <a:xfrm>
            <a:off x="1530995" y="4676775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3" name="!!source-8-dom-5-3-3-1-0-0-text-0">
            <a:extLst>
              <a:ext uri="{FF2B5EF4-FFF2-40B4-BE49-F238E27FC236}">
                <a16:creationId xmlns:a16="http://schemas.microsoft.com/office/drawing/2014/main" id="{A6F10390-70A2-4325-8373-EB9E8B047EAA}"/>
              </a:ext>
            </a:extLst>
          </p:cNvPr>
          <p:cNvSpPr>
            <a:spLocks noGrp="1"/>
          </p:cNvSpPr>
          <p:nvPr/>
        </p:nvSpPr>
        <p:spPr>
          <a:xfrm>
            <a:off x="2238375" y="3624262"/>
            <a:ext cx="360164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</a:t>
            </a:r>
          </a:p>
        </p:txBody>
      </p:sp>
      <p:sp>
        <p:nvSpPr>
          <p:cNvPr id="54" name="!!source-8-dom-5-3-3-1-0-1-0-text-0">
            <a:extLst>
              <a:ext uri="{FF2B5EF4-FFF2-40B4-BE49-F238E27FC236}">
                <a16:creationId xmlns:a16="http://schemas.microsoft.com/office/drawing/2014/main" id="{B15DA835-CF92-4F14-9FAE-ECA2BD74D46D}"/>
              </a:ext>
            </a:extLst>
          </p:cNvPr>
          <p:cNvSpPr>
            <a:spLocks noGrp="1"/>
          </p:cNvSpPr>
          <p:nvPr/>
        </p:nvSpPr>
        <p:spPr>
          <a:xfrm>
            <a:off x="2550914" y="3624262"/>
            <a:ext cx="73952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step</a:t>
            </a:r>
          </a:p>
        </p:txBody>
      </p:sp>
      <p:sp>
        <p:nvSpPr>
          <p:cNvPr id="55" name="!!source-8-dom-5-3-3-1-0-2-text-0">
            <a:extLst>
              <a:ext uri="{FF2B5EF4-FFF2-40B4-BE49-F238E27FC236}">
                <a16:creationId xmlns:a16="http://schemas.microsoft.com/office/drawing/2014/main" id="{819744FD-300C-4AE1-9383-FD3E7B7AA68C}"/>
              </a:ext>
            </a:extLst>
          </p:cNvPr>
          <p:cNvSpPr>
            <a:spLocks noGrp="1"/>
          </p:cNvSpPr>
          <p:nvPr/>
        </p:nvSpPr>
        <p:spPr>
          <a:xfrm>
            <a:off x="3242816" y="3624262"/>
            <a:ext cx="835595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opens one source and ends at the first of two events</a:t>
            </a:r>
          </a:p>
        </p:txBody>
      </p:sp>
      <p:sp>
        <p:nvSpPr>
          <p:cNvPr id="56" name="!!source-8-dom-5-3-3-1-1-0-0-0-text-0">
            <a:extLst>
              <a:ext uri="{FF2B5EF4-FFF2-40B4-BE49-F238E27FC236}">
                <a16:creationId xmlns:a16="http://schemas.microsoft.com/office/drawing/2014/main" id="{AA0C04CB-E077-4924-88B9-D3DF869BD623}"/>
              </a:ext>
            </a:extLst>
          </p:cNvPr>
          <p:cNvSpPr>
            <a:spLocks noGrp="1"/>
          </p:cNvSpPr>
          <p:nvPr/>
        </p:nvSpPr>
        <p:spPr>
          <a:xfrm>
            <a:off x="2306538" y="4129088"/>
            <a:ext cx="101604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300 bar</a:t>
            </a:r>
          </a:p>
        </p:txBody>
      </p:sp>
      <p:sp>
        <p:nvSpPr>
          <p:cNvPr id="57" name="!!source-8-dom-5-3-3-1-1-0-1-fill">
            <a:extLst>
              <a:ext uri="{FF2B5EF4-FFF2-40B4-BE49-F238E27FC236}">
                <a16:creationId xmlns:a16="http://schemas.microsoft.com/office/drawing/2014/main" id="{BC84EFE6-8BE6-45DD-B149-AA67303F3BEB}"/>
              </a:ext>
            </a:extLst>
          </p:cNvPr>
          <p:cNvSpPr>
            <a:spLocks noGrp="1"/>
          </p:cNvSpPr>
          <p:nvPr/>
        </p:nvSpPr>
        <p:spPr>
          <a:xfrm>
            <a:off x="2238375" y="4491038"/>
            <a:ext cx="1104900" cy="1200150"/>
          </a:xfrm>
          <a:prstGeom prst="roundRect">
            <a:avLst>
              <a:gd name="adj" fmla="val 12069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8-dom-5-3-3-1-1-0-1-outline">
            <a:extLst>
              <a:ext uri="{FF2B5EF4-FFF2-40B4-BE49-F238E27FC236}">
                <a16:creationId xmlns:a16="http://schemas.microsoft.com/office/drawing/2014/main" id="{1AD24778-2AFE-4F2F-B90C-FB40C755729C}"/>
              </a:ext>
            </a:extLst>
          </p:cNvPr>
          <p:cNvSpPr>
            <a:spLocks noGrp="1"/>
          </p:cNvSpPr>
          <p:nvPr/>
        </p:nvSpPr>
        <p:spPr>
          <a:xfrm>
            <a:off x="2252662" y="4505325"/>
            <a:ext cx="1076325" cy="1171575"/>
          </a:xfrm>
          <a:prstGeom prst="roundRect">
            <a:avLst>
              <a:gd name="adj" fmla="val 12389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!!source-8-dom-5-3-3-1-1-0-1-0-fill">
            <a:extLst>
              <a:ext uri="{FF2B5EF4-FFF2-40B4-BE49-F238E27FC236}">
                <a16:creationId xmlns:a16="http://schemas.microsoft.com/office/drawing/2014/main" id="{9EDFB9C9-9997-481F-912F-D7BA9AB339A6}"/>
              </a:ext>
            </a:extLst>
          </p:cNvPr>
          <p:cNvSpPr>
            <a:spLocks noGrp="1"/>
          </p:cNvSpPr>
          <p:nvPr/>
        </p:nvSpPr>
        <p:spPr>
          <a:xfrm>
            <a:off x="2266950" y="5319712"/>
            <a:ext cx="1047750" cy="342900"/>
          </a:xfrm>
          <a:custGeom>
            <a:avLst/>
            <a:gdLst/>
            <a:ahLst/>
            <a:cxnLst/>
            <a:rect l="0" t="0" r="0" b="0"/>
            <a:pathLst>
              <a:path w="1047750" h="342900">
                <a:moveTo>
                  <a:pt x="0" y="0"/>
                </a:moveTo>
                <a:lnTo>
                  <a:pt x="1047750" y="0"/>
                </a:lnTo>
                <a:lnTo>
                  <a:pt x="1047750" y="238125"/>
                </a:lnTo>
                <a:lnTo>
                  <a:pt x="1045737" y="258566"/>
                </a:lnTo>
                <a:lnTo>
                  <a:pt x="1039774" y="278221"/>
                </a:lnTo>
                <a:lnTo>
                  <a:pt x="1030092" y="296335"/>
                </a:lnTo>
                <a:lnTo>
                  <a:pt x="1017062" y="312212"/>
                </a:lnTo>
                <a:lnTo>
                  <a:pt x="1001185" y="325243"/>
                </a:lnTo>
                <a:lnTo>
                  <a:pt x="983071" y="334925"/>
                </a:lnTo>
                <a:lnTo>
                  <a:pt x="963415" y="340887"/>
                </a:lnTo>
                <a:lnTo>
                  <a:pt x="942975" y="342900"/>
                </a:lnTo>
                <a:lnTo>
                  <a:pt x="104775" y="342900"/>
                </a:lnTo>
                <a:lnTo>
                  <a:pt x="84334" y="340887"/>
                </a:lnTo>
                <a:lnTo>
                  <a:pt x="64679" y="334925"/>
                </a:lnTo>
                <a:lnTo>
                  <a:pt x="46565" y="325243"/>
                </a:lnTo>
                <a:lnTo>
                  <a:pt x="30688" y="312212"/>
                </a:lnTo>
                <a:lnTo>
                  <a:pt x="17658" y="296335"/>
                </a:lnTo>
                <a:lnTo>
                  <a:pt x="7976" y="278221"/>
                </a:lnTo>
                <a:lnTo>
                  <a:pt x="2013" y="258566"/>
                </a:lnTo>
                <a:lnTo>
                  <a:pt x="0" y="2381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0" name="!!source-8-dom-5-3-3-1-1-0-2-0-text-0">
            <a:extLst>
              <a:ext uri="{FF2B5EF4-FFF2-40B4-BE49-F238E27FC236}">
                <a16:creationId xmlns:a16="http://schemas.microsoft.com/office/drawing/2014/main" id="{AE147146-7624-43C0-B035-BC7DE4A052DE}"/>
              </a:ext>
            </a:extLst>
          </p:cNvPr>
          <p:cNvSpPr>
            <a:spLocks noGrp="1"/>
          </p:cNvSpPr>
          <p:nvPr/>
        </p:nvSpPr>
        <p:spPr>
          <a:xfrm>
            <a:off x="2697956" y="5748337"/>
            <a:ext cx="23321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61" name="!!source-8-dom-5-3-3-1-1-1-0-text-0">
            <a:extLst>
              <a:ext uri="{FF2B5EF4-FFF2-40B4-BE49-F238E27FC236}">
                <a16:creationId xmlns:a16="http://schemas.microsoft.com/office/drawing/2014/main" id="{BA0FA794-9676-4D23-A8B3-75D38EA0DF3C}"/>
              </a:ext>
            </a:extLst>
          </p:cNvPr>
          <p:cNvSpPr>
            <a:spLocks noGrp="1"/>
          </p:cNvSpPr>
          <p:nvPr/>
        </p:nvSpPr>
        <p:spPr>
          <a:xfrm>
            <a:off x="3724275" y="4729162"/>
            <a:ext cx="654844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5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4500" b="1" i="0" spc="-11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⟶</a:t>
            </a:r>
          </a:p>
        </p:txBody>
      </p:sp>
      <p:sp>
        <p:nvSpPr>
          <p:cNvPr id="62" name="!!source-8-dom-5-3-3-1-1-2-0-0-text-0">
            <a:extLst>
              <a:ext uri="{FF2B5EF4-FFF2-40B4-BE49-F238E27FC236}">
                <a16:creationId xmlns:a16="http://schemas.microsoft.com/office/drawing/2014/main" id="{CDA367AB-A267-40AE-ADEE-B1085C92445A}"/>
              </a:ext>
            </a:extLst>
          </p:cNvPr>
          <p:cNvSpPr>
            <a:spLocks noGrp="1"/>
          </p:cNvSpPr>
          <p:nvPr/>
        </p:nvSpPr>
        <p:spPr>
          <a:xfrm>
            <a:off x="4712494" y="4129088"/>
            <a:ext cx="170646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100 → 230 bar</a:t>
            </a:r>
          </a:p>
        </p:txBody>
      </p:sp>
      <p:sp>
        <p:nvSpPr>
          <p:cNvPr id="63" name="!!source-8-dom-5-3-3-1-1-2-1-fill">
            <a:extLst>
              <a:ext uri="{FF2B5EF4-FFF2-40B4-BE49-F238E27FC236}">
                <a16:creationId xmlns:a16="http://schemas.microsoft.com/office/drawing/2014/main" id="{93DB8D8A-28B2-4079-9CF6-11CEDD128570}"/>
              </a:ext>
            </a:extLst>
          </p:cNvPr>
          <p:cNvSpPr>
            <a:spLocks noGrp="1"/>
          </p:cNvSpPr>
          <p:nvPr/>
        </p:nvSpPr>
        <p:spPr>
          <a:xfrm>
            <a:off x="4989463" y="4491038"/>
            <a:ext cx="1104900" cy="1200150"/>
          </a:xfrm>
          <a:prstGeom prst="roundRect">
            <a:avLst>
              <a:gd name="adj" fmla="val 12069"/>
            </a:avLst>
          </a:prstGeom>
          <a:solidFill>
            <a:srgbClr val="FFF5F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8-dom-5-3-3-1-1-2-1-outline">
            <a:extLst>
              <a:ext uri="{FF2B5EF4-FFF2-40B4-BE49-F238E27FC236}">
                <a16:creationId xmlns:a16="http://schemas.microsoft.com/office/drawing/2014/main" id="{78E84EF7-46FE-4C67-8E92-DDDBE387FC74}"/>
              </a:ext>
            </a:extLst>
          </p:cNvPr>
          <p:cNvSpPr>
            <a:spLocks noGrp="1"/>
          </p:cNvSpPr>
          <p:nvPr/>
        </p:nvSpPr>
        <p:spPr>
          <a:xfrm>
            <a:off x="5003750" y="4505325"/>
            <a:ext cx="1076325" cy="1171575"/>
          </a:xfrm>
          <a:prstGeom prst="roundRect">
            <a:avLst>
              <a:gd name="adj" fmla="val 12389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8-dom-5-3-3-1-1-2-1-0-fill">
            <a:extLst>
              <a:ext uri="{FF2B5EF4-FFF2-40B4-BE49-F238E27FC236}">
                <a16:creationId xmlns:a16="http://schemas.microsoft.com/office/drawing/2014/main" id="{D1F07C59-7FAE-4AF3-862C-12771453CBB3}"/>
              </a:ext>
            </a:extLst>
          </p:cNvPr>
          <p:cNvSpPr>
            <a:spLocks noGrp="1"/>
          </p:cNvSpPr>
          <p:nvPr/>
        </p:nvSpPr>
        <p:spPr>
          <a:xfrm>
            <a:off x="5018038" y="5136952"/>
            <a:ext cx="1047750" cy="525661"/>
          </a:xfrm>
          <a:custGeom>
            <a:avLst/>
            <a:gdLst/>
            <a:ahLst/>
            <a:cxnLst/>
            <a:rect l="0" t="0" r="0" b="0"/>
            <a:pathLst>
              <a:path w="1047750" h="525661">
                <a:moveTo>
                  <a:pt x="0" y="0"/>
                </a:moveTo>
                <a:lnTo>
                  <a:pt x="1047750" y="0"/>
                </a:lnTo>
                <a:lnTo>
                  <a:pt x="1047750" y="420886"/>
                </a:lnTo>
                <a:lnTo>
                  <a:pt x="1045737" y="441327"/>
                </a:lnTo>
                <a:lnTo>
                  <a:pt x="1039775" y="460982"/>
                </a:lnTo>
                <a:lnTo>
                  <a:pt x="1030092" y="479096"/>
                </a:lnTo>
                <a:lnTo>
                  <a:pt x="1017062" y="494973"/>
                </a:lnTo>
                <a:lnTo>
                  <a:pt x="1001185" y="508003"/>
                </a:lnTo>
                <a:lnTo>
                  <a:pt x="983071" y="517686"/>
                </a:lnTo>
                <a:lnTo>
                  <a:pt x="963416" y="523648"/>
                </a:lnTo>
                <a:lnTo>
                  <a:pt x="942975" y="525661"/>
                </a:lnTo>
                <a:lnTo>
                  <a:pt x="104775" y="525661"/>
                </a:lnTo>
                <a:lnTo>
                  <a:pt x="84334" y="523648"/>
                </a:lnTo>
                <a:lnTo>
                  <a:pt x="64679" y="517686"/>
                </a:lnTo>
                <a:lnTo>
                  <a:pt x="46565" y="508003"/>
                </a:lnTo>
                <a:lnTo>
                  <a:pt x="30688" y="494973"/>
                </a:lnTo>
                <a:lnTo>
                  <a:pt x="17658" y="479096"/>
                </a:lnTo>
                <a:lnTo>
                  <a:pt x="7976" y="460982"/>
                </a:lnTo>
                <a:lnTo>
                  <a:pt x="2013" y="441327"/>
                </a:lnTo>
                <a:lnTo>
                  <a:pt x="0" y="420886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8-dom-5-3-3-1-1-2-2-0-text-0">
            <a:extLst>
              <a:ext uri="{FF2B5EF4-FFF2-40B4-BE49-F238E27FC236}">
                <a16:creationId xmlns:a16="http://schemas.microsoft.com/office/drawing/2014/main" id="{2DC70F1A-3564-47E5-9D7A-D3541A133E0C}"/>
              </a:ext>
            </a:extLst>
          </p:cNvPr>
          <p:cNvSpPr>
            <a:spLocks noGrp="1"/>
          </p:cNvSpPr>
          <p:nvPr/>
        </p:nvSpPr>
        <p:spPr>
          <a:xfrm>
            <a:off x="5076676" y="5748337"/>
            <a:ext cx="97809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67" name="!!source-8-dom-5-3-3-1-1-4-0-fill">
            <a:extLst>
              <a:ext uri="{FF2B5EF4-FFF2-40B4-BE49-F238E27FC236}">
                <a16:creationId xmlns:a16="http://schemas.microsoft.com/office/drawing/2014/main" id="{B041052B-A26A-43B7-A078-5830B8016B4C}"/>
              </a:ext>
            </a:extLst>
          </p:cNvPr>
          <p:cNvSpPr>
            <a:spLocks noGrp="1"/>
          </p:cNvSpPr>
          <p:nvPr/>
        </p:nvSpPr>
        <p:spPr>
          <a:xfrm>
            <a:off x="7514332" y="4426297"/>
            <a:ext cx="3962995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8-dom-5-3-3-1-1-4-0-outline">
            <a:extLst>
              <a:ext uri="{FF2B5EF4-FFF2-40B4-BE49-F238E27FC236}">
                <a16:creationId xmlns:a16="http://schemas.microsoft.com/office/drawing/2014/main" id="{773F6C8B-D9FF-4C74-BE34-ED75803CE125}"/>
              </a:ext>
            </a:extLst>
          </p:cNvPr>
          <p:cNvSpPr>
            <a:spLocks noGrp="1"/>
          </p:cNvSpPr>
          <p:nvPr/>
        </p:nvSpPr>
        <p:spPr>
          <a:xfrm>
            <a:off x="7528620" y="4440585"/>
            <a:ext cx="3934420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8-dom-5-3-3-1-1-4-0-0-text-0">
            <a:extLst>
              <a:ext uri="{FF2B5EF4-FFF2-40B4-BE49-F238E27FC236}">
                <a16:creationId xmlns:a16="http://schemas.microsoft.com/office/drawing/2014/main" id="{E1EF7613-622B-49EA-A23F-17459BC2533F}"/>
              </a:ext>
            </a:extLst>
          </p:cNvPr>
          <p:cNvSpPr>
            <a:spLocks noGrp="1"/>
          </p:cNvSpPr>
          <p:nvPr/>
        </p:nvSpPr>
        <p:spPr>
          <a:xfrm>
            <a:off x="7752457" y="4550122"/>
            <a:ext cx="353437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✓ vehicle reaches 350 bar</a:t>
            </a:r>
          </a:p>
        </p:txBody>
      </p:sp>
      <p:sp>
        <p:nvSpPr>
          <p:cNvPr id="70" name="!!source-8-dom-5-3-3-1-1-4-1-fill">
            <a:extLst>
              <a:ext uri="{FF2B5EF4-FFF2-40B4-BE49-F238E27FC236}">
                <a16:creationId xmlns:a16="http://schemas.microsoft.com/office/drawing/2014/main" id="{7497B339-5288-42BD-A7FD-89F8D83AF880}"/>
              </a:ext>
            </a:extLst>
          </p:cNvPr>
          <p:cNvSpPr>
            <a:spLocks noGrp="1"/>
          </p:cNvSpPr>
          <p:nvPr/>
        </p:nvSpPr>
        <p:spPr>
          <a:xfrm>
            <a:off x="7514332" y="5131147"/>
            <a:ext cx="3962995" cy="624781"/>
          </a:xfrm>
          <a:prstGeom prst="roundRect">
            <a:avLst>
              <a:gd name="adj" fmla="val 9147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1" name="!!source-8-dom-5-3-3-1-1-4-1-outline">
            <a:extLst>
              <a:ext uri="{FF2B5EF4-FFF2-40B4-BE49-F238E27FC236}">
                <a16:creationId xmlns:a16="http://schemas.microsoft.com/office/drawing/2014/main" id="{E552C44C-172D-4C7D-B340-DD3A65F704B4}"/>
              </a:ext>
            </a:extLst>
          </p:cNvPr>
          <p:cNvSpPr>
            <a:spLocks noGrp="1"/>
          </p:cNvSpPr>
          <p:nvPr/>
        </p:nvSpPr>
        <p:spPr>
          <a:xfrm>
            <a:off x="7528620" y="5145434"/>
            <a:ext cx="3934420" cy="596206"/>
          </a:xfrm>
          <a:prstGeom prst="roundRect">
            <a:avLst>
              <a:gd name="adj" fmla="val 9586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8-dom-5-3-3-1-1-4-1-0-text-0">
            <a:extLst>
              <a:ext uri="{FF2B5EF4-FFF2-40B4-BE49-F238E27FC236}">
                <a16:creationId xmlns:a16="http://schemas.microsoft.com/office/drawing/2014/main" id="{8EF42C29-82FA-4D00-A982-AAFD76D87ED8}"/>
              </a:ext>
            </a:extLst>
          </p:cNvPr>
          <p:cNvSpPr>
            <a:spLocks noGrp="1"/>
          </p:cNvSpPr>
          <p:nvPr/>
        </p:nvSpPr>
        <p:spPr>
          <a:xfrm>
            <a:off x="7752457" y="5254972"/>
            <a:ext cx="47223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= P</a:t>
            </a:r>
          </a:p>
        </p:txBody>
      </p:sp>
      <p:sp>
        <p:nvSpPr>
          <p:cNvPr id="73" name="!!source-8-dom-5-3-3-1-1-4-1-1-0-text-0">
            <a:extLst>
              <a:ext uri="{FF2B5EF4-FFF2-40B4-BE49-F238E27FC236}">
                <a16:creationId xmlns:a16="http://schemas.microsoft.com/office/drawing/2014/main" id="{57ACB51B-3703-45A3-87F7-B81B6D21DEAE}"/>
              </a:ext>
            </a:extLst>
          </p:cNvPr>
          <p:cNvSpPr>
            <a:spLocks noGrp="1"/>
          </p:cNvSpPr>
          <p:nvPr/>
        </p:nvSpPr>
        <p:spPr>
          <a:xfrm>
            <a:off x="8177064" y="5355878"/>
            <a:ext cx="21416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750" b="0" i="0" spc="-4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74" name="!!source-8-dom-5-3-3-1-1-4-1-2-text-0">
            <a:extLst>
              <a:ext uri="{FF2B5EF4-FFF2-40B4-BE49-F238E27FC236}">
                <a16:creationId xmlns:a16="http://schemas.microsoft.com/office/drawing/2014/main" id="{A739C7B5-998A-4D58-8FA1-90F01D25F51C}"/>
              </a:ext>
            </a:extLst>
          </p:cNvPr>
          <p:cNvSpPr>
            <a:spLocks noGrp="1"/>
          </p:cNvSpPr>
          <p:nvPr/>
        </p:nvSpPr>
        <p:spPr>
          <a:xfrm>
            <a:off x="8343603" y="5254972"/>
            <a:ext cx="236726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equalises with P</a:t>
            </a:r>
          </a:p>
        </p:txBody>
      </p:sp>
      <p:sp>
        <p:nvSpPr>
          <p:cNvPr id="75" name="!!source-8-dom-5-3-3-1-1-4-1-3-0-text-0">
            <a:extLst>
              <a:ext uri="{FF2B5EF4-FFF2-40B4-BE49-F238E27FC236}">
                <a16:creationId xmlns:a16="http://schemas.microsoft.com/office/drawing/2014/main" id="{2DC73BB2-76FF-4690-95C9-78617082BA95}"/>
              </a:ext>
            </a:extLst>
          </p:cNvPr>
          <p:cNvSpPr>
            <a:spLocks noGrp="1"/>
          </p:cNvSpPr>
          <p:nvPr/>
        </p:nvSpPr>
        <p:spPr>
          <a:xfrm>
            <a:off x="10663238" y="5355878"/>
            <a:ext cx="46330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750" b="0" i="0" spc="-4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</a:t>
            </a:r>
          </a:p>
        </p:txBody>
      </p:sp>
      <p:sp>
        <p:nvSpPr>
          <p:cNvPr id="76" name="!!source-8-dom-5-5-fill">
            <a:extLst>
              <a:ext uri="{FF2B5EF4-FFF2-40B4-BE49-F238E27FC236}">
                <a16:creationId xmlns:a16="http://schemas.microsoft.com/office/drawing/2014/main" id="{7CE7D1A8-BC3F-4F04-83CA-3B626C3B49FF}"/>
              </a:ext>
            </a:extLst>
          </p:cNvPr>
          <p:cNvSpPr>
            <a:spLocks noGrp="1"/>
          </p:cNvSpPr>
          <p:nvPr/>
        </p:nvSpPr>
        <p:spPr>
          <a:xfrm>
            <a:off x="1047750" y="4105275"/>
            <a:ext cx="16192501" cy="6858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8-dom-5-5-outline">
            <a:extLst>
              <a:ext uri="{FF2B5EF4-FFF2-40B4-BE49-F238E27FC236}">
                <a16:creationId xmlns:a16="http://schemas.microsoft.com/office/drawing/2014/main" id="{5D45ACD7-782D-492B-9A44-30C8F21452A4}"/>
              </a:ext>
            </a:extLst>
          </p:cNvPr>
          <p:cNvSpPr>
            <a:spLocks noGrp="1"/>
          </p:cNvSpPr>
          <p:nvPr/>
        </p:nvSpPr>
        <p:spPr>
          <a:xfrm>
            <a:off x="1062037" y="4119562"/>
            <a:ext cx="16163926" cy="6572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!!source-8-dom-5-5-1-0-fill">
            <a:extLst>
              <a:ext uri="{FF2B5EF4-FFF2-40B4-BE49-F238E27FC236}">
                <a16:creationId xmlns:a16="http://schemas.microsoft.com/office/drawing/2014/main" id="{829931E8-F4CF-41C7-80B7-8BF2EF67C31A}"/>
              </a:ext>
            </a:extLst>
          </p:cNvPr>
          <p:cNvSpPr>
            <a:spLocks noGrp="1"/>
          </p:cNvSpPr>
          <p:nvPr/>
        </p:nvSpPr>
        <p:spPr>
          <a:xfrm>
            <a:off x="1362075" y="4200525"/>
            <a:ext cx="495300" cy="4953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8-dom-5-5-1-0-0-text-0">
            <a:extLst>
              <a:ext uri="{FF2B5EF4-FFF2-40B4-BE49-F238E27FC236}">
                <a16:creationId xmlns:a16="http://schemas.microsoft.com/office/drawing/2014/main" id="{FCB9FF73-C6FF-498C-9447-F85BC9B8B726}"/>
              </a:ext>
            </a:extLst>
          </p:cNvPr>
          <p:cNvSpPr>
            <a:spLocks noGrp="1"/>
          </p:cNvSpPr>
          <p:nvPr/>
        </p:nvSpPr>
        <p:spPr>
          <a:xfrm>
            <a:off x="1530697" y="4286250"/>
            <a:ext cx="20553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80" name="!!source-8-dom-5-5-1-1-0-text-0">
            <a:extLst>
              <a:ext uri="{FF2B5EF4-FFF2-40B4-BE49-F238E27FC236}">
                <a16:creationId xmlns:a16="http://schemas.microsoft.com/office/drawing/2014/main" id="{62BECE87-9979-497F-B210-403AAD2DA4B1}"/>
              </a:ext>
            </a:extLst>
          </p:cNvPr>
          <p:cNvSpPr>
            <a:spLocks noGrp="1"/>
          </p:cNvSpPr>
          <p:nvPr/>
        </p:nvSpPr>
        <p:spPr>
          <a:xfrm>
            <a:off x="2085975" y="4271963"/>
            <a:ext cx="1398389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Length ≤ </a:t>
            </a:r>
          </a:p>
        </p:txBody>
      </p:sp>
      <p:sp>
        <p:nvSpPr>
          <p:cNvPr id="81" name="!!source-8-dom-5-5-1-1-1-0-text-0">
            <a:extLst>
              <a:ext uri="{FF2B5EF4-FFF2-40B4-BE49-F238E27FC236}">
                <a16:creationId xmlns:a16="http://schemas.microsoft.com/office/drawing/2014/main" id="{DC80201F-08A6-4556-A1D4-7704DA12762B}"/>
              </a:ext>
            </a:extLst>
          </p:cNvPr>
          <p:cNvSpPr>
            <a:spLocks noGrp="1"/>
          </p:cNvSpPr>
          <p:nvPr/>
        </p:nvSpPr>
        <p:spPr>
          <a:xfrm>
            <a:off x="3436739" y="4271963"/>
            <a:ext cx="109760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 steps</a:t>
            </a:r>
          </a:p>
        </p:txBody>
      </p:sp>
      <p:sp>
        <p:nvSpPr>
          <p:cNvPr id="82" name="!!source-8-dom-5-5-1-1-2-text-0">
            <a:extLst>
              <a:ext uri="{FF2B5EF4-FFF2-40B4-BE49-F238E27FC236}">
                <a16:creationId xmlns:a16="http://schemas.microsoft.com/office/drawing/2014/main" id="{60B20571-A6B4-4D04-895C-D61B4C673E52}"/>
              </a:ext>
            </a:extLst>
          </p:cNvPr>
          <p:cNvSpPr>
            <a:spLocks noGrp="1"/>
          </p:cNvSpPr>
          <p:nvPr/>
        </p:nvSpPr>
        <p:spPr>
          <a:xfrm>
            <a:off x="4486721" y="4271963"/>
            <a:ext cx="270867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, repeats pruned → </a:t>
            </a:r>
          </a:p>
        </p:txBody>
      </p:sp>
      <p:sp>
        <p:nvSpPr>
          <p:cNvPr id="83" name="!!source-8-dom-5-5-1-1-3-0-text-0">
            <a:extLst>
              <a:ext uri="{FF2B5EF4-FFF2-40B4-BE49-F238E27FC236}">
                <a16:creationId xmlns:a16="http://schemas.microsoft.com/office/drawing/2014/main" id="{A0C9CF41-BF22-4272-B6ED-F687FFC6C469}"/>
              </a:ext>
            </a:extLst>
          </p:cNvPr>
          <p:cNvSpPr>
            <a:spLocks noGrp="1"/>
          </p:cNvSpPr>
          <p:nvPr/>
        </p:nvSpPr>
        <p:spPr>
          <a:xfrm>
            <a:off x="7147768" y="4271963"/>
            <a:ext cx="213285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36 candidates</a:t>
            </a:r>
          </a:p>
        </p:txBody>
      </p:sp>
      <p:sp>
        <p:nvSpPr>
          <p:cNvPr id="84" name="!!source-8-dom-5-5-3-0-fill">
            <a:extLst>
              <a:ext uri="{FF2B5EF4-FFF2-40B4-BE49-F238E27FC236}">
                <a16:creationId xmlns:a16="http://schemas.microsoft.com/office/drawing/2014/main" id="{003AE02F-710F-466F-894F-DA580BBDFCED}"/>
              </a:ext>
            </a:extLst>
          </p:cNvPr>
          <p:cNvSpPr>
            <a:spLocks noGrp="1"/>
          </p:cNvSpPr>
          <p:nvPr/>
        </p:nvSpPr>
        <p:spPr>
          <a:xfrm>
            <a:off x="1362075" y="541020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8-dom-5-5-3-0-0-text-0">
            <a:extLst>
              <a:ext uri="{FF2B5EF4-FFF2-40B4-BE49-F238E27FC236}">
                <a16:creationId xmlns:a16="http://schemas.microsoft.com/office/drawing/2014/main" id="{8805ED9A-8F4B-4E09-93C7-F497549FC744}"/>
              </a:ext>
            </a:extLst>
          </p:cNvPr>
          <p:cNvSpPr>
            <a:spLocks noGrp="1"/>
          </p:cNvSpPr>
          <p:nvPr/>
        </p:nvSpPr>
        <p:spPr>
          <a:xfrm>
            <a:off x="1530697" y="5495925"/>
            <a:ext cx="20553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86" name="!!source-8-dom-5-5-3-1-0-0-text-0">
            <a:extLst>
              <a:ext uri="{FF2B5EF4-FFF2-40B4-BE49-F238E27FC236}">
                <a16:creationId xmlns:a16="http://schemas.microsoft.com/office/drawing/2014/main" id="{9911B4F5-F625-4E1F-BE81-D3A81AD2BFB7}"/>
              </a:ext>
            </a:extLst>
          </p:cNvPr>
          <p:cNvSpPr>
            <a:spLocks noGrp="1"/>
          </p:cNvSpPr>
          <p:nvPr/>
        </p:nvSpPr>
        <p:spPr>
          <a:xfrm>
            <a:off x="2238375" y="4471988"/>
            <a:ext cx="292283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Length capped at </a:t>
            </a:r>
          </a:p>
        </p:txBody>
      </p:sp>
      <p:sp>
        <p:nvSpPr>
          <p:cNvPr id="87" name="!!source-8-dom-5-5-3-1-0-1-0-text-0">
            <a:extLst>
              <a:ext uri="{FF2B5EF4-FFF2-40B4-BE49-F238E27FC236}">
                <a16:creationId xmlns:a16="http://schemas.microsoft.com/office/drawing/2014/main" id="{8EDF6A48-B482-4396-BD38-819E7209C91E}"/>
              </a:ext>
            </a:extLst>
          </p:cNvPr>
          <p:cNvSpPr>
            <a:spLocks noGrp="1"/>
          </p:cNvSpPr>
          <p:nvPr/>
        </p:nvSpPr>
        <p:spPr>
          <a:xfrm>
            <a:off x="5113585" y="4471988"/>
            <a:ext cx="116755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 steps</a:t>
            </a:r>
          </a:p>
        </p:txBody>
      </p:sp>
      <p:sp>
        <p:nvSpPr>
          <p:cNvPr id="88" name="!!source-8-dom-5-5-3-1-0-2-text-0">
            <a:extLst>
              <a:ext uri="{FF2B5EF4-FFF2-40B4-BE49-F238E27FC236}">
                <a16:creationId xmlns:a16="http://schemas.microsoft.com/office/drawing/2014/main" id="{50077FF6-1F5A-495A-9BEB-DF894AC2764D}"/>
              </a:ext>
            </a:extLst>
          </p:cNvPr>
          <p:cNvSpPr>
            <a:spLocks noGrp="1"/>
          </p:cNvSpPr>
          <p:nvPr/>
        </p:nvSpPr>
        <p:spPr>
          <a:xfrm>
            <a:off x="6233517" y="4471988"/>
            <a:ext cx="262294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; repeats pruned</a:t>
            </a:r>
          </a:p>
        </p:txBody>
      </p:sp>
      <p:sp>
        <p:nvSpPr>
          <p:cNvPr id="89" name="!!source-8-dom-5-5-3-1-1-0-0-0-text-0">
            <a:extLst>
              <a:ext uri="{FF2B5EF4-FFF2-40B4-BE49-F238E27FC236}">
                <a16:creationId xmlns:a16="http://schemas.microsoft.com/office/drawing/2014/main" id="{5CF5CFF4-FA7F-4CD8-AEAA-9061E0AAF60D}"/>
              </a:ext>
            </a:extLst>
          </p:cNvPr>
          <p:cNvSpPr>
            <a:spLocks noGrp="1"/>
          </p:cNvSpPr>
          <p:nvPr/>
        </p:nvSpPr>
        <p:spPr>
          <a:xfrm>
            <a:off x="2238375" y="5119687"/>
            <a:ext cx="789087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 step</a:t>
            </a:r>
          </a:p>
        </p:txBody>
      </p:sp>
      <p:sp>
        <p:nvSpPr>
          <p:cNvPr id="90" name="!!source-8-dom-5-5-3-1-1-0-1-0-fill">
            <a:extLst>
              <a:ext uri="{FF2B5EF4-FFF2-40B4-BE49-F238E27FC236}">
                <a16:creationId xmlns:a16="http://schemas.microsoft.com/office/drawing/2014/main" id="{5DB9E1DB-4A94-4F04-A022-4EAA32343EBA}"/>
              </a:ext>
            </a:extLst>
          </p:cNvPr>
          <p:cNvSpPr>
            <a:spLocks noGrp="1"/>
          </p:cNvSpPr>
          <p:nvPr/>
        </p:nvSpPr>
        <p:spPr>
          <a:xfrm>
            <a:off x="3857625" y="5014913"/>
            <a:ext cx="638026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1" name="!!source-8-dom-5-5-3-1-1-0-1-0-outline">
            <a:extLst>
              <a:ext uri="{FF2B5EF4-FFF2-40B4-BE49-F238E27FC236}">
                <a16:creationId xmlns:a16="http://schemas.microsoft.com/office/drawing/2014/main" id="{27EDA2DB-A4B8-4A03-80B2-B8D272CBE58A}"/>
              </a:ext>
            </a:extLst>
          </p:cNvPr>
          <p:cNvSpPr>
            <a:spLocks noGrp="1"/>
          </p:cNvSpPr>
          <p:nvPr/>
        </p:nvSpPr>
        <p:spPr>
          <a:xfrm>
            <a:off x="3871913" y="5029200"/>
            <a:ext cx="609451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2" name="!!source-8-dom-5-5-3-1-1-0-1-0-0-text-0">
            <a:extLst>
              <a:ext uri="{FF2B5EF4-FFF2-40B4-BE49-F238E27FC236}">
                <a16:creationId xmlns:a16="http://schemas.microsoft.com/office/drawing/2014/main" id="{384CF3B9-46AA-4824-9749-028249F4FD6B}"/>
              </a:ext>
            </a:extLst>
          </p:cNvPr>
          <p:cNvSpPr>
            <a:spLocks noGrp="1"/>
          </p:cNvSpPr>
          <p:nvPr/>
        </p:nvSpPr>
        <p:spPr>
          <a:xfrm>
            <a:off x="4076700" y="5119687"/>
            <a:ext cx="247502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93" name="!!source-8-dom-5-5-3-1-1-0-2-0-text-0">
            <a:extLst>
              <a:ext uri="{FF2B5EF4-FFF2-40B4-BE49-F238E27FC236}">
                <a16:creationId xmlns:a16="http://schemas.microsoft.com/office/drawing/2014/main" id="{5AA4A0F0-AB69-4DCA-846F-D934BA52645B}"/>
              </a:ext>
            </a:extLst>
          </p:cNvPr>
          <p:cNvSpPr>
            <a:spLocks noGrp="1"/>
          </p:cNvSpPr>
          <p:nvPr/>
        </p:nvSpPr>
        <p:spPr>
          <a:xfrm>
            <a:off x="8343900" y="5119687"/>
            <a:ext cx="217587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94" name="!!source-8-dom-5-5-3-1-1-0-3-0-text-0">
            <a:extLst>
              <a:ext uri="{FF2B5EF4-FFF2-40B4-BE49-F238E27FC236}">
                <a16:creationId xmlns:a16="http://schemas.microsoft.com/office/drawing/2014/main" id="{C861A55D-8FFA-4457-B296-15FD039E6239}"/>
              </a:ext>
            </a:extLst>
          </p:cNvPr>
          <p:cNvSpPr>
            <a:spLocks noGrp="1"/>
          </p:cNvSpPr>
          <p:nvPr/>
        </p:nvSpPr>
        <p:spPr>
          <a:xfrm>
            <a:off x="2238375" y="5767388"/>
            <a:ext cx="9745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 steps</a:t>
            </a:r>
          </a:p>
        </p:txBody>
      </p:sp>
      <p:sp>
        <p:nvSpPr>
          <p:cNvPr id="95" name="!!source-8-dom-5-5-3-1-1-0-4-0-fill">
            <a:extLst>
              <a:ext uri="{FF2B5EF4-FFF2-40B4-BE49-F238E27FC236}">
                <a16:creationId xmlns:a16="http://schemas.microsoft.com/office/drawing/2014/main" id="{B716C454-7C18-46B3-8559-9ADC4FF478EF}"/>
              </a:ext>
            </a:extLst>
          </p:cNvPr>
          <p:cNvSpPr>
            <a:spLocks noGrp="1"/>
          </p:cNvSpPr>
          <p:nvPr/>
        </p:nvSpPr>
        <p:spPr>
          <a:xfrm>
            <a:off x="3857625" y="5662613"/>
            <a:ext cx="638026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6" name="!!source-8-dom-5-5-3-1-1-0-4-0-outline">
            <a:extLst>
              <a:ext uri="{FF2B5EF4-FFF2-40B4-BE49-F238E27FC236}">
                <a16:creationId xmlns:a16="http://schemas.microsoft.com/office/drawing/2014/main" id="{02FC8575-F117-46DE-958D-F217D664D33C}"/>
              </a:ext>
            </a:extLst>
          </p:cNvPr>
          <p:cNvSpPr>
            <a:spLocks noGrp="1"/>
          </p:cNvSpPr>
          <p:nvPr/>
        </p:nvSpPr>
        <p:spPr>
          <a:xfrm>
            <a:off x="3871913" y="5676900"/>
            <a:ext cx="609451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7" name="!!source-8-dom-5-5-3-1-1-0-4-0-0-text-0">
            <a:extLst>
              <a:ext uri="{FF2B5EF4-FFF2-40B4-BE49-F238E27FC236}">
                <a16:creationId xmlns:a16="http://schemas.microsoft.com/office/drawing/2014/main" id="{CB9B84BC-3647-4451-BA92-EB5E74690807}"/>
              </a:ext>
            </a:extLst>
          </p:cNvPr>
          <p:cNvSpPr>
            <a:spLocks noGrp="1"/>
          </p:cNvSpPr>
          <p:nvPr/>
        </p:nvSpPr>
        <p:spPr>
          <a:xfrm>
            <a:off x="4076700" y="5767388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98" name="!!source-8-dom-5-5-3-1-1-0-4-1-0-fill">
            <a:extLst>
              <a:ext uri="{FF2B5EF4-FFF2-40B4-BE49-F238E27FC236}">
                <a16:creationId xmlns:a16="http://schemas.microsoft.com/office/drawing/2014/main" id="{0EAE41A9-0163-40CE-9AD1-0010E0BD6D49}"/>
              </a:ext>
            </a:extLst>
          </p:cNvPr>
          <p:cNvSpPr>
            <a:spLocks noGrp="1"/>
          </p:cNvSpPr>
          <p:nvPr/>
        </p:nvSpPr>
        <p:spPr>
          <a:xfrm>
            <a:off x="4590901" y="5910263"/>
            <a:ext cx="22860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9" name="!!source-8-dom-5-5-3-1-1-0-4-1-1-border-Top">
            <a:extLst>
              <a:ext uri="{FF2B5EF4-FFF2-40B4-BE49-F238E27FC236}">
                <a16:creationId xmlns:a16="http://schemas.microsoft.com/office/drawing/2014/main" id="{ADE5C6B9-3C4B-479B-A9F0-D520C707630F}"/>
              </a:ext>
            </a:extLst>
          </p:cNvPr>
          <p:cNvSpPr>
            <a:spLocks noGrp="1"/>
          </p:cNvSpPr>
          <p:nvPr/>
        </p:nvSpPr>
        <p:spPr>
          <a:xfrm>
            <a:off x="4819501" y="58340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8-dom-5-5-3-1-1-0-4-1-1-border-Bottom">
            <a:extLst>
              <a:ext uri="{FF2B5EF4-FFF2-40B4-BE49-F238E27FC236}">
                <a16:creationId xmlns:a16="http://schemas.microsoft.com/office/drawing/2014/main" id="{8F512183-1449-471A-87F0-9BCBCEFAC514}"/>
              </a:ext>
            </a:extLst>
          </p:cNvPr>
          <p:cNvSpPr>
            <a:spLocks noGrp="1"/>
          </p:cNvSpPr>
          <p:nvPr/>
        </p:nvSpPr>
        <p:spPr>
          <a:xfrm>
            <a:off x="4819501" y="58340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1" name="!!source-8-dom-5-5-3-1-1-0-4-1-1-border-Left">
            <a:extLst>
              <a:ext uri="{FF2B5EF4-FFF2-40B4-BE49-F238E27FC236}">
                <a16:creationId xmlns:a16="http://schemas.microsoft.com/office/drawing/2014/main" id="{00E2A23E-02DA-4874-B552-BCB7671295AA}"/>
              </a:ext>
            </a:extLst>
          </p:cNvPr>
          <p:cNvSpPr>
            <a:spLocks noGrp="1"/>
          </p:cNvSpPr>
          <p:nvPr/>
        </p:nvSpPr>
        <p:spPr>
          <a:xfrm>
            <a:off x="4819501" y="58340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2" name="!!source-8-dom-5-5-3-1-1-0-4-2-fill">
            <a:extLst>
              <a:ext uri="{FF2B5EF4-FFF2-40B4-BE49-F238E27FC236}">
                <a16:creationId xmlns:a16="http://schemas.microsoft.com/office/drawing/2014/main" id="{324F70D4-A11A-4967-851C-6DDA219CA0DB}"/>
              </a:ext>
            </a:extLst>
          </p:cNvPr>
          <p:cNvSpPr>
            <a:spLocks noGrp="1"/>
          </p:cNvSpPr>
          <p:nvPr/>
        </p:nvSpPr>
        <p:spPr>
          <a:xfrm>
            <a:off x="5067151" y="5662613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3" name="!!source-8-dom-5-5-3-1-1-0-4-2-outline">
            <a:extLst>
              <a:ext uri="{FF2B5EF4-FFF2-40B4-BE49-F238E27FC236}">
                <a16:creationId xmlns:a16="http://schemas.microsoft.com/office/drawing/2014/main" id="{61A798B7-BB37-4CB7-9D64-2B0372AFCBF8}"/>
              </a:ext>
            </a:extLst>
          </p:cNvPr>
          <p:cNvSpPr>
            <a:spLocks noGrp="1"/>
          </p:cNvSpPr>
          <p:nvPr/>
        </p:nvSpPr>
        <p:spPr>
          <a:xfrm>
            <a:off x="5081439" y="56769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8-dom-5-5-3-1-1-0-4-2-0-text-0">
            <a:extLst>
              <a:ext uri="{FF2B5EF4-FFF2-40B4-BE49-F238E27FC236}">
                <a16:creationId xmlns:a16="http://schemas.microsoft.com/office/drawing/2014/main" id="{C2BE1E23-D04E-4DC7-8FA1-64AF29DF2FA9}"/>
              </a:ext>
            </a:extLst>
          </p:cNvPr>
          <p:cNvSpPr>
            <a:spLocks noGrp="1"/>
          </p:cNvSpPr>
          <p:nvPr/>
        </p:nvSpPr>
        <p:spPr>
          <a:xfrm>
            <a:off x="5286226" y="5767388"/>
            <a:ext cx="2506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05" name="!!source-8-dom-5-5-3-1-1-0-5-0-text-0">
            <a:extLst>
              <a:ext uri="{FF2B5EF4-FFF2-40B4-BE49-F238E27FC236}">
                <a16:creationId xmlns:a16="http://schemas.microsoft.com/office/drawing/2014/main" id="{5840CEEB-EB3D-47A9-B50C-DA3342F32A42}"/>
              </a:ext>
            </a:extLst>
          </p:cNvPr>
          <p:cNvSpPr>
            <a:spLocks noGrp="1"/>
          </p:cNvSpPr>
          <p:nvPr/>
        </p:nvSpPr>
        <p:spPr>
          <a:xfrm>
            <a:off x="8343900" y="5767388"/>
            <a:ext cx="38665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30</a:t>
            </a:r>
          </a:p>
        </p:txBody>
      </p:sp>
      <p:sp>
        <p:nvSpPr>
          <p:cNvPr id="106" name="!!source-8-dom-5-5-3-1-1-0-6-0-text-0">
            <a:extLst>
              <a:ext uri="{FF2B5EF4-FFF2-40B4-BE49-F238E27FC236}">
                <a16:creationId xmlns:a16="http://schemas.microsoft.com/office/drawing/2014/main" id="{10C5B22A-9C5E-4677-BEE3-2DE0E875DA2A}"/>
              </a:ext>
            </a:extLst>
          </p:cNvPr>
          <p:cNvSpPr>
            <a:spLocks noGrp="1"/>
          </p:cNvSpPr>
          <p:nvPr/>
        </p:nvSpPr>
        <p:spPr>
          <a:xfrm>
            <a:off x="2238375" y="6415087"/>
            <a:ext cx="9734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 steps</a:t>
            </a:r>
          </a:p>
        </p:txBody>
      </p:sp>
      <p:sp>
        <p:nvSpPr>
          <p:cNvPr id="107" name="!!source-8-dom-5-5-3-1-1-0-7-0-fill">
            <a:extLst>
              <a:ext uri="{FF2B5EF4-FFF2-40B4-BE49-F238E27FC236}">
                <a16:creationId xmlns:a16="http://schemas.microsoft.com/office/drawing/2014/main" id="{BB51C78A-8E7B-423E-B2E1-61E99CF4F63E}"/>
              </a:ext>
            </a:extLst>
          </p:cNvPr>
          <p:cNvSpPr>
            <a:spLocks noGrp="1"/>
          </p:cNvSpPr>
          <p:nvPr/>
        </p:nvSpPr>
        <p:spPr>
          <a:xfrm>
            <a:off x="3857625" y="6310312"/>
            <a:ext cx="638026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8-dom-5-5-3-1-1-0-7-0-outline">
            <a:extLst>
              <a:ext uri="{FF2B5EF4-FFF2-40B4-BE49-F238E27FC236}">
                <a16:creationId xmlns:a16="http://schemas.microsoft.com/office/drawing/2014/main" id="{4669CD48-BC36-4268-A7C9-22A9F3A69BBC}"/>
              </a:ext>
            </a:extLst>
          </p:cNvPr>
          <p:cNvSpPr>
            <a:spLocks noGrp="1"/>
          </p:cNvSpPr>
          <p:nvPr/>
        </p:nvSpPr>
        <p:spPr>
          <a:xfrm>
            <a:off x="3871913" y="6324600"/>
            <a:ext cx="609451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8-dom-5-5-3-1-1-0-7-0-0-text-0">
            <a:extLst>
              <a:ext uri="{FF2B5EF4-FFF2-40B4-BE49-F238E27FC236}">
                <a16:creationId xmlns:a16="http://schemas.microsoft.com/office/drawing/2014/main" id="{8D6E9FF2-7028-4335-828A-1F8A27DFE330}"/>
              </a:ext>
            </a:extLst>
          </p:cNvPr>
          <p:cNvSpPr>
            <a:spLocks noGrp="1"/>
          </p:cNvSpPr>
          <p:nvPr/>
        </p:nvSpPr>
        <p:spPr>
          <a:xfrm>
            <a:off x="4076700" y="6415087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10" name="!!source-8-dom-5-5-3-1-1-0-7-1-0-fill">
            <a:extLst>
              <a:ext uri="{FF2B5EF4-FFF2-40B4-BE49-F238E27FC236}">
                <a16:creationId xmlns:a16="http://schemas.microsoft.com/office/drawing/2014/main" id="{3D106C14-3A89-44DE-9792-58388D51CF58}"/>
              </a:ext>
            </a:extLst>
          </p:cNvPr>
          <p:cNvSpPr>
            <a:spLocks noGrp="1"/>
          </p:cNvSpPr>
          <p:nvPr/>
        </p:nvSpPr>
        <p:spPr>
          <a:xfrm>
            <a:off x="4590901" y="6557962"/>
            <a:ext cx="22860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8-dom-5-5-3-1-1-0-7-1-1-border-Top">
            <a:extLst>
              <a:ext uri="{FF2B5EF4-FFF2-40B4-BE49-F238E27FC236}">
                <a16:creationId xmlns:a16="http://schemas.microsoft.com/office/drawing/2014/main" id="{C8D53E84-A9B5-456E-A379-56FC38A7F7B1}"/>
              </a:ext>
            </a:extLst>
          </p:cNvPr>
          <p:cNvSpPr>
            <a:spLocks noGrp="1"/>
          </p:cNvSpPr>
          <p:nvPr/>
        </p:nvSpPr>
        <p:spPr>
          <a:xfrm>
            <a:off x="4819501" y="64817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8-dom-5-5-3-1-1-0-7-1-1-border-Bottom">
            <a:extLst>
              <a:ext uri="{FF2B5EF4-FFF2-40B4-BE49-F238E27FC236}">
                <a16:creationId xmlns:a16="http://schemas.microsoft.com/office/drawing/2014/main" id="{ED34526C-939C-4431-94FC-5BEB8F6F6F7F}"/>
              </a:ext>
            </a:extLst>
          </p:cNvPr>
          <p:cNvSpPr>
            <a:spLocks noGrp="1"/>
          </p:cNvSpPr>
          <p:nvPr/>
        </p:nvSpPr>
        <p:spPr>
          <a:xfrm>
            <a:off x="4819501" y="64817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!!source-8-dom-5-5-3-1-1-0-7-1-1-border-Left">
            <a:extLst>
              <a:ext uri="{FF2B5EF4-FFF2-40B4-BE49-F238E27FC236}">
                <a16:creationId xmlns:a16="http://schemas.microsoft.com/office/drawing/2014/main" id="{EE85D896-86AF-4701-B15F-1C75A9280E14}"/>
              </a:ext>
            </a:extLst>
          </p:cNvPr>
          <p:cNvSpPr>
            <a:spLocks noGrp="1"/>
          </p:cNvSpPr>
          <p:nvPr/>
        </p:nvSpPr>
        <p:spPr>
          <a:xfrm>
            <a:off x="4819501" y="64817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8-dom-5-5-3-1-1-0-7-2-fill">
            <a:extLst>
              <a:ext uri="{FF2B5EF4-FFF2-40B4-BE49-F238E27FC236}">
                <a16:creationId xmlns:a16="http://schemas.microsoft.com/office/drawing/2014/main" id="{93FAEDC7-70FC-4D16-847F-33684057FC8A}"/>
              </a:ext>
            </a:extLst>
          </p:cNvPr>
          <p:cNvSpPr>
            <a:spLocks noGrp="1"/>
          </p:cNvSpPr>
          <p:nvPr/>
        </p:nvSpPr>
        <p:spPr>
          <a:xfrm>
            <a:off x="5067151" y="6310312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8-dom-5-5-3-1-1-0-7-2-outline">
            <a:extLst>
              <a:ext uri="{FF2B5EF4-FFF2-40B4-BE49-F238E27FC236}">
                <a16:creationId xmlns:a16="http://schemas.microsoft.com/office/drawing/2014/main" id="{3681E15D-84EC-45B5-A47B-AD8DE085DCDB}"/>
              </a:ext>
            </a:extLst>
          </p:cNvPr>
          <p:cNvSpPr>
            <a:spLocks noGrp="1"/>
          </p:cNvSpPr>
          <p:nvPr/>
        </p:nvSpPr>
        <p:spPr>
          <a:xfrm>
            <a:off x="5081439" y="63246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8-dom-5-5-3-1-1-0-7-2-0-text-0">
            <a:extLst>
              <a:ext uri="{FF2B5EF4-FFF2-40B4-BE49-F238E27FC236}">
                <a16:creationId xmlns:a16="http://schemas.microsoft.com/office/drawing/2014/main" id="{C566D9CE-C0C2-49B2-9B7D-C740A6D8DA72}"/>
              </a:ext>
            </a:extLst>
          </p:cNvPr>
          <p:cNvSpPr>
            <a:spLocks noGrp="1"/>
          </p:cNvSpPr>
          <p:nvPr/>
        </p:nvSpPr>
        <p:spPr>
          <a:xfrm>
            <a:off x="5286226" y="6415087"/>
            <a:ext cx="2506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17" name="!!source-8-dom-5-5-3-1-1-0-7-3-0-fill">
            <a:extLst>
              <a:ext uri="{FF2B5EF4-FFF2-40B4-BE49-F238E27FC236}">
                <a16:creationId xmlns:a16="http://schemas.microsoft.com/office/drawing/2014/main" id="{E3968341-2DA3-4FE6-8E0C-34258F6AB8C8}"/>
              </a:ext>
            </a:extLst>
          </p:cNvPr>
          <p:cNvSpPr>
            <a:spLocks noGrp="1"/>
          </p:cNvSpPr>
          <p:nvPr/>
        </p:nvSpPr>
        <p:spPr>
          <a:xfrm>
            <a:off x="5803553" y="6557962"/>
            <a:ext cx="22860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8-dom-5-5-3-1-1-0-7-3-1-border-Top">
            <a:extLst>
              <a:ext uri="{FF2B5EF4-FFF2-40B4-BE49-F238E27FC236}">
                <a16:creationId xmlns:a16="http://schemas.microsoft.com/office/drawing/2014/main" id="{B177CE41-E693-4E59-847A-554C0A4AB357}"/>
              </a:ext>
            </a:extLst>
          </p:cNvPr>
          <p:cNvSpPr>
            <a:spLocks noGrp="1"/>
          </p:cNvSpPr>
          <p:nvPr/>
        </p:nvSpPr>
        <p:spPr>
          <a:xfrm>
            <a:off x="6032153" y="64817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8-dom-5-5-3-1-1-0-7-3-1-border-Bottom">
            <a:extLst>
              <a:ext uri="{FF2B5EF4-FFF2-40B4-BE49-F238E27FC236}">
                <a16:creationId xmlns:a16="http://schemas.microsoft.com/office/drawing/2014/main" id="{119ABDB7-5CA3-4784-96EE-AE6670BF4719}"/>
              </a:ext>
            </a:extLst>
          </p:cNvPr>
          <p:cNvSpPr>
            <a:spLocks noGrp="1"/>
          </p:cNvSpPr>
          <p:nvPr/>
        </p:nvSpPr>
        <p:spPr>
          <a:xfrm>
            <a:off x="6032153" y="64817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8-dom-5-5-3-1-1-0-7-3-1-border-Left">
            <a:extLst>
              <a:ext uri="{FF2B5EF4-FFF2-40B4-BE49-F238E27FC236}">
                <a16:creationId xmlns:a16="http://schemas.microsoft.com/office/drawing/2014/main" id="{61882FF5-FAB2-4CFD-8902-669150F7C305}"/>
              </a:ext>
            </a:extLst>
          </p:cNvPr>
          <p:cNvSpPr>
            <a:spLocks noGrp="1"/>
          </p:cNvSpPr>
          <p:nvPr/>
        </p:nvSpPr>
        <p:spPr>
          <a:xfrm>
            <a:off x="6032153" y="64817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1" name="!!source-8-dom-5-5-3-1-1-0-7-4-fill">
            <a:extLst>
              <a:ext uri="{FF2B5EF4-FFF2-40B4-BE49-F238E27FC236}">
                <a16:creationId xmlns:a16="http://schemas.microsoft.com/office/drawing/2014/main" id="{AA2E5637-61CA-4E8E-8BCD-0D4E15E26E37}"/>
              </a:ext>
            </a:extLst>
          </p:cNvPr>
          <p:cNvSpPr>
            <a:spLocks noGrp="1"/>
          </p:cNvSpPr>
          <p:nvPr/>
        </p:nvSpPr>
        <p:spPr>
          <a:xfrm>
            <a:off x="6279803" y="6310312"/>
            <a:ext cx="62969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!!source-8-dom-5-5-3-1-1-0-7-4-outline">
            <a:extLst>
              <a:ext uri="{FF2B5EF4-FFF2-40B4-BE49-F238E27FC236}">
                <a16:creationId xmlns:a16="http://schemas.microsoft.com/office/drawing/2014/main" id="{07397F3F-5017-40CC-8C75-E666A6EAF0CF}"/>
              </a:ext>
            </a:extLst>
          </p:cNvPr>
          <p:cNvSpPr>
            <a:spLocks noGrp="1"/>
          </p:cNvSpPr>
          <p:nvPr/>
        </p:nvSpPr>
        <p:spPr>
          <a:xfrm>
            <a:off x="6294090" y="6324600"/>
            <a:ext cx="60111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8-dom-5-5-3-1-1-0-7-4-0-text-0">
            <a:extLst>
              <a:ext uri="{FF2B5EF4-FFF2-40B4-BE49-F238E27FC236}">
                <a16:creationId xmlns:a16="http://schemas.microsoft.com/office/drawing/2014/main" id="{4A9798DD-E842-453B-AC2A-A7B23FD248F8}"/>
              </a:ext>
            </a:extLst>
          </p:cNvPr>
          <p:cNvSpPr>
            <a:spLocks noGrp="1"/>
          </p:cNvSpPr>
          <p:nvPr/>
        </p:nvSpPr>
        <p:spPr>
          <a:xfrm>
            <a:off x="6498878" y="6415087"/>
            <a:ext cx="2391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</a:t>
            </a:r>
          </a:p>
        </p:txBody>
      </p:sp>
      <p:sp>
        <p:nvSpPr>
          <p:cNvPr id="124" name="!!source-8-dom-5-5-3-1-1-0-8-0-text-0">
            <a:extLst>
              <a:ext uri="{FF2B5EF4-FFF2-40B4-BE49-F238E27FC236}">
                <a16:creationId xmlns:a16="http://schemas.microsoft.com/office/drawing/2014/main" id="{74AB2045-01E5-4C02-A46F-4BDEFC092B04}"/>
              </a:ext>
            </a:extLst>
          </p:cNvPr>
          <p:cNvSpPr>
            <a:spLocks noGrp="1"/>
          </p:cNvSpPr>
          <p:nvPr/>
        </p:nvSpPr>
        <p:spPr>
          <a:xfrm>
            <a:off x="8343900" y="6415087"/>
            <a:ext cx="2242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0</a:t>
            </a:r>
          </a:p>
        </p:txBody>
      </p:sp>
      <p:sp>
        <p:nvSpPr>
          <p:cNvPr id="125" name="!!source-8-dom-5-5-3-1-1-1-0-0-0-fill">
            <a:extLst>
              <a:ext uri="{FF2B5EF4-FFF2-40B4-BE49-F238E27FC236}">
                <a16:creationId xmlns:a16="http://schemas.microsoft.com/office/drawing/2014/main" id="{DB0421D4-1FEF-4A7B-A14D-09A64551B857}"/>
              </a:ext>
            </a:extLst>
          </p:cNvPr>
          <p:cNvSpPr>
            <a:spLocks noGrp="1"/>
          </p:cNvSpPr>
          <p:nvPr/>
        </p:nvSpPr>
        <p:spPr>
          <a:xfrm>
            <a:off x="9867900" y="5014913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8-dom-5-5-3-1-1-1-0-0-0-outline">
            <a:extLst>
              <a:ext uri="{FF2B5EF4-FFF2-40B4-BE49-F238E27FC236}">
                <a16:creationId xmlns:a16="http://schemas.microsoft.com/office/drawing/2014/main" id="{DA62CE7E-D4B1-4B3C-8A30-C2133F7D20C3}"/>
              </a:ext>
            </a:extLst>
          </p:cNvPr>
          <p:cNvSpPr>
            <a:spLocks noGrp="1"/>
          </p:cNvSpPr>
          <p:nvPr/>
        </p:nvSpPr>
        <p:spPr>
          <a:xfrm>
            <a:off x="9882188" y="50292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7" name="!!source-8-dom-5-5-3-1-1-1-0-0-0-0-text-0">
            <a:extLst>
              <a:ext uri="{FF2B5EF4-FFF2-40B4-BE49-F238E27FC236}">
                <a16:creationId xmlns:a16="http://schemas.microsoft.com/office/drawing/2014/main" id="{E751435A-6511-4001-937A-F409F00F195F}"/>
              </a:ext>
            </a:extLst>
          </p:cNvPr>
          <p:cNvSpPr>
            <a:spLocks noGrp="1"/>
          </p:cNvSpPr>
          <p:nvPr/>
        </p:nvSpPr>
        <p:spPr>
          <a:xfrm>
            <a:off x="10086975" y="5119687"/>
            <a:ext cx="247500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28" name="!!source-8-dom-5-5-3-1-1-1-0-0-1-fill">
            <a:extLst>
              <a:ext uri="{FF2B5EF4-FFF2-40B4-BE49-F238E27FC236}">
                <a16:creationId xmlns:a16="http://schemas.microsoft.com/office/drawing/2014/main" id="{814EDA9C-ED2B-4FFD-B844-4F56804FEAF6}"/>
              </a:ext>
            </a:extLst>
          </p:cNvPr>
          <p:cNvSpPr>
            <a:spLocks noGrp="1"/>
          </p:cNvSpPr>
          <p:nvPr/>
        </p:nvSpPr>
        <p:spPr>
          <a:xfrm>
            <a:off x="10563075" y="5014913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8-dom-5-5-3-1-1-1-0-0-1-outline">
            <a:extLst>
              <a:ext uri="{FF2B5EF4-FFF2-40B4-BE49-F238E27FC236}">
                <a16:creationId xmlns:a16="http://schemas.microsoft.com/office/drawing/2014/main" id="{E19CB514-D5AC-4AD0-953D-86565E35BBA1}"/>
              </a:ext>
            </a:extLst>
          </p:cNvPr>
          <p:cNvSpPr>
            <a:spLocks noGrp="1"/>
          </p:cNvSpPr>
          <p:nvPr/>
        </p:nvSpPr>
        <p:spPr>
          <a:xfrm>
            <a:off x="10577363" y="50292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0" name="!!source-8-dom-5-5-3-1-1-1-0-0-1-0-text-0">
            <a:extLst>
              <a:ext uri="{FF2B5EF4-FFF2-40B4-BE49-F238E27FC236}">
                <a16:creationId xmlns:a16="http://schemas.microsoft.com/office/drawing/2014/main" id="{E0681300-442D-4DAA-B811-13975DCF3E19}"/>
              </a:ext>
            </a:extLst>
          </p:cNvPr>
          <p:cNvSpPr>
            <a:spLocks noGrp="1"/>
          </p:cNvSpPr>
          <p:nvPr/>
        </p:nvSpPr>
        <p:spPr>
          <a:xfrm>
            <a:off x="10782152" y="5119687"/>
            <a:ext cx="247500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31" name="!!source-8-dom-5-5-3-1-1-1-0-1-0-text-0">
            <a:extLst>
              <a:ext uri="{FF2B5EF4-FFF2-40B4-BE49-F238E27FC236}">
                <a16:creationId xmlns:a16="http://schemas.microsoft.com/office/drawing/2014/main" id="{42433CB6-FE93-41A2-88C5-69DEEB91E963}"/>
              </a:ext>
            </a:extLst>
          </p:cNvPr>
          <p:cNvSpPr>
            <a:spLocks noGrp="1"/>
          </p:cNvSpPr>
          <p:nvPr/>
        </p:nvSpPr>
        <p:spPr>
          <a:xfrm>
            <a:off x="11353502" y="5114925"/>
            <a:ext cx="48026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≡ A</a:t>
            </a:r>
          </a:p>
        </p:txBody>
      </p:sp>
      <p:sp>
        <p:nvSpPr>
          <p:cNvPr id="132" name="!!source-8-dom-5-5-3-1-1-1-0-2-0-text-0">
            <a:extLst>
              <a:ext uri="{FF2B5EF4-FFF2-40B4-BE49-F238E27FC236}">
                <a16:creationId xmlns:a16="http://schemas.microsoft.com/office/drawing/2014/main" id="{B31295D0-7ED1-4EC6-8E12-84AD9DC9EB8B}"/>
              </a:ext>
            </a:extLst>
          </p:cNvPr>
          <p:cNvSpPr>
            <a:spLocks noGrp="1"/>
          </p:cNvSpPr>
          <p:nvPr/>
        </p:nvSpPr>
        <p:spPr>
          <a:xfrm>
            <a:off x="11938546" y="5119687"/>
            <a:ext cx="2104727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no gradient left</a:t>
            </a:r>
          </a:p>
        </p:txBody>
      </p:sp>
      <p:sp>
        <p:nvSpPr>
          <p:cNvPr id="133" name="!!source-8-dom-5-5-3-1-1-1-1-0-0-fill">
            <a:extLst>
              <a:ext uri="{FF2B5EF4-FFF2-40B4-BE49-F238E27FC236}">
                <a16:creationId xmlns:a16="http://schemas.microsoft.com/office/drawing/2014/main" id="{C42C6FC3-753E-4DD5-8769-09006A96EA89}"/>
              </a:ext>
            </a:extLst>
          </p:cNvPr>
          <p:cNvSpPr>
            <a:spLocks noGrp="1"/>
          </p:cNvSpPr>
          <p:nvPr/>
        </p:nvSpPr>
        <p:spPr>
          <a:xfrm>
            <a:off x="9867900" y="5662613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8-dom-5-5-3-1-1-1-1-0-0-outline">
            <a:extLst>
              <a:ext uri="{FF2B5EF4-FFF2-40B4-BE49-F238E27FC236}">
                <a16:creationId xmlns:a16="http://schemas.microsoft.com/office/drawing/2014/main" id="{0CE40230-D09D-496F-A8B1-6F44765034CB}"/>
              </a:ext>
            </a:extLst>
          </p:cNvPr>
          <p:cNvSpPr>
            <a:spLocks noGrp="1"/>
          </p:cNvSpPr>
          <p:nvPr/>
        </p:nvSpPr>
        <p:spPr>
          <a:xfrm>
            <a:off x="9882188" y="56769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5" name="!!source-8-dom-5-5-3-1-1-1-1-0-0-0-text-0">
            <a:extLst>
              <a:ext uri="{FF2B5EF4-FFF2-40B4-BE49-F238E27FC236}">
                <a16:creationId xmlns:a16="http://schemas.microsoft.com/office/drawing/2014/main" id="{82A339D6-2FA2-4884-B888-6B99986AB8D7}"/>
              </a:ext>
            </a:extLst>
          </p:cNvPr>
          <p:cNvSpPr>
            <a:spLocks noGrp="1"/>
          </p:cNvSpPr>
          <p:nvPr/>
        </p:nvSpPr>
        <p:spPr>
          <a:xfrm>
            <a:off x="10086975" y="5767388"/>
            <a:ext cx="24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36" name="!!source-8-dom-5-5-3-1-1-1-1-0-1-fill">
            <a:extLst>
              <a:ext uri="{FF2B5EF4-FFF2-40B4-BE49-F238E27FC236}">
                <a16:creationId xmlns:a16="http://schemas.microsoft.com/office/drawing/2014/main" id="{F5F8EFB2-AD04-4A46-9808-5A00D4B95D16}"/>
              </a:ext>
            </a:extLst>
          </p:cNvPr>
          <p:cNvSpPr>
            <a:spLocks noGrp="1"/>
          </p:cNvSpPr>
          <p:nvPr/>
        </p:nvSpPr>
        <p:spPr>
          <a:xfrm>
            <a:off x="10563075" y="5662613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!!source-8-dom-5-5-3-1-1-1-1-0-1-outline">
            <a:extLst>
              <a:ext uri="{FF2B5EF4-FFF2-40B4-BE49-F238E27FC236}">
                <a16:creationId xmlns:a16="http://schemas.microsoft.com/office/drawing/2014/main" id="{201FB146-2353-4A2B-AEF5-718B81731644}"/>
              </a:ext>
            </a:extLst>
          </p:cNvPr>
          <p:cNvSpPr>
            <a:spLocks noGrp="1"/>
          </p:cNvSpPr>
          <p:nvPr/>
        </p:nvSpPr>
        <p:spPr>
          <a:xfrm>
            <a:off x="10577363" y="56769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8" name="!!source-8-dom-5-5-3-1-1-1-1-0-1-0-text-0">
            <a:extLst>
              <a:ext uri="{FF2B5EF4-FFF2-40B4-BE49-F238E27FC236}">
                <a16:creationId xmlns:a16="http://schemas.microsoft.com/office/drawing/2014/main" id="{E6A0B15D-AB7F-4E05-9B90-EDC2704B19B3}"/>
              </a:ext>
            </a:extLst>
          </p:cNvPr>
          <p:cNvSpPr>
            <a:spLocks noGrp="1"/>
          </p:cNvSpPr>
          <p:nvPr/>
        </p:nvSpPr>
        <p:spPr>
          <a:xfrm>
            <a:off x="10782152" y="5767388"/>
            <a:ext cx="2506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39" name="!!source-8-dom-5-5-3-1-1-1-1-0-2-fill">
            <a:extLst>
              <a:ext uri="{FF2B5EF4-FFF2-40B4-BE49-F238E27FC236}">
                <a16:creationId xmlns:a16="http://schemas.microsoft.com/office/drawing/2014/main" id="{9838AE08-B747-4E9C-A041-3CEA9E13BDC4}"/>
              </a:ext>
            </a:extLst>
          </p:cNvPr>
          <p:cNvSpPr>
            <a:spLocks noGrp="1"/>
          </p:cNvSpPr>
          <p:nvPr/>
        </p:nvSpPr>
        <p:spPr>
          <a:xfrm>
            <a:off x="11261377" y="5662613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0" name="!!source-8-dom-5-5-3-1-1-1-1-0-2-outline">
            <a:extLst>
              <a:ext uri="{FF2B5EF4-FFF2-40B4-BE49-F238E27FC236}">
                <a16:creationId xmlns:a16="http://schemas.microsoft.com/office/drawing/2014/main" id="{2B622109-94E5-44E9-A92A-60A374BEE904}"/>
              </a:ext>
            </a:extLst>
          </p:cNvPr>
          <p:cNvSpPr>
            <a:spLocks noGrp="1"/>
          </p:cNvSpPr>
          <p:nvPr/>
        </p:nvSpPr>
        <p:spPr>
          <a:xfrm>
            <a:off x="11275665" y="56769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1" name="!!source-8-dom-5-5-3-1-1-1-1-0-2-0-text-0">
            <a:extLst>
              <a:ext uri="{FF2B5EF4-FFF2-40B4-BE49-F238E27FC236}">
                <a16:creationId xmlns:a16="http://schemas.microsoft.com/office/drawing/2014/main" id="{0521C218-ECA4-4D60-91E8-12FA72688175}"/>
              </a:ext>
            </a:extLst>
          </p:cNvPr>
          <p:cNvSpPr>
            <a:spLocks noGrp="1"/>
          </p:cNvSpPr>
          <p:nvPr/>
        </p:nvSpPr>
        <p:spPr>
          <a:xfrm>
            <a:off x="11480452" y="5767388"/>
            <a:ext cx="2506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42" name="!!source-8-dom-5-5-3-1-1-1-1-1-0-text-0">
            <a:extLst>
              <a:ext uri="{FF2B5EF4-FFF2-40B4-BE49-F238E27FC236}">
                <a16:creationId xmlns:a16="http://schemas.microsoft.com/office/drawing/2014/main" id="{AD3850F3-D978-4F7A-979F-6DB04F4AC8FA}"/>
              </a:ext>
            </a:extLst>
          </p:cNvPr>
          <p:cNvSpPr>
            <a:spLocks noGrp="1"/>
          </p:cNvSpPr>
          <p:nvPr/>
        </p:nvSpPr>
        <p:spPr>
          <a:xfrm>
            <a:off x="12054930" y="5762625"/>
            <a:ext cx="99521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≡ A → B</a:t>
            </a:r>
          </a:p>
        </p:txBody>
      </p:sp>
      <p:sp>
        <p:nvSpPr>
          <p:cNvPr id="143" name="!!source-8-dom-5-5-3-1-1-1-2-0-0-fill">
            <a:extLst>
              <a:ext uri="{FF2B5EF4-FFF2-40B4-BE49-F238E27FC236}">
                <a16:creationId xmlns:a16="http://schemas.microsoft.com/office/drawing/2014/main" id="{E4067286-AE65-4029-AFF0-409B508EB66D}"/>
              </a:ext>
            </a:extLst>
          </p:cNvPr>
          <p:cNvSpPr>
            <a:spLocks noGrp="1"/>
          </p:cNvSpPr>
          <p:nvPr/>
        </p:nvSpPr>
        <p:spPr>
          <a:xfrm>
            <a:off x="9867900" y="6310312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4" name="!!source-8-dom-5-5-3-1-1-1-2-0-0-outline">
            <a:extLst>
              <a:ext uri="{FF2B5EF4-FFF2-40B4-BE49-F238E27FC236}">
                <a16:creationId xmlns:a16="http://schemas.microsoft.com/office/drawing/2014/main" id="{2D9AB95D-D8F7-428D-AE33-47B174E74A9E}"/>
              </a:ext>
            </a:extLst>
          </p:cNvPr>
          <p:cNvSpPr>
            <a:spLocks noGrp="1"/>
          </p:cNvSpPr>
          <p:nvPr/>
        </p:nvSpPr>
        <p:spPr>
          <a:xfrm>
            <a:off x="9882188" y="63246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8-dom-5-5-3-1-1-1-2-0-0-0-text-0">
            <a:extLst>
              <a:ext uri="{FF2B5EF4-FFF2-40B4-BE49-F238E27FC236}">
                <a16:creationId xmlns:a16="http://schemas.microsoft.com/office/drawing/2014/main" id="{57BE542D-012D-4E10-90D8-E624ABE48872}"/>
              </a:ext>
            </a:extLst>
          </p:cNvPr>
          <p:cNvSpPr>
            <a:spLocks noGrp="1"/>
          </p:cNvSpPr>
          <p:nvPr/>
        </p:nvSpPr>
        <p:spPr>
          <a:xfrm>
            <a:off x="10086975" y="6415087"/>
            <a:ext cx="24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46" name="!!source-8-dom-5-5-3-1-1-1-2-0-1-fill">
            <a:extLst>
              <a:ext uri="{FF2B5EF4-FFF2-40B4-BE49-F238E27FC236}">
                <a16:creationId xmlns:a16="http://schemas.microsoft.com/office/drawing/2014/main" id="{0575569C-E59E-4A49-B371-19A0624CC02A}"/>
              </a:ext>
            </a:extLst>
          </p:cNvPr>
          <p:cNvSpPr>
            <a:spLocks noGrp="1"/>
          </p:cNvSpPr>
          <p:nvPr/>
        </p:nvSpPr>
        <p:spPr>
          <a:xfrm>
            <a:off x="10563075" y="6310312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7" name="!!source-8-dom-5-5-3-1-1-1-2-0-1-outline">
            <a:extLst>
              <a:ext uri="{FF2B5EF4-FFF2-40B4-BE49-F238E27FC236}">
                <a16:creationId xmlns:a16="http://schemas.microsoft.com/office/drawing/2014/main" id="{681092E6-E63A-44BE-8918-D7E9264D2EC8}"/>
              </a:ext>
            </a:extLst>
          </p:cNvPr>
          <p:cNvSpPr>
            <a:spLocks noGrp="1"/>
          </p:cNvSpPr>
          <p:nvPr/>
        </p:nvSpPr>
        <p:spPr>
          <a:xfrm>
            <a:off x="10577363" y="63246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8" name="!!source-8-dom-5-5-3-1-1-1-2-0-1-0-text-0">
            <a:extLst>
              <a:ext uri="{FF2B5EF4-FFF2-40B4-BE49-F238E27FC236}">
                <a16:creationId xmlns:a16="http://schemas.microsoft.com/office/drawing/2014/main" id="{46605FC7-38BF-472E-8BA5-B9C0AFD116FD}"/>
              </a:ext>
            </a:extLst>
          </p:cNvPr>
          <p:cNvSpPr>
            <a:spLocks noGrp="1"/>
          </p:cNvSpPr>
          <p:nvPr/>
        </p:nvSpPr>
        <p:spPr>
          <a:xfrm>
            <a:off x="10782152" y="6415087"/>
            <a:ext cx="2506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49" name="!!source-8-dom-5-5-3-1-1-1-2-0-2-fill">
            <a:extLst>
              <a:ext uri="{FF2B5EF4-FFF2-40B4-BE49-F238E27FC236}">
                <a16:creationId xmlns:a16="http://schemas.microsoft.com/office/drawing/2014/main" id="{8BCF8ADB-A620-47F0-ABBD-5626BECD2472}"/>
              </a:ext>
            </a:extLst>
          </p:cNvPr>
          <p:cNvSpPr>
            <a:spLocks noGrp="1"/>
          </p:cNvSpPr>
          <p:nvPr/>
        </p:nvSpPr>
        <p:spPr>
          <a:xfrm>
            <a:off x="11261377" y="6310312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0" name="!!source-8-dom-5-5-3-1-1-1-2-0-2-outline">
            <a:extLst>
              <a:ext uri="{FF2B5EF4-FFF2-40B4-BE49-F238E27FC236}">
                <a16:creationId xmlns:a16="http://schemas.microsoft.com/office/drawing/2014/main" id="{EC5E264F-6420-43C8-B187-4F75E98A9D19}"/>
              </a:ext>
            </a:extLst>
          </p:cNvPr>
          <p:cNvSpPr>
            <a:spLocks noGrp="1"/>
          </p:cNvSpPr>
          <p:nvPr/>
        </p:nvSpPr>
        <p:spPr>
          <a:xfrm>
            <a:off x="11275665" y="63246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1" name="!!source-8-dom-5-5-3-1-1-1-2-0-2-0-text-0">
            <a:extLst>
              <a:ext uri="{FF2B5EF4-FFF2-40B4-BE49-F238E27FC236}">
                <a16:creationId xmlns:a16="http://schemas.microsoft.com/office/drawing/2014/main" id="{EBB274A7-BE6F-4BA1-9289-A9F96AEA9883}"/>
              </a:ext>
            </a:extLst>
          </p:cNvPr>
          <p:cNvSpPr>
            <a:spLocks noGrp="1"/>
          </p:cNvSpPr>
          <p:nvPr/>
        </p:nvSpPr>
        <p:spPr>
          <a:xfrm>
            <a:off x="11480452" y="6415087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52" name="!!source-8-dom-5-5-3-1-1-1-2-1-0-text-0">
            <a:extLst>
              <a:ext uri="{FF2B5EF4-FFF2-40B4-BE49-F238E27FC236}">
                <a16:creationId xmlns:a16="http://schemas.microsoft.com/office/drawing/2014/main" id="{0996F94B-A45A-4177-B8B2-482988DA217E}"/>
              </a:ext>
            </a:extLst>
          </p:cNvPr>
          <p:cNvSpPr>
            <a:spLocks noGrp="1"/>
          </p:cNvSpPr>
          <p:nvPr/>
        </p:nvSpPr>
        <p:spPr>
          <a:xfrm>
            <a:off x="12051804" y="6415087"/>
            <a:ext cx="25092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✕</a:t>
            </a:r>
          </a:p>
        </p:txBody>
      </p:sp>
      <p:sp>
        <p:nvSpPr>
          <p:cNvPr id="153" name="!!source-8-dom-5-5-3-1-1-1-2-2-0-text-0">
            <a:extLst>
              <a:ext uri="{FF2B5EF4-FFF2-40B4-BE49-F238E27FC236}">
                <a16:creationId xmlns:a16="http://schemas.microsoft.com/office/drawing/2014/main" id="{6BB03824-0B77-4049-A27B-9253CA77D088}"/>
              </a:ext>
            </a:extLst>
          </p:cNvPr>
          <p:cNvSpPr>
            <a:spLocks noGrp="1"/>
          </p:cNvSpPr>
          <p:nvPr/>
        </p:nvSpPr>
        <p:spPr>
          <a:xfrm>
            <a:off x="12407503" y="6415087"/>
            <a:ext cx="264408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 already equalised</a:t>
            </a:r>
          </a:p>
        </p:txBody>
      </p:sp>
      <p:sp>
        <p:nvSpPr>
          <p:cNvPr id="154" name="!!source-8-dom-5-7-fill">
            <a:extLst>
              <a:ext uri="{FF2B5EF4-FFF2-40B4-BE49-F238E27FC236}">
                <a16:creationId xmlns:a16="http://schemas.microsoft.com/office/drawing/2014/main" id="{45EFFEFE-2304-441B-B533-32FB86B01629}"/>
              </a:ext>
            </a:extLst>
          </p:cNvPr>
          <p:cNvSpPr>
            <a:spLocks noGrp="1"/>
          </p:cNvSpPr>
          <p:nvPr/>
        </p:nvSpPr>
        <p:spPr>
          <a:xfrm>
            <a:off x="1047750" y="4924425"/>
            <a:ext cx="16192501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8-dom-5-7-outline">
            <a:extLst>
              <a:ext uri="{FF2B5EF4-FFF2-40B4-BE49-F238E27FC236}">
                <a16:creationId xmlns:a16="http://schemas.microsoft.com/office/drawing/2014/main" id="{F0ADC98C-31B5-4FE7-861D-E8CB8A513214}"/>
              </a:ext>
            </a:extLst>
          </p:cNvPr>
          <p:cNvSpPr>
            <a:spLocks noGrp="1"/>
          </p:cNvSpPr>
          <p:nvPr/>
        </p:nvSpPr>
        <p:spPr>
          <a:xfrm>
            <a:off x="1062037" y="4938712"/>
            <a:ext cx="16163926" cy="30194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6" name="!!source-8-dom-5-7-1-0-fill">
            <a:extLst>
              <a:ext uri="{FF2B5EF4-FFF2-40B4-BE49-F238E27FC236}">
                <a16:creationId xmlns:a16="http://schemas.microsoft.com/office/drawing/2014/main" id="{5CCF8794-B68F-4CD5-97D9-851EBABCB1E1}"/>
              </a:ext>
            </a:extLst>
          </p:cNvPr>
          <p:cNvSpPr>
            <a:spLocks noGrp="1"/>
          </p:cNvSpPr>
          <p:nvPr/>
        </p:nvSpPr>
        <p:spPr>
          <a:xfrm>
            <a:off x="1362075" y="6200775"/>
            <a:ext cx="495300" cy="495301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7" name="!!source-8-dom-5-7-1-0-0-text-0">
            <a:extLst>
              <a:ext uri="{FF2B5EF4-FFF2-40B4-BE49-F238E27FC236}">
                <a16:creationId xmlns:a16="http://schemas.microsoft.com/office/drawing/2014/main" id="{A50B45E1-367C-4726-B7E4-0C0E91D25EFC}"/>
              </a:ext>
            </a:extLst>
          </p:cNvPr>
          <p:cNvSpPr>
            <a:spLocks noGrp="1"/>
          </p:cNvSpPr>
          <p:nvPr/>
        </p:nvSpPr>
        <p:spPr>
          <a:xfrm>
            <a:off x="1517749" y="6286500"/>
            <a:ext cx="23142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58" name="!!source-8-dom-5-7-1-1-0-text-0">
            <a:extLst>
              <a:ext uri="{FF2B5EF4-FFF2-40B4-BE49-F238E27FC236}">
                <a16:creationId xmlns:a16="http://schemas.microsoft.com/office/drawing/2014/main" id="{6F68336C-73BE-4946-BC06-5BC970EA506F}"/>
              </a:ext>
            </a:extLst>
          </p:cNvPr>
          <p:cNvSpPr>
            <a:spLocks noGrp="1"/>
          </p:cNvSpPr>
          <p:nvPr/>
        </p:nvSpPr>
        <p:spPr>
          <a:xfrm>
            <a:off x="2085975" y="6272212"/>
            <a:ext cx="3982194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Available mass per pattern, </a:t>
            </a:r>
          </a:p>
        </p:txBody>
      </p:sp>
      <p:sp>
        <p:nvSpPr>
          <p:cNvPr id="159" name="!!source-8-dom-5-7-1-1-1-0-text-0">
            <a:extLst>
              <a:ext uri="{FF2B5EF4-FFF2-40B4-BE49-F238E27FC236}">
                <a16:creationId xmlns:a16="http://schemas.microsoft.com/office/drawing/2014/main" id="{319646D8-432C-44A6-8832-CE33EF6AEDAE}"/>
              </a:ext>
            </a:extLst>
          </p:cNvPr>
          <p:cNvSpPr>
            <a:spLocks noGrp="1"/>
          </p:cNvSpPr>
          <p:nvPr/>
        </p:nvSpPr>
        <p:spPr>
          <a:xfrm>
            <a:off x="6020544" y="6272212"/>
            <a:ext cx="893862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linear</a:t>
            </a:r>
          </a:p>
        </p:txBody>
      </p:sp>
      <p:sp>
        <p:nvSpPr>
          <p:cNvPr id="160" name="!!source-8-dom-5-7-1-1-2-text-0">
            <a:extLst>
              <a:ext uri="{FF2B5EF4-FFF2-40B4-BE49-F238E27FC236}">
                <a16:creationId xmlns:a16="http://schemas.microsoft.com/office/drawing/2014/main" id="{DB30B667-5DEE-4D1E-951C-4B5CEBF13531}"/>
              </a:ext>
            </a:extLst>
          </p:cNvPr>
          <p:cNvSpPr>
            <a:spLocks noGrp="1"/>
          </p:cNvSpPr>
          <p:nvPr/>
        </p:nvSpPr>
        <p:spPr>
          <a:xfrm>
            <a:off x="6866781" y="6272212"/>
            <a:ext cx="2247900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in tank masses</a:t>
            </a:r>
          </a:p>
        </p:txBody>
      </p:sp>
      <p:sp>
        <p:nvSpPr>
          <p:cNvPr id="161" name="!!source-8-dom-5-7-3-0-fill">
            <a:extLst>
              <a:ext uri="{FF2B5EF4-FFF2-40B4-BE49-F238E27FC236}">
                <a16:creationId xmlns:a16="http://schemas.microsoft.com/office/drawing/2014/main" id="{E585186D-F4FD-4AEB-9B41-A9D55C4ECB13}"/>
              </a:ext>
            </a:extLst>
          </p:cNvPr>
          <p:cNvSpPr>
            <a:spLocks noGrp="1"/>
          </p:cNvSpPr>
          <p:nvPr/>
        </p:nvSpPr>
        <p:spPr>
          <a:xfrm>
            <a:off x="1362075" y="6229350"/>
            <a:ext cx="495300" cy="4953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2" name="!!source-8-dom-5-7-3-0-0-text-0">
            <a:extLst>
              <a:ext uri="{FF2B5EF4-FFF2-40B4-BE49-F238E27FC236}">
                <a16:creationId xmlns:a16="http://schemas.microsoft.com/office/drawing/2014/main" id="{DE73274F-2A54-48BB-82F5-C1A23C1DD2B6}"/>
              </a:ext>
            </a:extLst>
          </p:cNvPr>
          <p:cNvSpPr>
            <a:spLocks noGrp="1"/>
          </p:cNvSpPr>
          <p:nvPr/>
        </p:nvSpPr>
        <p:spPr>
          <a:xfrm>
            <a:off x="1517749" y="6315075"/>
            <a:ext cx="23142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63" name="!!source-8-dom-5-7-3-1-0-0-text-0">
            <a:extLst>
              <a:ext uri="{FF2B5EF4-FFF2-40B4-BE49-F238E27FC236}">
                <a16:creationId xmlns:a16="http://schemas.microsoft.com/office/drawing/2014/main" id="{63D3345E-6B8D-4CAB-9C21-01C023D8AFA1}"/>
              </a:ext>
            </a:extLst>
          </p:cNvPr>
          <p:cNvSpPr>
            <a:spLocks noGrp="1"/>
          </p:cNvSpPr>
          <p:nvPr/>
        </p:nvSpPr>
        <p:spPr>
          <a:xfrm>
            <a:off x="2238375" y="5137100"/>
            <a:ext cx="771703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 mass of a pattern, in one algebraic step</a:t>
            </a:r>
          </a:p>
        </p:txBody>
      </p:sp>
      <p:sp>
        <p:nvSpPr>
          <p:cNvPr id="164" name="!!source-8-dom-5-7-3-1-1-0-0-0-text-0">
            <a:extLst>
              <a:ext uri="{FF2B5EF4-FFF2-40B4-BE49-F238E27FC236}">
                <a16:creationId xmlns:a16="http://schemas.microsoft.com/office/drawing/2014/main" id="{57D7F376-7C07-42C0-B59D-FEAAF4E66D30}"/>
              </a:ext>
            </a:extLst>
          </p:cNvPr>
          <p:cNvSpPr>
            <a:spLocks noGrp="1"/>
          </p:cNvSpPr>
          <p:nvPr/>
        </p:nvSpPr>
        <p:spPr>
          <a:xfrm>
            <a:off x="2238375" y="5680026"/>
            <a:ext cx="149572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Pattern T3₂ </a:t>
            </a:r>
          </a:p>
        </p:txBody>
      </p:sp>
      <p:sp>
        <p:nvSpPr>
          <p:cNvPr id="165" name="!!source-8-dom-5-7-3-1-1-0-0-1-0-text-0">
            <a:extLst>
              <a:ext uri="{FF2B5EF4-FFF2-40B4-BE49-F238E27FC236}">
                <a16:creationId xmlns:a16="http://schemas.microsoft.com/office/drawing/2014/main" id="{9C07BBB5-87E8-4B4D-9F76-B92A06B2BE2B}"/>
              </a:ext>
            </a:extLst>
          </p:cNvPr>
          <p:cNvSpPr>
            <a:spLocks noGrp="1"/>
          </p:cNvSpPr>
          <p:nvPr/>
        </p:nvSpPr>
        <p:spPr>
          <a:xfrm>
            <a:off x="3686472" y="5680026"/>
            <a:ext cx="98881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430 bar</a:t>
            </a:r>
          </a:p>
        </p:txBody>
      </p:sp>
      <p:sp>
        <p:nvSpPr>
          <p:cNvPr id="166" name="!!source-8-dom-5-7-3-1-1-0-0-2-text-0">
            <a:extLst>
              <a:ext uri="{FF2B5EF4-FFF2-40B4-BE49-F238E27FC236}">
                <a16:creationId xmlns:a16="http://schemas.microsoft.com/office/drawing/2014/main" id="{78D1EE2F-C79F-4430-B737-926C48CAA3C9}"/>
              </a:ext>
            </a:extLst>
          </p:cNvPr>
          <p:cNvSpPr>
            <a:spLocks noGrp="1"/>
          </p:cNvSpPr>
          <p:nvPr/>
        </p:nvSpPr>
        <p:spPr>
          <a:xfrm>
            <a:off x="4627662" y="5680026"/>
            <a:ext cx="674936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→ T4 </a:t>
            </a:r>
          </a:p>
        </p:txBody>
      </p:sp>
      <p:sp>
        <p:nvSpPr>
          <p:cNvPr id="167" name="!!source-8-dom-5-7-3-1-1-0-0-3-0-text-0">
            <a:extLst>
              <a:ext uri="{FF2B5EF4-FFF2-40B4-BE49-F238E27FC236}">
                <a16:creationId xmlns:a16="http://schemas.microsoft.com/office/drawing/2014/main" id="{3A205840-651E-407A-9AB2-695B0B5C3793}"/>
              </a:ext>
            </a:extLst>
          </p:cNvPr>
          <p:cNvSpPr>
            <a:spLocks noGrp="1"/>
          </p:cNvSpPr>
          <p:nvPr/>
        </p:nvSpPr>
        <p:spPr>
          <a:xfrm>
            <a:off x="5254972" y="5680026"/>
            <a:ext cx="97512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720 bar</a:t>
            </a:r>
          </a:p>
        </p:txBody>
      </p:sp>
      <p:sp>
        <p:nvSpPr>
          <p:cNvPr id="168" name="!!source-8-dom-5-7-3-1-1-0-0-4-text-0">
            <a:extLst>
              <a:ext uri="{FF2B5EF4-FFF2-40B4-BE49-F238E27FC236}">
                <a16:creationId xmlns:a16="http://schemas.microsoft.com/office/drawing/2014/main" id="{C262DB08-E1ED-4007-916F-1222FCC19A79}"/>
              </a:ext>
            </a:extLst>
          </p:cNvPr>
          <p:cNvSpPr>
            <a:spLocks noGrp="1"/>
          </p:cNvSpPr>
          <p:nvPr/>
        </p:nvSpPr>
        <p:spPr>
          <a:xfrm>
            <a:off x="6182469" y="5680026"/>
            <a:ext cx="365819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 dirty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s-ES" sz="1950" b="0" i="0" spc="-5" dirty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,</a:t>
            </a:r>
            <a:r>
              <a:rPr sz="1950" b="0" i="0" spc="-5" dirty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vehicle at 100 bar asks 16 kg</a:t>
            </a:r>
          </a:p>
        </p:txBody>
      </p:sp>
      <p:sp>
        <p:nvSpPr>
          <p:cNvPr id="169" name="!!source-8-dom-5-7-3-1-1-0-1-0-fill">
            <a:extLst>
              <a:ext uri="{FF2B5EF4-FFF2-40B4-BE49-F238E27FC236}">
                <a16:creationId xmlns:a16="http://schemas.microsoft.com/office/drawing/2014/main" id="{55D3674E-3653-459C-9B8F-6CB244B864A0}"/>
              </a:ext>
            </a:extLst>
          </p:cNvPr>
          <p:cNvSpPr>
            <a:spLocks noGrp="1"/>
          </p:cNvSpPr>
          <p:nvPr/>
        </p:nvSpPr>
        <p:spPr>
          <a:xfrm>
            <a:off x="2238375" y="6480125"/>
            <a:ext cx="7978527" cy="838200"/>
          </a:xfrm>
          <a:prstGeom prst="rect">
            <a:avLst/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0" name="!!source-8-dom-5-7-3-1-1-0-1-0-outline">
            <a:extLst>
              <a:ext uri="{FF2B5EF4-FFF2-40B4-BE49-F238E27FC236}">
                <a16:creationId xmlns:a16="http://schemas.microsoft.com/office/drawing/2014/main" id="{6666A48B-7229-4697-A93B-D91D473FC813}"/>
              </a:ext>
            </a:extLst>
          </p:cNvPr>
          <p:cNvSpPr>
            <a:spLocks noGrp="1"/>
          </p:cNvSpPr>
          <p:nvPr/>
        </p:nvSpPr>
        <p:spPr>
          <a:xfrm>
            <a:off x="2247900" y="6489650"/>
            <a:ext cx="7959477" cy="819150"/>
          </a:xfrm>
          <a:prstGeom prst="rect">
            <a:avLst/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1" name="!!source-8-dom-5-7-3-1-1-0-1-0-0-fill">
            <a:extLst>
              <a:ext uri="{FF2B5EF4-FFF2-40B4-BE49-F238E27FC236}">
                <a16:creationId xmlns:a16="http://schemas.microsoft.com/office/drawing/2014/main" id="{2C21EFC1-A208-4251-8713-20DC6671E007}"/>
              </a:ext>
            </a:extLst>
          </p:cNvPr>
          <p:cNvSpPr>
            <a:spLocks noGrp="1"/>
          </p:cNvSpPr>
          <p:nvPr/>
        </p:nvSpPr>
        <p:spPr>
          <a:xfrm>
            <a:off x="2257425" y="6499176"/>
            <a:ext cx="3176141" cy="800100"/>
          </a:xfrm>
          <a:prstGeom prst="rect">
            <a:avLst/>
          </a:prstGeom>
          <a:solidFill>
            <a:srgbClr val="7A5A45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2" name="!!source-8-dom-5-7-3-1-1-0-1-0-0-0-text-0">
            <a:extLst>
              <a:ext uri="{FF2B5EF4-FFF2-40B4-BE49-F238E27FC236}">
                <a16:creationId xmlns:a16="http://schemas.microsoft.com/office/drawing/2014/main" id="{B9B63897-7E33-46BA-A51B-6B3980E66EC8}"/>
              </a:ext>
            </a:extLst>
          </p:cNvPr>
          <p:cNvSpPr>
            <a:spLocks noGrp="1"/>
          </p:cNvSpPr>
          <p:nvPr/>
        </p:nvSpPr>
        <p:spPr>
          <a:xfrm>
            <a:off x="3086100" y="6746826"/>
            <a:ext cx="49396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Δm</a:t>
            </a:r>
          </a:p>
        </p:txBody>
      </p:sp>
      <p:sp>
        <p:nvSpPr>
          <p:cNvPr id="173" name="!!source-8-dom-5-7-3-1-1-0-1-0-0-1-0-text-0">
            <a:extLst>
              <a:ext uri="{FF2B5EF4-FFF2-40B4-BE49-F238E27FC236}">
                <a16:creationId xmlns:a16="http://schemas.microsoft.com/office/drawing/2014/main" id="{35C87BB1-F4D0-4194-AF6E-A8A3EF6D7F34}"/>
              </a:ext>
            </a:extLst>
          </p:cNvPr>
          <p:cNvSpPr>
            <a:spLocks noGrp="1"/>
          </p:cNvSpPr>
          <p:nvPr/>
        </p:nvSpPr>
        <p:spPr>
          <a:xfrm>
            <a:off x="3532435" y="6775400"/>
            <a:ext cx="27176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25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25" b="0" i="0" spc="-4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(1)</a:t>
            </a:r>
          </a:p>
        </p:txBody>
      </p:sp>
      <p:sp>
        <p:nvSpPr>
          <p:cNvPr id="174" name="!!source-8-dom-5-7-3-1-1-0-1-0-0-2-text-0">
            <a:extLst>
              <a:ext uri="{FF2B5EF4-FFF2-40B4-BE49-F238E27FC236}">
                <a16:creationId xmlns:a16="http://schemas.microsoft.com/office/drawing/2014/main" id="{E8A68BC7-90A3-4F06-94C0-08C4534DF9D5}"/>
              </a:ext>
            </a:extLst>
          </p:cNvPr>
          <p:cNvSpPr>
            <a:spLocks noGrp="1"/>
          </p:cNvSpPr>
          <p:nvPr/>
        </p:nvSpPr>
        <p:spPr>
          <a:xfrm>
            <a:off x="3756571" y="6746826"/>
            <a:ext cx="89594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8.0 kg</a:t>
            </a:r>
          </a:p>
        </p:txBody>
      </p:sp>
      <p:sp>
        <p:nvSpPr>
          <p:cNvPr id="175" name="!!source-8-dom-5-7-3-1-1-0-1-0-1-fill">
            <a:extLst>
              <a:ext uri="{FF2B5EF4-FFF2-40B4-BE49-F238E27FC236}">
                <a16:creationId xmlns:a16="http://schemas.microsoft.com/office/drawing/2014/main" id="{9FAE4D8A-8068-438F-9EAF-3178FD603A27}"/>
              </a:ext>
            </a:extLst>
          </p:cNvPr>
          <p:cNvSpPr>
            <a:spLocks noGrp="1"/>
          </p:cNvSpPr>
          <p:nvPr/>
        </p:nvSpPr>
        <p:spPr>
          <a:xfrm>
            <a:off x="5433566" y="6499176"/>
            <a:ext cx="3771603" cy="800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6" name="!!source-8-dom-5-7-3-1-1-0-1-0-1-0-text-0">
            <a:extLst>
              <a:ext uri="{FF2B5EF4-FFF2-40B4-BE49-F238E27FC236}">
                <a16:creationId xmlns:a16="http://schemas.microsoft.com/office/drawing/2014/main" id="{6DEF30A0-7E04-4EFD-AF4E-43D13DF27799}"/>
              </a:ext>
            </a:extLst>
          </p:cNvPr>
          <p:cNvSpPr>
            <a:spLocks noGrp="1"/>
          </p:cNvSpPr>
          <p:nvPr/>
        </p:nvSpPr>
        <p:spPr>
          <a:xfrm>
            <a:off x="6555582" y="6746826"/>
            <a:ext cx="49396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Δm</a:t>
            </a:r>
          </a:p>
        </p:txBody>
      </p:sp>
      <p:sp>
        <p:nvSpPr>
          <p:cNvPr id="177" name="!!source-8-dom-5-7-3-1-1-0-1-0-1-1-0-text-0">
            <a:extLst>
              <a:ext uri="{FF2B5EF4-FFF2-40B4-BE49-F238E27FC236}">
                <a16:creationId xmlns:a16="http://schemas.microsoft.com/office/drawing/2014/main" id="{72A1A53F-11BA-4C2C-BF34-8223EBD4BE2F}"/>
              </a:ext>
            </a:extLst>
          </p:cNvPr>
          <p:cNvSpPr>
            <a:spLocks noGrp="1"/>
          </p:cNvSpPr>
          <p:nvPr/>
        </p:nvSpPr>
        <p:spPr>
          <a:xfrm>
            <a:off x="7001917" y="6775400"/>
            <a:ext cx="3112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25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25" b="0" i="0" spc="-4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(2)</a:t>
            </a:r>
          </a:p>
        </p:txBody>
      </p:sp>
      <p:sp>
        <p:nvSpPr>
          <p:cNvPr id="178" name="!!source-8-dom-5-7-3-1-1-0-1-0-1-2-text-0">
            <a:extLst>
              <a:ext uri="{FF2B5EF4-FFF2-40B4-BE49-F238E27FC236}">
                <a16:creationId xmlns:a16="http://schemas.microsoft.com/office/drawing/2014/main" id="{8D6EEADB-3F7A-413B-BF34-B39FF119FC80}"/>
              </a:ext>
            </a:extLst>
          </p:cNvPr>
          <p:cNvSpPr>
            <a:spLocks noGrp="1"/>
          </p:cNvSpPr>
          <p:nvPr/>
        </p:nvSpPr>
        <p:spPr>
          <a:xfrm>
            <a:off x="7265492" y="6746826"/>
            <a:ext cx="86513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9.5 kg</a:t>
            </a:r>
          </a:p>
        </p:txBody>
      </p:sp>
      <p:sp>
        <p:nvSpPr>
          <p:cNvPr id="179" name="!!source-8-dom-5-7-3-1-1-0-1-1-border-Left">
            <a:extLst>
              <a:ext uri="{FF2B5EF4-FFF2-40B4-BE49-F238E27FC236}">
                <a16:creationId xmlns:a16="http://schemas.microsoft.com/office/drawing/2014/main" id="{9C301B65-8A03-4046-8949-A1211FFDDD61}"/>
              </a:ext>
            </a:extLst>
          </p:cNvPr>
          <p:cNvSpPr>
            <a:spLocks noGrp="1"/>
          </p:cNvSpPr>
          <p:nvPr/>
        </p:nvSpPr>
        <p:spPr>
          <a:xfrm>
            <a:off x="8644979" y="6099125"/>
            <a:ext cx="953" cy="1333500"/>
          </a:xfrm>
          <a:prstGeom prst="line">
            <a:avLst/>
          </a:prstGeom>
          <a:noFill/>
          <a:ln w="47625">
            <a:solidFill>
              <a:srgbClr val="E44646">
                <a:alpha val="10000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80" name="!!source-8-dom-5-7-3-1-1-0-1-1-0-0-text-0">
            <a:extLst>
              <a:ext uri="{FF2B5EF4-FFF2-40B4-BE49-F238E27FC236}">
                <a16:creationId xmlns:a16="http://schemas.microsoft.com/office/drawing/2014/main" id="{C1D5D1C4-A584-4791-BD03-C892789A2BAE}"/>
              </a:ext>
            </a:extLst>
          </p:cNvPr>
          <p:cNvSpPr>
            <a:spLocks noGrp="1"/>
          </p:cNvSpPr>
          <p:nvPr/>
        </p:nvSpPr>
        <p:spPr>
          <a:xfrm>
            <a:off x="6668988" y="6089600"/>
            <a:ext cx="197122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request 16 kg ▸</a:t>
            </a:r>
          </a:p>
        </p:txBody>
      </p:sp>
      <p:sp>
        <p:nvSpPr>
          <p:cNvPr id="181" name="!!source-8-dom-5-7-3-1-1-0-2-0-text-0">
            <a:extLst>
              <a:ext uri="{FF2B5EF4-FFF2-40B4-BE49-F238E27FC236}">
                <a16:creationId xmlns:a16="http://schemas.microsoft.com/office/drawing/2014/main" id="{EA67079F-C0C3-4E1E-A994-32638E108411}"/>
              </a:ext>
            </a:extLst>
          </p:cNvPr>
          <p:cNvSpPr>
            <a:spLocks noGrp="1"/>
          </p:cNvSpPr>
          <p:nvPr/>
        </p:nvSpPr>
        <p:spPr>
          <a:xfrm>
            <a:off x="2238375" y="7492901"/>
            <a:ext cx="33069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</a:t>
            </a:r>
          </a:p>
        </p:txBody>
      </p:sp>
      <p:sp>
        <p:nvSpPr>
          <p:cNvPr id="182" name="!!source-8-dom-5-7-3-1-1-0-2-1-0-text-0">
            <a:extLst>
              <a:ext uri="{FF2B5EF4-FFF2-40B4-BE49-F238E27FC236}">
                <a16:creationId xmlns:a16="http://schemas.microsoft.com/office/drawing/2014/main" id="{3505A8FE-DD2F-4325-9045-F0C4CF94D059}"/>
              </a:ext>
            </a:extLst>
          </p:cNvPr>
          <p:cNvSpPr>
            <a:spLocks noGrp="1"/>
          </p:cNvSpPr>
          <p:nvPr/>
        </p:nvSpPr>
        <p:spPr>
          <a:xfrm>
            <a:off x="2521446" y="7432626"/>
            <a:ext cx="2970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750" b="0" i="0" spc="-4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av</a:t>
            </a:r>
          </a:p>
        </p:txBody>
      </p:sp>
      <p:sp>
        <p:nvSpPr>
          <p:cNvPr id="183" name="!!source-8-dom-5-7-3-1-1-0-2-2-text-0">
            <a:extLst>
              <a:ext uri="{FF2B5EF4-FFF2-40B4-BE49-F238E27FC236}">
                <a16:creationId xmlns:a16="http://schemas.microsoft.com/office/drawing/2014/main" id="{4E3E468E-03C9-4485-B9AA-401FB45F33CE}"/>
              </a:ext>
            </a:extLst>
          </p:cNvPr>
          <p:cNvSpPr>
            <a:spLocks noGrp="1"/>
          </p:cNvSpPr>
          <p:nvPr/>
        </p:nvSpPr>
        <p:spPr>
          <a:xfrm>
            <a:off x="2770882" y="7492901"/>
            <a:ext cx="81498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= Δm</a:t>
            </a:r>
          </a:p>
        </p:txBody>
      </p:sp>
      <p:sp>
        <p:nvSpPr>
          <p:cNvPr id="184" name="!!source-8-dom-5-7-3-1-1-0-2-3-0-text-0">
            <a:extLst>
              <a:ext uri="{FF2B5EF4-FFF2-40B4-BE49-F238E27FC236}">
                <a16:creationId xmlns:a16="http://schemas.microsoft.com/office/drawing/2014/main" id="{F124FE2B-BB4D-4144-A0B7-0FD49AEC009E}"/>
              </a:ext>
            </a:extLst>
          </p:cNvPr>
          <p:cNvSpPr>
            <a:spLocks noGrp="1"/>
          </p:cNvSpPr>
          <p:nvPr/>
        </p:nvSpPr>
        <p:spPr>
          <a:xfrm>
            <a:off x="3538240" y="7432626"/>
            <a:ext cx="27637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750" b="0" i="0" spc="-4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(1)</a:t>
            </a:r>
          </a:p>
        </p:txBody>
      </p:sp>
      <p:sp>
        <p:nvSpPr>
          <p:cNvPr id="185" name="!!source-8-dom-5-7-3-1-1-0-2-4-text-0">
            <a:extLst>
              <a:ext uri="{FF2B5EF4-FFF2-40B4-BE49-F238E27FC236}">
                <a16:creationId xmlns:a16="http://schemas.microsoft.com/office/drawing/2014/main" id="{046AB3F1-38BC-4725-AFF6-BCE48D80E758}"/>
              </a:ext>
            </a:extLst>
          </p:cNvPr>
          <p:cNvSpPr>
            <a:spLocks noGrp="1"/>
          </p:cNvSpPr>
          <p:nvPr/>
        </p:nvSpPr>
        <p:spPr>
          <a:xfrm>
            <a:off x="3766989" y="7492901"/>
            <a:ext cx="81498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+ Δm</a:t>
            </a:r>
          </a:p>
        </p:txBody>
      </p:sp>
      <p:sp>
        <p:nvSpPr>
          <p:cNvPr id="186" name="!!source-8-dom-5-7-3-1-1-0-2-5-0-text-0">
            <a:extLst>
              <a:ext uri="{FF2B5EF4-FFF2-40B4-BE49-F238E27FC236}">
                <a16:creationId xmlns:a16="http://schemas.microsoft.com/office/drawing/2014/main" id="{71847832-8E54-49D1-98F7-528669B11FD0}"/>
              </a:ext>
            </a:extLst>
          </p:cNvPr>
          <p:cNvSpPr>
            <a:spLocks noGrp="1"/>
          </p:cNvSpPr>
          <p:nvPr/>
        </p:nvSpPr>
        <p:spPr>
          <a:xfrm>
            <a:off x="4534347" y="7432626"/>
            <a:ext cx="32012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750" b="0" i="0" spc="-4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(2)</a:t>
            </a:r>
          </a:p>
        </p:txBody>
      </p:sp>
      <p:sp>
        <p:nvSpPr>
          <p:cNvPr id="187" name="!!source-8-dom-5-7-3-1-1-0-2-6-text-0">
            <a:extLst>
              <a:ext uri="{FF2B5EF4-FFF2-40B4-BE49-F238E27FC236}">
                <a16:creationId xmlns:a16="http://schemas.microsoft.com/office/drawing/2014/main" id="{78BA4B23-1EA5-43A0-B23C-4835CD3FB3CC}"/>
              </a:ext>
            </a:extLst>
          </p:cNvPr>
          <p:cNvSpPr>
            <a:spLocks noGrp="1"/>
          </p:cNvSpPr>
          <p:nvPr/>
        </p:nvSpPr>
        <p:spPr>
          <a:xfrm>
            <a:off x="4806851" y="7492901"/>
            <a:ext cx="34081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= </a:t>
            </a:r>
          </a:p>
        </p:txBody>
      </p:sp>
      <p:sp>
        <p:nvSpPr>
          <p:cNvPr id="188" name="!!source-8-dom-5-7-3-1-1-0-2-7-0-text-0">
            <a:extLst>
              <a:ext uri="{FF2B5EF4-FFF2-40B4-BE49-F238E27FC236}">
                <a16:creationId xmlns:a16="http://schemas.microsoft.com/office/drawing/2014/main" id="{CF7DDA82-2414-4E70-B73F-9B3DEC297B9B}"/>
              </a:ext>
            </a:extLst>
          </p:cNvPr>
          <p:cNvSpPr>
            <a:spLocks noGrp="1"/>
          </p:cNvSpPr>
          <p:nvPr/>
        </p:nvSpPr>
        <p:spPr>
          <a:xfrm>
            <a:off x="5100043" y="7492901"/>
            <a:ext cx="96381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17.5 kg</a:t>
            </a:r>
          </a:p>
        </p:txBody>
      </p:sp>
      <p:sp>
        <p:nvSpPr>
          <p:cNvPr id="189" name="!!source-8-dom-5-7-3-1-1-0-2-8-text-0">
            <a:extLst>
              <a:ext uri="{FF2B5EF4-FFF2-40B4-BE49-F238E27FC236}">
                <a16:creationId xmlns:a16="http://schemas.microsoft.com/office/drawing/2014/main" id="{5C7638A7-A7C0-4824-BB1A-B141F3C01BC9}"/>
              </a:ext>
            </a:extLst>
          </p:cNvPr>
          <p:cNvSpPr>
            <a:spLocks noGrp="1"/>
          </p:cNvSpPr>
          <p:nvPr/>
        </p:nvSpPr>
        <p:spPr>
          <a:xfrm>
            <a:off x="6016228" y="7492901"/>
            <a:ext cx="232365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≥ 16 kg → feasible</a:t>
            </a:r>
          </a:p>
        </p:txBody>
      </p:sp>
      <p:sp>
        <p:nvSpPr>
          <p:cNvPr id="190" name="!!source-8-dom-5-7-3-1-1-1-0-0-text-0">
            <a:extLst>
              <a:ext uri="{FF2B5EF4-FFF2-40B4-BE49-F238E27FC236}">
                <a16:creationId xmlns:a16="http://schemas.microsoft.com/office/drawing/2014/main" id="{04E5D4AD-FE46-4377-A3B3-05AE047A5F44}"/>
              </a:ext>
            </a:extLst>
          </p:cNvPr>
          <p:cNvSpPr>
            <a:spLocks noGrp="1"/>
          </p:cNvSpPr>
          <p:nvPr/>
        </p:nvSpPr>
        <p:spPr>
          <a:xfrm>
            <a:off x="10788402" y="5748189"/>
            <a:ext cx="271938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INPUTS PER CLIENT</a:t>
            </a:r>
          </a:p>
        </p:txBody>
      </p:sp>
      <p:sp>
        <p:nvSpPr>
          <p:cNvPr id="191" name="!!source-8-dom-5-7-3-1-1-1-1-0-fill">
            <a:extLst>
              <a:ext uri="{FF2B5EF4-FFF2-40B4-BE49-F238E27FC236}">
                <a16:creationId xmlns:a16="http://schemas.microsoft.com/office/drawing/2014/main" id="{BA295A2F-872A-4AED-BE1B-065F03606F5F}"/>
              </a:ext>
            </a:extLst>
          </p:cNvPr>
          <p:cNvSpPr>
            <a:spLocks noGrp="1"/>
          </p:cNvSpPr>
          <p:nvPr/>
        </p:nvSpPr>
        <p:spPr>
          <a:xfrm>
            <a:off x="10788402" y="6157764"/>
            <a:ext cx="320769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2" name="!!source-8-dom-5-7-3-1-1-1-1-0-outline">
            <a:extLst>
              <a:ext uri="{FF2B5EF4-FFF2-40B4-BE49-F238E27FC236}">
                <a16:creationId xmlns:a16="http://schemas.microsoft.com/office/drawing/2014/main" id="{E5500477-0D65-4D37-A2AC-7A2E6060EBF7}"/>
              </a:ext>
            </a:extLst>
          </p:cNvPr>
          <p:cNvSpPr>
            <a:spLocks noGrp="1"/>
          </p:cNvSpPr>
          <p:nvPr/>
        </p:nvSpPr>
        <p:spPr>
          <a:xfrm>
            <a:off x="10802689" y="6172051"/>
            <a:ext cx="317911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3" name="!!source-8-dom-5-7-3-1-1-1-1-0-0-text-0">
            <a:extLst>
              <a:ext uri="{FF2B5EF4-FFF2-40B4-BE49-F238E27FC236}">
                <a16:creationId xmlns:a16="http://schemas.microsoft.com/office/drawing/2014/main" id="{0D99BEC5-D323-4E5A-B18F-C0F79D711E78}"/>
              </a:ext>
            </a:extLst>
          </p:cNvPr>
          <p:cNvSpPr>
            <a:spLocks noGrp="1"/>
          </p:cNvSpPr>
          <p:nvPr/>
        </p:nvSpPr>
        <p:spPr>
          <a:xfrm>
            <a:off x="11007477" y="6262539"/>
            <a:ext cx="28171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 tank volume</a:t>
            </a:r>
          </a:p>
        </p:txBody>
      </p:sp>
      <p:sp>
        <p:nvSpPr>
          <p:cNvPr id="194" name="!!source-8-dom-5-7-3-1-1-1-1-1-fill">
            <a:extLst>
              <a:ext uri="{FF2B5EF4-FFF2-40B4-BE49-F238E27FC236}">
                <a16:creationId xmlns:a16="http://schemas.microsoft.com/office/drawing/2014/main" id="{E24C298A-C93D-4BF6-96F7-FC573FFDE0C2}"/>
              </a:ext>
            </a:extLst>
          </p:cNvPr>
          <p:cNvSpPr>
            <a:spLocks noGrp="1"/>
          </p:cNvSpPr>
          <p:nvPr/>
        </p:nvSpPr>
        <p:spPr>
          <a:xfrm>
            <a:off x="10788402" y="6805464"/>
            <a:ext cx="3734694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5" name="!!source-8-dom-5-7-3-1-1-1-1-1-outline">
            <a:extLst>
              <a:ext uri="{FF2B5EF4-FFF2-40B4-BE49-F238E27FC236}">
                <a16:creationId xmlns:a16="http://schemas.microsoft.com/office/drawing/2014/main" id="{67485D9C-7AFD-48A5-908A-7438167B49DB}"/>
              </a:ext>
            </a:extLst>
          </p:cNvPr>
          <p:cNvSpPr>
            <a:spLocks noGrp="1"/>
          </p:cNvSpPr>
          <p:nvPr/>
        </p:nvSpPr>
        <p:spPr>
          <a:xfrm>
            <a:off x="10802689" y="6819751"/>
            <a:ext cx="3706119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6" name="!!source-8-dom-5-7-3-1-1-1-1-1-0-text-0">
            <a:extLst>
              <a:ext uri="{FF2B5EF4-FFF2-40B4-BE49-F238E27FC236}">
                <a16:creationId xmlns:a16="http://schemas.microsoft.com/office/drawing/2014/main" id="{45AAD9B3-A7BF-4A1C-BA9A-4F92BFDF910F}"/>
              </a:ext>
            </a:extLst>
          </p:cNvPr>
          <p:cNvSpPr>
            <a:spLocks noGrp="1"/>
          </p:cNvSpPr>
          <p:nvPr/>
        </p:nvSpPr>
        <p:spPr>
          <a:xfrm>
            <a:off x="11007477" y="6910239"/>
            <a:ext cx="334416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on board at arrival</a:t>
            </a:r>
          </a:p>
        </p:txBody>
      </p:sp>
      <p:sp>
        <p:nvSpPr>
          <p:cNvPr id="197" name="!!source-8-dom-5-7-3-1-1-1-2-0-text-0">
            <a:extLst>
              <a:ext uri="{FF2B5EF4-FFF2-40B4-BE49-F238E27FC236}">
                <a16:creationId xmlns:a16="http://schemas.microsoft.com/office/drawing/2014/main" id="{84F5EB6F-77AA-4291-A979-8B11165AF7BC}"/>
              </a:ext>
            </a:extLst>
          </p:cNvPr>
          <p:cNvSpPr>
            <a:spLocks noGrp="1"/>
          </p:cNvSpPr>
          <p:nvPr/>
        </p:nvSpPr>
        <p:spPr>
          <a:xfrm>
            <a:off x="10788402" y="7472214"/>
            <a:ext cx="419308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Previous work · Applied Energy 2025</a:t>
            </a:r>
          </a:p>
        </p:txBody>
      </p:sp>
      <p:sp>
        <p:nvSpPr>
          <p:cNvPr id="198" name="!!source-8-dom-5-9-fill">
            <a:extLst>
              <a:ext uri="{FF2B5EF4-FFF2-40B4-BE49-F238E27FC236}">
                <a16:creationId xmlns:a16="http://schemas.microsoft.com/office/drawing/2014/main" id="{34D91DF3-0586-47F4-9F31-BFF4BEDE4005}"/>
              </a:ext>
            </a:extLst>
          </p:cNvPr>
          <p:cNvSpPr>
            <a:spLocks noGrp="1"/>
          </p:cNvSpPr>
          <p:nvPr/>
        </p:nvSpPr>
        <p:spPr>
          <a:xfrm>
            <a:off x="1047750" y="8105775"/>
            <a:ext cx="16192501" cy="639068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9" name="!!source-8-dom-5-9-outline">
            <a:extLst>
              <a:ext uri="{FF2B5EF4-FFF2-40B4-BE49-F238E27FC236}">
                <a16:creationId xmlns:a16="http://schemas.microsoft.com/office/drawing/2014/main" id="{00F809D4-36CE-4F22-8ABE-777719125C6A}"/>
              </a:ext>
            </a:extLst>
          </p:cNvPr>
          <p:cNvSpPr>
            <a:spLocks noGrp="1"/>
          </p:cNvSpPr>
          <p:nvPr/>
        </p:nvSpPr>
        <p:spPr>
          <a:xfrm>
            <a:off x="1057275" y="8115300"/>
            <a:ext cx="16173451" cy="620018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0" name="!!source-8-dom-5-9-0-text-0">
            <a:extLst>
              <a:ext uri="{FF2B5EF4-FFF2-40B4-BE49-F238E27FC236}">
                <a16:creationId xmlns:a16="http://schemas.microsoft.com/office/drawing/2014/main" id="{DC6A75A8-FDBF-4375-8DD4-AC7743B6EAAA}"/>
              </a:ext>
            </a:extLst>
          </p:cNvPr>
          <p:cNvSpPr>
            <a:spLocks noGrp="1"/>
          </p:cNvSpPr>
          <p:nvPr/>
        </p:nvSpPr>
        <p:spPr>
          <a:xfrm>
            <a:off x="1333500" y="8267700"/>
            <a:ext cx="1340018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Which patterns are feasible depends on every tank pressure and on the client. Feasible patterns share tanks.</a:t>
            </a:r>
          </a:p>
        </p:txBody>
      </p:sp>
      <p:pic>
        <p:nvPicPr>
          <p:cNvPr id="404" name="!!source-8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405" name="!!source-8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016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!!source-8-dom-fill">
            <a:extLst>
              <a:ext uri="{FF2B5EF4-FFF2-40B4-BE49-F238E27FC236}">
                <a16:creationId xmlns:a16="http://schemas.microsoft.com/office/drawing/2014/main" id="{95B9A50E-6AD8-413B-9A3C-0445F403C5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8-dom-1-0-0-0-text-0">
            <a:extLst>
              <a:ext uri="{FF2B5EF4-FFF2-40B4-BE49-F238E27FC236}">
                <a16:creationId xmlns:a16="http://schemas.microsoft.com/office/drawing/2014/main" id="{22238CC4-0E6C-42E8-AAE6-BDDFE6353017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8-dom-1-0-1-0-text-0">
            <a:extLst>
              <a:ext uri="{FF2B5EF4-FFF2-40B4-BE49-F238E27FC236}">
                <a16:creationId xmlns:a16="http://schemas.microsoft.com/office/drawing/2014/main" id="{4EF87D5D-86A3-4737-A7BF-1D6F97F74C84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8-dom-1-0-2-border-Bottom">
            <a:extLst>
              <a:ext uri="{FF2B5EF4-FFF2-40B4-BE49-F238E27FC236}">
                <a16:creationId xmlns:a16="http://schemas.microsoft.com/office/drawing/2014/main" id="{EEB403EB-49BA-4FDA-93DA-9E808FC2084E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8-dom-1-0-2-0-text-0">
            <a:extLst>
              <a:ext uri="{FF2B5EF4-FFF2-40B4-BE49-F238E27FC236}">
                <a16:creationId xmlns:a16="http://schemas.microsoft.com/office/drawing/2014/main" id="{D1BE35A3-260E-4B36-97E0-35E7F5C55DAA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8-dom-1-0-3-0-text-0">
            <a:extLst>
              <a:ext uri="{FF2B5EF4-FFF2-40B4-BE49-F238E27FC236}">
                <a16:creationId xmlns:a16="http://schemas.microsoft.com/office/drawing/2014/main" id="{C6684330-05F6-4141-A9A2-6519B8F15203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8-dom-1-0-4-0-text-0">
            <a:extLst>
              <a:ext uri="{FF2B5EF4-FFF2-40B4-BE49-F238E27FC236}">
                <a16:creationId xmlns:a16="http://schemas.microsoft.com/office/drawing/2014/main" id="{AF849ECE-C627-4E5E-86D1-F09EACEF83B4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8-dom-1-0-5-0-text-0">
            <a:extLst>
              <a:ext uri="{FF2B5EF4-FFF2-40B4-BE49-F238E27FC236}">
                <a16:creationId xmlns:a16="http://schemas.microsoft.com/office/drawing/2014/main" id="{933C8FAF-9E65-4C45-8A01-FC4B9271213E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8-dom-1-1-0-text-0">
            <a:extLst>
              <a:ext uri="{FF2B5EF4-FFF2-40B4-BE49-F238E27FC236}">
                <a16:creationId xmlns:a16="http://schemas.microsoft.com/office/drawing/2014/main" id="{D7EF83E1-6568-4192-A675-6EA06C0B4D0D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09 / 17</a:t>
            </a:r>
          </a:p>
        </p:txBody>
      </p:sp>
      <p:sp>
        <p:nvSpPr>
          <p:cNvPr id="10" name="!!source-8-dom-3-1-0-0-text-0">
            <a:extLst>
              <a:ext uri="{FF2B5EF4-FFF2-40B4-BE49-F238E27FC236}">
                <a16:creationId xmlns:a16="http://schemas.microsoft.com/office/drawing/2014/main" id="{0753E202-0C31-4075-9E02-36862E8D91CA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4992291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Refuelling</a:t>
            </a: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patterns</a:t>
            </a: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as a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modelling</a:t>
            </a:r>
            <a:r>
              <a:rPr lang="es-ES" sz="4800" spc="-12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 </a:t>
            </a:r>
            <a:r>
              <a:rPr lang="es-ES" sz="4800" spc="-12" dirty="0" err="1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strategy</a:t>
            </a:r>
            <a:endParaRPr lang="es-ES" sz="4800" spc="-12" dirty="0">
              <a:solidFill>
                <a:srgbClr val="4E2E1A">
                  <a:alpha val="100000"/>
                </a:srgbClr>
              </a:solidFill>
              <a:latin typeface="Abhaya Libre ExtraBold"/>
              <a:ea typeface="Abhaya Libre ExtraBold"/>
              <a:cs typeface="Abhaya Libre ExtraBold"/>
            </a:endParaRPr>
          </a:p>
        </p:txBody>
      </p:sp>
      <p:sp>
        <p:nvSpPr>
          <p:cNvPr id="11" name="!!source-8-dom-3-1-1-0-0-text-0">
            <a:extLst>
              <a:ext uri="{FF2B5EF4-FFF2-40B4-BE49-F238E27FC236}">
                <a16:creationId xmlns:a16="http://schemas.microsoft.com/office/drawing/2014/main" id="{FFBFB32E-9808-4E87-90FB-B1F726C12370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420856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Feasible patterns share tanks</a:t>
            </a:r>
          </a:p>
        </p:txBody>
      </p:sp>
      <p:sp>
        <p:nvSpPr>
          <p:cNvPr id="12" name="!!source-8-dom-5-1-fill">
            <a:extLst>
              <a:ext uri="{FF2B5EF4-FFF2-40B4-BE49-F238E27FC236}">
                <a16:creationId xmlns:a16="http://schemas.microsoft.com/office/drawing/2014/main" id="{709713CB-A3F9-4D98-B243-15AD336E867B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16192501" cy="1143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8-dom-5-1-outline">
            <a:extLst>
              <a:ext uri="{FF2B5EF4-FFF2-40B4-BE49-F238E27FC236}">
                <a16:creationId xmlns:a16="http://schemas.microsoft.com/office/drawing/2014/main" id="{54C0FCE1-34FB-4999-882A-7C889E9D1DCE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16163926" cy="11144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8-dom-5-1-1-0-fill">
            <a:extLst>
              <a:ext uri="{FF2B5EF4-FFF2-40B4-BE49-F238E27FC236}">
                <a16:creationId xmlns:a16="http://schemas.microsoft.com/office/drawing/2014/main" id="{33C69C4F-87A7-4D11-B5A7-15E6F54BCC80}"/>
              </a:ext>
            </a:extLst>
          </p:cNvPr>
          <p:cNvSpPr>
            <a:spLocks noGrp="1"/>
          </p:cNvSpPr>
          <p:nvPr/>
        </p:nvSpPr>
        <p:spPr>
          <a:xfrm>
            <a:off x="1362075" y="2790825"/>
            <a:ext cx="495300" cy="4953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8-dom-5-1-1-0-0-text-0">
            <a:extLst>
              <a:ext uri="{FF2B5EF4-FFF2-40B4-BE49-F238E27FC236}">
                <a16:creationId xmlns:a16="http://schemas.microsoft.com/office/drawing/2014/main" id="{7A468617-5071-4A01-9F68-E6255E9720CA}"/>
              </a:ext>
            </a:extLst>
          </p:cNvPr>
          <p:cNvSpPr>
            <a:spLocks noGrp="1"/>
          </p:cNvSpPr>
          <p:nvPr/>
        </p:nvSpPr>
        <p:spPr>
          <a:xfrm>
            <a:off x="1557338" y="2876550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8-dom-5-1-1-1-0-text-0">
            <a:extLst>
              <a:ext uri="{FF2B5EF4-FFF2-40B4-BE49-F238E27FC236}">
                <a16:creationId xmlns:a16="http://schemas.microsoft.com/office/drawing/2014/main" id="{B19F34E3-C9BD-4D6C-BB01-1C0736243317}"/>
              </a:ext>
            </a:extLst>
          </p:cNvPr>
          <p:cNvSpPr>
            <a:spLocks noGrp="1"/>
          </p:cNvSpPr>
          <p:nvPr/>
        </p:nvSpPr>
        <p:spPr>
          <a:xfrm>
            <a:off x="2085975" y="2862263"/>
            <a:ext cx="14318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Pattern = </a:t>
            </a:r>
          </a:p>
        </p:txBody>
      </p:sp>
      <p:sp>
        <p:nvSpPr>
          <p:cNvPr id="17" name="!!source-8-dom-5-1-1-1-1-0-text-0">
            <a:extLst>
              <a:ext uri="{FF2B5EF4-FFF2-40B4-BE49-F238E27FC236}">
                <a16:creationId xmlns:a16="http://schemas.microsoft.com/office/drawing/2014/main" id="{1E1C607C-5559-4159-8D5D-B3CA0478551F}"/>
              </a:ext>
            </a:extLst>
          </p:cNvPr>
          <p:cNvSpPr>
            <a:spLocks noGrp="1"/>
          </p:cNvSpPr>
          <p:nvPr/>
        </p:nvSpPr>
        <p:spPr>
          <a:xfrm>
            <a:off x="3470225" y="2862263"/>
            <a:ext cx="123214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ordered</a:t>
            </a:r>
          </a:p>
        </p:txBody>
      </p:sp>
      <p:sp>
        <p:nvSpPr>
          <p:cNvPr id="18" name="!!source-8-dom-5-1-1-1-2-text-0">
            <a:extLst>
              <a:ext uri="{FF2B5EF4-FFF2-40B4-BE49-F238E27FC236}">
                <a16:creationId xmlns:a16="http://schemas.microsoft.com/office/drawing/2014/main" id="{4CA86801-1B76-4610-ADEF-FC84531EC0A4}"/>
              </a:ext>
            </a:extLst>
          </p:cNvPr>
          <p:cNvSpPr>
            <a:spLocks noGrp="1"/>
          </p:cNvSpPr>
          <p:nvPr/>
        </p:nvSpPr>
        <p:spPr>
          <a:xfrm>
            <a:off x="4654748" y="2862263"/>
            <a:ext cx="303460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sequence of sources</a:t>
            </a:r>
          </a:p>
        </p:txBody>
      </p:sp>
      <p:sp>
        <p:nvSpPr>
          <p:cNvPr id="19" name="!!source-8-dom-5-1-3-0-fill">
            <a:extLst>
              <a:ext uri="{FF2B5EF4-FFF2-40B4-BE49-F238E27FC236}">
                <a16:creationId xmlns:a16="http://schemas.microsoft.com/office/drawing/2014/main" id="{FF2BDD67-4C64-432C-A6BE-4647ADD1760D}"/>
              </a:ext>
            </a:extLst>
          </p:cNvPr>
          <p:cNvSpPr>
            <a:spLocks noGrp="1"/>
          </p:cNvSpPr>
          <p:nvPr/>
        </p:nvSpPr>
        <p:spPr>
          <a:xfrm>
            <a:off x="1362075" y="377190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8-dom-5-1-3-0-0-text-0">
            <a:extLst>
              <a:ext uri="{FF2B5EF4-FFF2-40B4-BE49-F238E27FC236}">
                <a16:creationId xmlns:a16="http://schemas.microsoft.com/office/drawing/2014/main" id="{05FECF81-E971-4924-B539-0EFF806A1A05}"/>
              </a:ext>
            </a:extLst>
          </p:cNvPr>
          <p:cNvSpPr>
            <a:spLocks noGrp="1"/>
          </p:cNvSpPr>
          <p:nvPr/>
        </p:nvSpPr>
        <p:spPr>
          <a:xfrm>
            <a:off x="1557338" y="385762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1" name="!!source-8-dom-5-1-3-1-0-0-text-0">
            <a:extLst>
              <a:ext uri="{FF2B5EF4-FFF2-40B4-BE49-F238E27FC236}">
                <a16:creationId xmlns:a16="http://schemas.microsoft.com/office/drawing/2014/main" id="{A25AB257-898D-459C-85BA-A47705EE8ED8}"/>
              </a:ext>
            </a:extLst>
          </p:cNvPr>
          <p:cNvSpPr>
            <a:spLocks noGrp="1"/>
          </p:cNvSpPr>
          <p:nvPr/>
        </p:nvSpPr>
        <p:spPr>
          <a:xfrm>
            <a:off x="2238375" y="3252788"/>
            <a:ext cx="25653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pattern is an </a:t>
            </a:r>
          </a:p>
        </p:txBody>
      </p:sp>
      <p:sp>
        <p:nvSpPr>
          <p:cNvPr id="22" name="!!source-8-dom-5-1-3-1-0-1-0-text-0">
            <a:extLst>
              <a:ext uri="{FF2B5EF4-FFF2-40B4-BE49-F238E27FC236}">
                <a16:creationId xmlns:a16="http://schemas.microsoft.com/office/drawing/2014/main" id="{AFEE5887-2A2E-4584-B01C-8DF8C59D2A2B}"/>
              </a:ext>
            </a:extLst>
          </p:cNvPr>
          <p:cNvSpPr>
            <a:spLocks noGrp="1"/>
          </p:cNvSpPr>
          <p:nvPr/>
        </p:nvSpPr>
        <p:spPr>
          <a:xfrm>
            <a:off x="4756100" y="3252788"/>
            <a:ext cx="139005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ordered</a:t>
            </a:r>
          </a:p>
        </p:txBody>
      </p:sp>
      <p:sp>
        <p:nvSpPr>
          <p:cNvPr id="23" name="!!source-8-dom-5-1-3-1-0-2-text-0">
            <a:extLst>
              <a:ext uri="{FF2B5EF4-FFF2-40B4-BE49-F238E27FC236}">
                <a16:creationId xmlns:a16="http://schemas.microsoft.com/office/drawing/2014/main" id="{6D177C75-6531-4CF1-B44A-FCAF8FB8EB73}"/>
              </a:ext>
            </a:extLst>
          </p:cNvPr>
          <p:cNvSpPr>
            <a:spLocks noGrp="1"/>
          </p:cNvSpPr>
          <p:nvPr/>
        </p:nvSpPr>
        <p:spPr>
          <a:xfrm>
            <a:off x="6098530" y="3252788"/>
            <a:ext cx="3548509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55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sequence of sources</a:t>
            </a:r>
          </a:p>
        </p:txBody>
      </p:sp>
      <p:sp>
        <p:nvSpPr>
          <p:cNvPr id="24" name="!!source-8-dom-5-1-3-1-1-0-fill">
            <a:extLst>
              <a:ext uri="{FF2B5EF4-FFF2-40B4-BE49-F238E27FC236}">
                <a16:creationId xmlns:a16="http://schemas.microsoft.com/office/drawing/2014/main" id="{DFEA1770-8428-4D07-88EB-81C7FB2F99D8}"/>
              </a:ext>
            </a:extLst>
          </p:cNvPr>
          <p:cNvSpPr>
            <a:spLocks noGrp="1"/>
          </p:cNvSpPr>
          <p:nvPr/>
        </p:nvSpPr>
        <p:spPr>
          <a:xfrm>
            <a:off x="2238375" y="3919538"/>
            <a:ext cx="990303" cy="866775"/>
          </a:xfrm>
          <a:prstGeom prst="roundRect">
            <a:avLst>
              <a:gd name="adj" fmla="val 6593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8-dom-5-1-3-1-1-0-outline">
            <a:extLst>
              <a:ext uri="{FF2B5EF4-FFF2-40B4-BE49-F238E27FC236}">
                <a16:creationId xmlns:a16="http://schemas.microsoft.com/office/drawing/2014/main" id="{6052E94C-65A7-45D9-B004-1987A2A4F7B3}"/>
              </a:ext>
            </a:extLst>
          </p:cNvPr>
          <p:cNvSpPr>
            <a:spLocks noGrp="1"/>
          </p:cNvSpPr>
          <p:nvPr/>
        </p:nvSpPr>
        <p:spPr>
          <a:xfrm>
            <a:off x="2252662" y="3933825"/>
            <a:ext cx="961728" cy="838200"/>
          </a:xfrm>
          <a:prstGeom prst="roundRect">
            <a:avLst>
              <a:gd name="adj" fmla="val 681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8-dom-5-1-3-1-1-0-0-text-0">
            <a:extLst>
              <a:ext uri="{FF2B5EF4-FFF2-40B4-BE49-F238E27FC236}">
                <a16:creationId xmlns:a16="http://schemas.microsoft.com/office/drawing/2014/main" id="{B26F5AEC-EF74-4882-BC0C-D95782780877}"/>
              </a:ext>
            </a:extLst>
          </p:cNvPr>
          <p:cNvSpPr>
            <a:spLocks noGrp="1"/>
          </p:cNvSpPr>
          <p:nvPr/>
        </p:nvSpPr>
        <p:spPr>
          <a:xfrm>
            <a:off x="2590800" y="4119562"/>
            <a:ext cx="333077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3000" b="0" i="0" spc="-7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27" name="!!source-8-dom-5-1-3-1-1-1-0-fill">
            <a:extLst>
              <a:ext uri="{FF2B5EF4-FFF2-40B4-BE49-F238E27FC236}">
                <a16:creationId xmlns:a16="http://schemas.microsoft.com/office/drawing/2014/main" id="{9C052405-D9CA-4CC6-A749-D0EE7E714610}"/>
              </a:ext>
            </a:extLst>
          </p:cNvPr>
          <p:cNvSpPr>
            <a:spLocks noGrp="1"/>
          </p:cNvSpPr>
          <p:nvPr/>
        </p:nvSpPr>
        <p:spPr>
          <a:xfrm>
            <a:off x="3228678" y="4333875"/>
            <a:ext cx="70485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8-dom-5-1-3-1-1-1-1-border-Top">
            <a:extLst>
              <a:ext uri="{FF2B5EF4-FFF2-40B4-BE49-F238E27FC236}">
                <a16:creationId xmlns:a16="http://schemas.microsoft.com/office/drawing/2014/main" id="{CE2A30BC-1DE0-4626-86D0-82686CDFD208}"/>
              </a:ext>
            </a:extLst>
          </p:cNvPr>
          <p:cNvSpPr>
            <a:spLocks noGrp="1"/>
          </p:cNvSpPr>
          <p:nvPr/>
        </p:nvSpPr>
        <p:spPr>
          <a:xfrm>
            <a:off x="3933527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8-dom-5-1-3-1-1-1-1-border-Bottom">
            <a:extLst>
              <a:ext uri="{FF2B5EF4-FFF2-40B4-BE49-F238E27FC236}">
                <a16:creationId xmlns:a16="http://schemas.microsoft.com/office/drawing/2014/main" id="{DB17EAF7-3E4F-4D60-9B11-7E9366CAA2D7}"/>
              </a:ext>
            </a:extLst>
          </p:cNvPr>
          <p:cNvSpPr>
            <a:spLocks noGrp="1"/>
          </p:cNvSpPr>
          <p:nvPr/>
        </p:nvSpPr>
        <p:spPr>
          <a:xfrm>
            <a:off x="3933527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8-dom-5-1-3-1-1-1-1-border-Left">
            <a:extLst>
              <a:ext uri="{FF2B5EF4-FFF2-40B4-BE49-F238E27FC236}">
                <a16:creationId xmlns:a16="http://schemas.microsoft.com/office/drawing/2014/main" id="{5A7BA494-C425-4739-83BF-466EEB9BC3DF}"/>
              </a:ext>
            </a:extLst>
          </p:cNvPr>
          <p:cNvSpPr>
            <a:spLocks noGrp="1"/>
          </p:cNvSpPr>
          <p:nvPr/>
        </p:nvSpPr>
        <p:spPr>
          <a:xfrm>
            <a:off x="3933527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8-dom-5-1-3-1-1-2-fill">
            <a:extLst>
              <a:ext uri="{FF2B5EF4-FFF2-40B4-BE49-F238E27FC236}">
                <a16:creationId xmlns:a16="http://schemas.microsoft.com/office/drawing/2014/main" id="{68BB6F6B-CF31-4B0E-8FFD-E262F7E3B26D}"/>
              </a:ext>
            </a:extLst>
          </p:cNvPr>
          <p:cNvSpPr>
            <a:spLocks noGrp="1"/>
          </p:cNvSpPr>
          <p:nvPr/>
        </p:nvSpPr>
        <p:spPr>
          <a:xfrm>
            <a:off x="4085928" y="3919538"/>
            <a:ext cx="994916" cy="866775"/>
          </a:xfrm>
          <a:prstGeom prst="roundRect">
            <a:avLst>
              <a:gd name="adj" fmla="val 6593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8-dom-5-1-3-1-1-2-outline">
            <a:extLst>
              <a:ext uri="{FF2B5EF4-FFF2-40B4-BE49-F238E27FC236}">
                <a16:creationId xmlns:a16="http://schemas.microsoft.com/office/drawing/2014/main" id="{EC351038-9057-4811-890D-F7A82FCCDA17}"/>
              </a:ext>
            </a:extLst>
          </p:cNvPr>
          <p:cNvSpPr>
            <a:spLocks noGrp="1"/>
          </p:cNvSpPr>
          <p:nvPr/>
        </p:nvSpPr>
        <p:spPr>
          <a:xfrm>
            <a:off x="4100215" y="3933825"/>
            <a:ext cx="966341" cy="838200"/>
          </a:xfrm>
          <a:prstGeom prst="roundRect">
            <a:avLst>
              <a:gd name="adj" fmla="val 6818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8-dom-5-1-3-1-1-2-0-text-0">
            <a:extLst>
              <a:ext uri="{FF2B5EF4-FFF2-40B4-BE49-F238E27FC236}">
                <a16:creationId xmlns:a16="http://schemas.microsoft.com/office/drawing/2014/main" id="{840D651C-82FC-42C1-BA32-238457FC90CE}"/>
              </a:ext>
            </a:extLst>
          </p:cNvPr>
          <p:cNvSpPr>
            <a:spLocks noGrp="1"/>
          </p:cNvSpPr>
          <p:nvPr/>
        </p:nvSpPr>
        <p:spPr>
          <a:xfrm>
            <a:off x="4438352" y="4119562"/>
            <a:ext cx="337691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3000" b="0" i="0" spc="-7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34" name="!!source-8-dom-5-1-3-1-1-3-0-fill">
            <a:extLst>
              <a:ext uri="{FF2B5EF4-FFF2-40B4-BE49-F238E27FC236}">
                <a16:creationId xmlns:a16="http://schemas.microsoft.com/office/drawing/2014/main" id="{0A0AFC1D-59D8-4ADC-94A0-04C58FD3A333}"/>
              </a:ext>
            </a:extLst>
          </p:cNvPr>
          <p:cNvSpPr>
            <a:spLocks noGrp="1"/>
          </p:cNvSpPr>
          <p:nvPr/>
        </p:nvSpPr>
        <p:spPr>
          <a:xfrm>
            <a:off x="5080843" y="4333875"/>
            <a:ext cx="70485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8-dom-5-1-3-1-1-3-1-border-Top">
            <a:extLst>
              <a:ext uri="{FF2B5EF4-FFF2-40B4-BE49-F238E27FC236}">
                <a16:creationId xmlns:a16="http://schemas.microsoft.com/office/drawing/2014/main" id="{F79FA5D1-30FB-4F46-A5DB-C13307576D9C}"/>
              </a:ext>
            </a:extLst>
          </p:cNvPr>
          <p:cNvSpPr>
            <a:spLocks noGrp="1"/>
          </p:cNvSpPr>
          <p:nvPr/>
        </p:nvSpPr>
        <p:spPr>
          <a:xfrm>
            <a:off x="5785693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8-dom-5-1-3-1-1-3-1-border-Bottom">
            <a:extLst>
              <a:ext uri="{FF2B5EF4-FFF2-40B4-BE49-F238E27FC236}">
                <a16:creationId xmlns:a16="http://schemas.microsoft.com/office/drawing/2014/main" id="{363B37E4-528E-43CC-85D4-1B43F8D4D3C0}"/>
              </a:ext>
            </a:extLst>
          </p:cNvPr>
          <p:cNvSpPr>
            <a:spLocks noGrp="1"/>
          </p:cNvSpPr>
          <p:nvPr/>
        </p:nvSpPr>
        <p:spPr>
          <a:xfrm>
            <a:off x="5785693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8-dom-5-1-3-1-1-3-1-border-Left">
            <a:extLst>
              <a:ext uri="{FF2B5EF4-FFF2-40B4-BE49-F238E27FC236}">
                <a16:creationId xmlns:a16="http://schemas.microsoft.com/office/drawing/2014/main" id="{DF9AD58A-1C43-4F7C-A58F-4DF1EE184327}"/>
              </a:ext>
            </a:extLst>
          </p:cNvPr>
          <p:cNvSpPr>
            <a:spLocks noGrp="1"/>
          </p:cNvSpPr>
          <p:nvPr/>
        </p:nvSpPr>
        <p:spPr>
          <a:xfrm>
            <a:off x="5785693" y="4257675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8-dom-5-1-3-1-1-4-fill">
            <a:extLst>
              <a:ext uri="{FF2B5EF4-FFF2-40B4-BE49-F238E27FC236}">
                <a16:creationId xmlns:a16="http://schemas.microsoft.com/office/drawing/2014/main" id="{0EFC3466-A004-476C-9A93-7B7BB73562E7}"/>
              </a:ext>
            </a:extLst>
          </p:cNvPr>
          <p:cNvSpPr>
            <a:spLocks noGrp="1"/>
          </p:cNvSpPr>
          <p:nvPr/>
        </p:nvSpPr>
        <p:spPr>
          <a:xfrm>
            <a:off x="5938093" y="3919538"/>
            <a:ext cx="3906887" cy="866775"/>
          </a:xfrm>
          <a:prstGeom prst="roundRect">
            <a:avLst>
              <a:gd name="adj" fmla="val 6593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8-dom-5-1-3-1-1-4-outline">
            <a:extLst>
              <a:ext uri="{FF2B5EF4-FFF2-40B4-BE49-F238E27FC236}">
                <a16:creationId xmlns:a16="http://schemas.microsoft.com/office/drawing/2014/main" id="{7116E889-2C36-4E06-BAC0-FC8D150ECE1A}"/>
              </a:ext>
            </a:extLst>
          </p:cNvPr>
          <p:cNvSpPr>
            <a:spLocks noGrp="1"/>
          </p:cNvSpPr>
          <p:nvPr/>
        </p:nvSpPr>
        <p:spPr>
          <a:xfrm>
            <a:off x="5952381" y="3933825"/>
            <a:ext cx="3878312" cy="838200"/>
          </a:xfrm>
          <a:prstGeom prst="roundRect">
            <a:avLst>
              <a:gd name="adj" fmla="val 6818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8-dom-5-1-3-1-1-4-0-text-0">
            <a:extLst>
              <a:ext uri="{FF2B5EF4-FFF2-40B4-BE49-F238E27FC236}">
                <a16:creationId xmlns:a16="http://schemas.microsoft.com/office/drawing/2014/main" id="{A0BE8ECF-6DB7-4B69-B8DF-D6CC6F1D086E}"/>
              </a:ext>
            </a:extLst>
          </p:cNvPr>
          <p:cNvSpPr>
            <a:spLocks noGrp="1"/>
          </p:cNvSpPr>
          <p:nvPr/>
        </p:nvSpPr>
        <p:spPr>
          <a:xfrm>
            <a:off x="6290518" y="4119562"/>
            <a:ext cx="3249662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3000" b="0" i="0" spc="-7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 · 350 bar</a:t>
            </a:r>
          </a:p>
        </p:txBody>
      </p:sp>
      <p:sp>
        <p:nvSpPr>
          <p:cNvPr id="41" name="!!source-8-dom-5-1-3-1-1-6-0-text-0">
            <a:extLst>
              <a:ext uri="{FF2B5EF4-FFF2-40B4-BE49-F238E27FC236}">
                <a16:creationId xmlns:a16="http://schemas.microsoft.com/office/drawing/2014/main" id="{75F2D286-D28A-47DF-B3BD-76F19FE6F61B}"/>
              </a:ext>
            </a:extLst>
          </p:cNvPr>
          <p:cNvSpPr>
            <a:spLocks noGrp="1"/>
          </p:cNvSpPr>
          <p:nvPr/>
        </p:nvSpPr>
        <p:spPr>
          <a:xfrm>
            <a:off x="10416480" y="4025354"/>
            <a:ext cx="180424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order matters:</a:t>
            </a:r>
          </a:p>
        </p:txBody>
      </p:sp>
      <p:sp>
        <p:nvSpPr>
          <p:cNvPr id="42" name="!!source-8-dom-5-1-3-1-1-6-2-text-0">
            <a:extLst>
              <a:ext uri="{FF2B5EF4-FFF2-40B4-BE49-F238E27FC236}">
                <a16:creationId xmlns:a16="http://schemas.microsoft.com/office/drawing/2014/main" id="{F7FFBE4C-BEFB-4E5D-9305-30C97723A8E3}"/>
              </a:ext>
            </a:extLst>
          </p:cNvPr>
          <p:cNvSpPr>
            <a:spLocks noGrp="1"/>
          </p:cNvSpPr>
          <p:nvPr/>
        </p:nvSpPr>
        <p:spPr>
          <a:xfrm>
            <a:off x="10416480" y="4371975"/>
            <a:ext cx="361563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B → A stalls at B's equilibrium</a:t>
            </a:r>
          </a:p>
        </p:txBody>
      </p:sp>
      <p:sp>
        <p:nvSpPr>
          <p:cNvPr id="43" name="!!source-8-dom-5-3-fill">
            <a:extLst>
              <a:ext uri="{FF2B5EF4-FFF2-40B4-BE49-F238E27FC236}">
                <a16:creationId xmlns:a16="http://schemas.microsoft.com/office/drawing/2014/main" id="{FD1E3D6C-ED0B-4C59-8D71-EA78540D1CC6}"/>
              </a:ext>
            </a:extLst>
          </p:cNvPr>
          <p:cNvSpPr>
            <a:spLocks noGrp="1"/>
          </p:cNvSpPr>
          <p:nvPr/>
        </p:nvSpPr>
        <p:spPr>
          <a:xfrm>
            <a:off x="1047750" y="3743325"/>
            <a:ext cx="16192501" cy="1143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4" name="!!source-8-dom-5-3-outline">
            <a:extLst>
              <a:ext uri="{FF2B5EF4-FFF2-40B4-BE49-F238E27FC236}">
                <a16:creationId xmlns:a16="http://schemas.microsoft.com/office/drawing/2014/main" id="{2FD3DC63-995B-4CF5-B482-6D20A48EB10B}"/>
              </a:ext>
            </a:extLst>
          </p:cNvPr>
          <p:cNvSpPr>
            <a:spLocks noGrp="1"/>
          </p:cNvSpPr>
          <p:nvPr/>
        </p:nvSpPr>
        <p:spPr>
          <a:xfrm>
            <a:off x="1062037" y="3757612"/>
            <a:ext cx="16163926" cy="11144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8-dom-5-3-1-0-fill">
            <a:extLst>
              <a:ext uri="{FF2B5EF4-FFF2-40B4-BE49-F238E27FC236}">
                <a16:creationId xmlns:a16="http://schemas.microsoft.com/office/drawing/2014/main" id="{5E17D82C-00D1-4FD0-8870-506B889F11A8}"/>
              </a:ext>
            </a:extLst>
          </p:cNvPr>
          <p:cNvSpPr>
            <a:spLocks noGrp="1"/>
          </p:cNvSpPr>
          <p:nvPr/>
        </p:nvSpPr>
        <p:spPr>
          <a:xfrm>
            <a:off x="1362075" y="4067175"/>
            <a:ext cx="495300" cy="4953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6" name="!!source-8-dom-5-3-1-0-0-text-0">
            <a:extLst>
              <a:ext uri="{FF2B5EF4-FFF2-40B4-BE49-F238E27FC236}">
                <a16:creationId xmlns:a16="http://schemas.microsoft.com/office/drawing/2014/main" id="{A22047D9-F765-4945-A26A-B4FE288DB09A}"/>
              </a:ext>
            </a:extLst>
          </p:cNvPr>
          <p:cNvSpPr>
            <a:spLocks noGrp="1"/>
          </p:cNvSpPr>
          <p:nvPr/>
        </p:nvSpPr>
        <p:spPr>
          <a:xfrm>
            <a:off x="1530995" y="4152900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7" name="!!source-8-dom-5-3-1-1-0-text-0">
            <a:extLst>
              <a:ext uri="{FF2B5EF4-FFF2-40B4-BE49-F238E27FC236}">
                <a16:creationId xmlns:a16="http://schemas.microsoft.com/office/drawing/2014/main" id="{B01F8445-160A-4869-A14A-84E84112AB24}"/>
              </a:ext>
            </a:extLst>
          </p:cNvPr>
          <p:cNvSpPr>
            <a:spLocks noGrp="1"/>
          </p:cNvSpPr>
          <p:nvPr/>
        </p:nvSpPr>
        <p:spPr>
          <a:xfrm>
            <a:off x="2085975" y="4138612"/>
            <a:ext cx="190857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Step ends at </a:t>
            </a:r>
          </a:p>
        </p:txBody>
      </p:sp>
      <p:sp>
        <p:nvSpPr>
          <p:cNvPr id="48" name="!!source-8-dom-5-3-1-1-1-0-text-0">
            <a:extLst>
              <a:ext uri="{FF2B5EF4-FFF2-40B4-BE49-F238E27FC236}">
                <a16:creationId xmlns:a16="http://schemas.microsoft.com/office/drawing/2014/main" id="{C41C6252-BF89-4622-8CB4-BB6E99907313}"/>
              </a:ext>
            </a:extLst>
          </p:cNvPr>
          <p:cNvSpPr>
            <a:spLocks noGrp="1"/>
          </p:cNvSpPr>
          <p:nvPr/>
        </p:nvSpPr>
        <p:spPr>
          <a:xfrm>
            <a:off x="3946922" y="4138612"/>
            <a:ext cx="115297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350 bar</a:t>
            </a:r>
          </a:p>
        </p:txBody>
      </p:sp>
      <p:sp>
        <p:nvSpPr>
          <p:cNvPr id="49" name="!!source-8-dom-5-3-1-1-2-text-0">
            <a:extLst>
              <a:ext uri="{FF2B5EF4-FFF2-40B4-BE49-F238E27FC236}">
                <a16:creationId xmlns:a16="http://schemas.microsoft.com/office/drawing/2014/main" id="{7DA4326D-C8A8-4B2A-B3A3-C58510B0FA2C}"/>
              </a:ext>
            </a:extLst>
          </p:cNvPr>
          <p:cNvSpPr>
            <a:spLocks noGrp="1"/>
          </p:cNvSpPr>
          <p:nvPr/>
        </p:nvSpPr>
        <p:spPr>
          <a:xfrm>
            <a:off x="5052268" y="4138612"/>
            <a:ext cx="85070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or at </a:t>
            </a:r>
          </a:p>
        </p:txBody>
      </p:sp>
      <p:sp>
        <p:nvSpPr>
          <p:cNvPr id="50" name="!!source-8-dom-5-3-1-1-3-0-text-0">
            <a:extLst>
              <a:ext uri="{FF2B5EF4-FFF2-40B4-BE49-F238E27FC236}">
                <a16:creationId xmlns:a16="http://schemas.microsoft.com/office/drawing/2014/main" id="{467BD653-0C49-42BB-B7AA-A816D76A941E}"/>
              </a:ext>
            </a:extLst>
          </p:cNvPr>
          <p:cNvSpPr>
            <a:spLocks noGrp="1"/>
          </p:cNvSpPr>
          <p:nvPr/>
        </p:nvSpPr>
        <p:spPr>
          <a:xfrm>
            <a:off x="5855345" y="4138612"/>
            <a:ext cx="189279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equalisation</a:t>
            </a:r>
          </a:p>
        </p:txBody>
      </p:sp>
      <p:sp>
        <p:nvSpPr>
          <p:cNvPr id="51" name="!!source-8-dom-5-3-3-0-fill">
            <a:extLst>
              <a:ext uri="{FF2B5EF4-FFF2-40B4-BE49-F238E27FC236}">
                <a16:creationId xmlns:a16="http://schemas.microsoft.com/office/drawing/2014/main" id="{39EFF4E6-4CC9-4E8A-B497-0DC66F284B72}"/>
              </a:ext>
            </a:extLst>
          </p:cNvPr>
          <p:cNvSpPr>
            <a:spLocks noGrp="1"/>
          </p:cNvSpPr>
          <p:nvPr/>
        </p:nvSpPr>
        <p:spPr>
          <a:xfrm>
            <a:off x="1362075" y="5048250"/>
            <a:ext cx="495300" cy="495301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2" name="!!source-8-dom-5-3-3-0-0-text-0">
            <a:extLst>
              <a:ext uri="{FF2B5EF4-FFF2-40B4-BE49-F238E27FC236}">
                <a16:creationId xmlns:a16="http://schemas.microsoft.com/office/drawing/2014/main" id="{FEA7CE7E-78A1-441F-ACDE-BBA2F84B3F32}"/>
              </a:ext>
            </a:extLst>
          </p:cNvPr>
          <p:cNvSpPr>
            <a:spLocks noGrp="1"/>
          </p:cNvSpPr>
          <p:nvPr/>
        </p:nvSpPr>
        <p:spPr>
          <a:xfrm>
            <a:off x="1530995" y="5133975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3" name="!!source-8-dom-5-3-3-1-0-0-text-0">
            <a:extLst>
              <a:ext uri="{FF2B5EF4-FFF2-40B4-BE49-F238E27FC236}">
                <a16:creationId xmlns:a16="http://schemas.microsoft.com/office/drawing/2014/main" id="{8C80FD2A-889B-487D-B253-273426C32547}"/>
              </a:ext>
            </a:extLst>
          </p:cNvPr>
          <p:cNvSpPr>
            <a:spLocks noGrp="1"/>
          </p:cNvSpPr>
          <p:nvPr/>
        </p:nvSpPr>
        <p:spPr>
          <a:xfrm>
            <a:off x="2238375" y="4081463"/>
            <a:ext cx="360164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</a:t>
            </a:r>
          </a:p>
        </p:txBody>
      </p:sp>
      <p:sp>
        <p:nvSpPr>
          <p:cNvPr id="54" name="!!source-8-dom-5-3-3-1-0-1-0-text-0">
            <a:extLst>
              <a:ext uri="{FF2B5EF4-FFF2-40B4-BE49-F238E27FC236}">
                <a16:creationId xmlns:a16="http://schemas.microsoft.com/office/drawing/2014/main" id="{F7901272-E089-4F36-BF47-524A4D9A1129}"/>
              </a:ext>
            </a:extLst>
          </p:cNvPr>
          <p:cNvSpPr>
            <a:spLocks noGrp="1"/>
          </p:cNvSpPr>
          <p:nvPr/>
        </p:nvSpPr>
        <p:spPr>
          <a:xfrm>
            <a:off x="2550914" y="4081463"/>
            <a:ext cx="73952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step</a:t>
            </a:r>
          </a:p>
        </p:txBody>
      </p:sp>
      <p:sp>
        <p:nvSpPr>
          <p:cNvPr id="55" name="!!source-8-dom-5-3-3-1-0-2-text-0">
            <a:extLst>
              <a:ext uri="{FF2B5EF4-FFF2-40B4-BE49-F238E27FC236}">
                <a16:creationId xmlns:a16="http://schemas.microsoft.com/office/drawing/2014/main" id="{6900DD5E-B906-4494-832D-B7BA78B02B7C}"/>
              </a:ext>
            </a:extLst>
          </p:cNvPr>
          <p:cNvSpPr>
            <a:spLocks noGrp="1"/>
          </p:cNvSpPr>
          <p:nvPr/>
        </p:nvSpPr>
        <p:spPr>
          <a:xfrm>
            <a:off x="3242816" y="4081463"/>
            <a:ext cx="835595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opens one source and ends at the first of two events</a:t>
            </a:r>
          </a:p>
        </p:txBody>
      </p:sp>
      <p:sp>
        <p:nvSpPr>
          <p:cNvPr id="56" name="!!source-8-dom-5-3-3-1-1-0-0-0-text-0">
            <a:extLst>
              <a:ext uri="{FF2B5EF4-FFF2-40B4-BE49-F238E27FC236}">
                <a16:creationId xmlns:a16="http://schemas.microsoft.com/office/drawing/2014/main" id="{2C677C31-36A5-446B-AE3A-C7034C2BD49D}"/>
              </a:ext>
            </a:extLst>
          </p:cNvPr>
          <p:cNvSpPr>
            <a:spLocks noGrp="1"/>
          </p:cNvSpPr>
          <p:nvPr/>
        </p:nvSpPr>
        <p:spPr>
          <a:xfrm>
            <a:off x="2306538" y="4586287"/>
            <a:ext cx="101604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300 bar</a:t>
            </a:r>
          </a:p>
        </p:txBody>
      </p:sp>
      <p:sp>
        <p:nvSpPr>
          <p:cNvPr id="57" name="!!source-8-dom-5-3-3-1-1-0-1-fill">
            <a:extLst>
              <a:ext uri="{FF2B5EF4-FFF2-40B4-BE49-F238E27FC236}">
                <a16:creationId xmlns:a16="http://schemas.microsoft.com/office/drawing/2014/main" id="{0B6CC46D-F21C-47FA-B465-6D9CC279A718}"/>
              </a:ext>
            </a:extLst>
          </p:cNvPr>
          <p:cNvSpPr>
            <a:spLocks noGrp="1"/>
          </p:cNvSpPr>
          <p:nvPr/>
        </p:nvSpPr>
        <p:spPr>
          <a:xfrm>
            <a:off x="2238375" y="4948238"/>
            <a:ext cx="1104900" cy="1200150"/>
          </a:xfrm>
          <a:prstGeom prst="roundRect">
            <a:avLst>
              <a:gd name="adj" fmla="val 12069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8-dom-5-3-3-1-1-0-1-outline">
            <a:extLst>
              <a:ext uri="{FF2B5EF4-FFF2-40B4-BE49-F238E27FC236}">
                <a16:creationId xmlns:a16="http://schemas.microsoft.com/office/drawing/2014/main" id="{0CED8051-BCCC-4303-8517-5155342B0DC5}"/>
              </a:ext>
            </a:extLst>
          </p:cNvPr>
          <p:cNvSpPr>
            <a:spLocks noGrp="1"/>
          </p:cNvSpPr>
          <p:nvPr/>
        </p:nvSpPr>
        <p:spPr>
          <a:xfrm>
            <a:off x="2252662" y="4962525"/>
            <a:ext cx="1076325" cy="1171575"/>
          </a:xfrm>
          <a:prstGeom prst="roundRect">
            <a:avLst>
              <a:gd name="adj" fmla="val 12389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!!source-8-dom-5-3-3-1-1-0-1-0-fill">
            <a:extLst>
              <a:ext uri="{FF2B5EF4-FFF2-40B4-BE49-F238E27FC236}">
                <a16:creationId xmlns:a16="http://schemas.microsoft.com/office/drawing/2014/main" id="{11E5CAC1-3329-43F6-B660-9AC708F80A9D}"/>
              </a:ext>
            </a:extLst>
          </p:cNvPr>
          <p:cNvSpPr>
            <a:spLocks noGrp="1"/>
          </p:cNvSpPr>
          <p:nvPr/>
        </p:nvSpPr>
        <p:spPr>
          <a:xfrm>
            <a:off x="2266950" y="5776912"/>
            <a:ext cx="1047750" cy="342900"/>
          </a:xfrm>
          <a:custGeom>
            <a:avLst/>
            <a:gdLst/>
            <a:ahLst/>
            <a:cxnLst/>
            <a:rect l="0" t="0" r="0" b="0"/>
            <a:pathLst>
              <a:path w="1047750" h="342900">
                <a:moveTo>
                  <a:pt x="0" y="0"/>
                </a:moveTo>
                <a:lnTo>
                  <a:pt x="1047750" y="0"/>
                </a:lnTo>
                <a:lnTo>
                  <a:pt x="1047750" y="238125"/>
                </a:lnTo>
                <a:lnTo>
                  <a:pt x="1045737" y="258566"/>
                </a:lnTo>
                <a:lnTo>
                  <a:pt x="1039774" y="278221"/>
                </a:lnTo>
                <a:lnTo>
                  <a:pt x="1030092" y="296335"/>
                </a:lnTo>
                <a:lnTo>
                  <a:pt x="1017062" y="312212"/>
                </a:lnTo>
                <a:lnTo>
                  <a:pt x="1001185" y="325243"/>
                </a:lnTo>
                <a:lnTo>
                  <a:pt x="983071" y="334925"/>
                </a:lnTo>
                <a:lnTo>
                  <a:pt x="963415" y="340887"/>
                </a:lnTo>
                <a:lnTo>
                  <a:pt x="942975" y="342900"/>
                </a:lnTo>
                <a:lnTo>
                  <a:pt x="104775" y="342900"/>
                </a:lnTo>
                <a:lnTo>
                  <a:pt x="84334" y="340887"/>
                </a:lnTo>
                <a:lnTo>
                  <a:pt x="64679" y="334925"/>
                </a:lnTo>
                <a:lnTo>
                  <a:pt x="46565" y="325243"/>
                </a:lnTo>
                <a:lnTo>
                  <a:pt x="30688" y="312212"/>
                </a:lnTo>
                <a:lnTo>
                  <a:pt x="17658" y="296335"/>
                </a:lnTo>
                <a:lnTo>
                  <a:pt x="7976" y="278221"/>
                </a:lnTo>
                <a:lnTo>
                  <a:pt x="2013" y="258566"/>
                </a:lnTo>
                <a:lnTo>
                  <a:pt x="0" y="238125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0" name="!!source-8-dom-5-3-3-1-1-0-2-0-text-0">
            <a:extLst>
              <a:ext uri="{FF2B5EF4-FFF2-40B4-BE49-F238E27FC236}">
                <a16:creationId xmlns:a16="http://schemas.microsoft.com/office/drawing/2014/main" id="{EC40A64F-E8CC-4E9B-B0BC-C0F668590EE0}"/>
              </a:ext>
            </a:extLst>
          </p:cNvPr>
          <p:cNvSpPr>
            <a:spLocks noGrp="1"/>
          </p:cNvSpPr>
          <p:nvPr/>
        </p:nvSpPr>
        <p:spPr>
          <a:xfrm>
            <a:off x="2697956" y="6205537"/>
            <a:ext cx="23321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61" name="!!source-8-dom-5-3-3-1-1-1-0-text-0">
            <a:extLst>
              <a:ext uri="{FF2B5EF4-FFF2-40B4-BE49-F238E27FC236}">
                <a16:creationId xmlns:a16="http://schemas.microsoft.com/office/drawing/2014/main" id="{997C7037-5687-457C-A182-9B939975EBA5}"/>
              </a:ext>
            </a:extLst>
          </p:cNvPr>
          <p:cNvSpPr>
            <a:spLocks noGrp="1"/>
          </p:cNvSpPr>
          <p:nvPr/>
        </p:nvSpPr>
        <p:spPr>
          <a:xfrm>
            <a:off x="3724275" y="5186363"/>
            <a:ext cx="654844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5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4500" b="1" i="0" spc="-11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⟶</a:t>
            </a:r>
          </a:p>
        </p:txBody>
      </p:sp>
      <p:sp>
        <p:nvSpPr>
          <p:cNvPr id="62" name="!!source-8-dom-5-3-3-1-1-2-0-0-text-0">
            <a:extLst>
              <a:ext uri="{FF2B5EF4-FFF2-40B4-BE49-F238E27FC236}">
                <a16:creationId xmlns:a16="http://schemas.microsoft.com/office/drawing/2014/main" id="{D0CEFEBC-DDC1-4CD3-BD53-4EB4F1CCB405}"/>
              </a:ext>
            </a:extLst>
          </p:cNvPr>
          <p:cNvSpPr>
            <a:spLocks noGrp="1"/>
          </p:cNvSpPr>
          <p:nvPr/>
        </p:nvSpPr>
        <p:spPr>
          <a:xfrm>
            <a:off x="4712494" y="4586287"/>
            <a:ext cx="170646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100 → 230 bar</a:t>
            </a:r>
          </a:p>
        </p:txBody>
      </p:sp>
      <p:sp>
        <p:nvSpPr>
          <p:cNvPr id="63" name="!!source-8-dom-5-3-3-1-1-2-1-fill">
            <a:extLst>
              <a:ext uri="{FF2B5EF4-FFF2-40B4-BE49-F238E27FC236}">
                <a16:creationId xmlns:a16="http://schemas.microsoft.com/office/drawing/2014/main" id="{64F3B7B4-B5E3-4F51-87F7-8B0E28B15355}"/>
              </a:ext>
            </a:extLst>
          </p:cNvPr>
          <p:cNvSpPr>
            <a:spLocks noGrp="1"/>
          </p:cNvSpPr>
          <p:nvPr/>
        </p:nvSpPr>
        <p:spPr>
          <a:xfrm>
            <a:off x="4989463" y="4948238"/>
            <a:ext cx="1104900" cy="1200150"/>
          </a:xfrm>
          <a:prstGeom prst="roundRect">
            <a:avLst>
              <a:gd name="adj" fmla="val 12069"/>
            </a:avLst>
          </a:prstGeom>
          <a:solidFill>
            <a:srgbClr val="FFF5F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8-dom-5-3-3-1-1-2-1-outline">
            <a:extLst>
              <a:ext uri="{FF2B5EF4-FFF2-40B4-BE49-F238E27FC236}">
                <a16:creationId xmlns:a16="http://schemas.microsoft.com/office/drawing/2014/main" id="{52ACABD4-BD93-47A1-A64B-788640D74540}"/>
              </a:ext>
            </a:extLst>
          </p:cNvPr>
          <p:cNvSpPr>
            <a:spLocks noGrp="1"/>
          </p:cNvSpPr>
          <p:nvPr/>
        </p:nvSpPr>
        <p:spPr>
          <a:xfrm>
            <a:off x="5003750" y="4962525"/>
            <a:ext cx="1076325" cy="1171575"/>
          </a:xfrm>
          <a:prstGeom prst="roundRect">
            <a:avLst>
              <a:gd name="adj" fmla="val 12389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8-dom-5-3-3-1-1-2-1-0-fill">
            <a:extLst>
              <a:ext uri="{FF2B5EF4-FFF2-40B4-BE49-F238E27FC236}">
                <a16:creationId xmlns:a16="http://schemas.microsoft.com/office/drawing/2014/main" id="{A6B6A175-0666-4C93-A2E4-1DC1DCB08211}"/>
              </a:ext>
            </a:extLst>
          </p:cNvPr>
          <p:cNvSpPr>
            <a:spLocks noGrp="1"/>
          </p:cNvSpPr>
          <p:nvPr/>
        </p:nvSpPr>
        <p:spPr>
          <a:xfrm>
            <a:off x="5018038" y="5594151"/>
            <a:ext cx="1047750" cy="525661"/>
          </a:xfrm>
          <a:custGeom>
            <a:avLst/>
            <a:gdLst/>
            <a:ahLst/>
            <a:cxnLst/>
            <a:rect l="0" t="0" r="0" b="0"/>
            <a:pathLst>
              <a:path w="1047750" h="525661">
                <a:moveTo>
                  <a:pt x="0" y="0"/>
                </a:moveTo>
                <a:lnTo>
                  <a:pt x="1047750" y="0"/>
                </a:lnTo>
                <a:lnTo>
                  <a:pt x="1047750" y="420886"/>
                </a:lnTo>
                <a:lnTo>
                  <a:pt x="1045737" y="441327"/>
                </a:lnTo>
                <a:lnTo>
                  <a:pt x="1039775" y="460982"/>
                </a:lnTo>
                <a:lnTo>
                  <a:pt x="1030092" y="479096"/>
                </a:lnTo>
                <a:lnTo>
                  <a:pt x="1017062" y="494973"/>
                </a:lnTo>
                <a:lnTo>
                  <a:pt x="1001185" y="508003"/>
                </a:lnTo>
                <a:lnTo>
                  <a:pt x="983071" y="517686"/>
                </a:lnTo>
                <a:lnTo>
                  <a:pt x="963416" y="523648"/>
                </a:lnTo>
                <a:lnTo>
                  <a:pt x="942975" y="525661"/>
                </a:lnTo>
                <a:lnTo>
                  <a:pt x="104775" y="525661"/>
                </a:lnTo>
                <a:lnTo>
                  <a:pt x="84334" y="523648"/>
                </a:lnTo>
                <a:lnTo>
                  <a:pt x="64679" y="517686"/>
                </a:lnTo>
                <a:lnTo>
                  <a:pt x="46565" y="508003"/>
                </a:lnTo>
                <a:lnTo>
                  <a:pt x="30688" y="494973"/>
                </a:lnTo>
                <a:lnTo>
                  <a:pt x="17658" y="479096"/>
                </a:lnTo>
                <a:lnTo>
                  <a:pt x="7976" y="460982"/>
                </a:lnTo>
                <a:lnTo>
                  <a:pt x="2013" y="441327"/>
                </a:lnTo>
                <a:lnTo>
                  <a:pt x="0" y="420886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8-dom-5-3-3-1-1-2-2-0-text-0">
            <a:extLst>
              <a:ext uri="{FF2B5EF4-FFF2-40B4-BE49-F238E27FC236}">
                <a16:creationId xmlns:a16="http://schemas.microsoft.com/office/drawing/2014/main" id="{DDD7C81B-345F-4F88-A369-47398FF37416}"/>
              </a:ext>
            </a:extLst>
          </p:cNvPr>
          <p:cNvSpPr>
            <a:spLocks noGrp="1"/>
          </p:cNvSpPr>
          <p:nvPr/>
        </p:nvSpPr>
        <p:spPr>
          <a:xfrm>
            <a:off x="5076676" y="6205537"/>
            <a:ext cx="97809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67" name="!!source-8-dom-5-3-3-1-1-4-0-fill">
            <a:extLst>
              <a:ext uri="{FF2B5EF4-FFF2-40B4-BE49-F238E27FC236}">
                <a16:creationId xmlns:a16="http://schemas.microsoft.com/office/drawing/2014/main" id="{B928CF07-6B63-45E0-ABD0-253EEA0000DD}"/>
              </a:ext>
            </a:extLst>
          </p:cNvPr>
          <p:cNvSpPr>
            <a:spLocks noGrp="1"/>
          </p:cNvSpPr>
          <p:nvPr/>
        </p:nvSpPr>
        <p:spPr>
          <a:xfrm>
            <a:off x="7514332" y="4883498"/>
            <a:ext cx="3962995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8-dom-5-3-3-1-1-4-0-outline">
            <a:extLst>
              <a:ext uri="{FF2B5EF4-FFF2-40B4-BE49-F238E27FC236}">
                <a16:creationId xmlns:a16="http://schemas.microsoft.com/office/drawing/2014/main" id="{96CD9EF0-B197-43F7-A536-0C1EF46DA07B}"/>
              </a:ext>
            </a:extLst>
          </p:cNvPr>
          <p:cNvSpPr>
            <a:spLocks noGrp="1"/>
          </p:cNvSpPr>
          <p:nvPr/>
        </p:nvSpPr>
        <p:spPr>
          <a:xfrm>
            <a:off x="7528620" y="4897785"/>
            <a:ext cx="3934420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8-dom-5-3-3-1-1-4-0-0-text-0">
            <a:extLst>
              <a:ext uri="{FF2B5EF4-FFF2-40B4-BE49-F238E27FC236}">
                <a16:creationId xmlns:a16="http://schemas.microsoft.com/office/drawing/2014/main" id="{FED3B5DE-7B48-4DD3-92CD-A7C821A05D99}"/>
              </a:ext>
            </a:extLst>
          </p:cNvPr>
          <p:cNvSpPr>
            <a:spLocks noGrp="1"/>
          </p:cNvSpPr>
          <p:nvPr/>
        </p:nvSpPr>
        <p:spPr>
          <a:xfrm>
            <a:off x="7752457" y="5007322"/>
            <a:ext cx="353437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✓ vehicle reaches 350 bar</a:t>
            </a:r>
          </a:p>
        </p:txBody>
      </p:sp>
      <p:sp>
        <p:nvSpPr>
          <p:cNvPr id="70" name="!!source-8-dom-5-3-3-1-1-4-1-fill">
            <a:extLst>
              <a:ext uri="{FF2B5EF4-FFF2-40B4-BE49-F238E27FC236}">
                <a16:creationId xmlns:a16="http://schemas.microsoft.com/office/drawing/2014/main" id="{EDF4632D-6265-4171-B846-A70BAE13A953}"/>
              </a:ext>
            </a:extLst>
          </p:cNvPr>
          <p:cNvSpPr>
            <a:spLocks noGrp="1"/>
          </p:cNvSpPr>
          <p:nvPr/>
        </p:nvSpPr>
        <p:spPr>
          <a:xfrm>
            <a:off x="7514332" y="5588347"/>
            <a:ext cx="3962995" cy="624780"/>
          </a:xfrm>
          <a:prstGeom prst="roundRect">
            <a:avLst>
              <a:gd name="adj" fmla="val 9147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1" name="!!source-8-dom-5-3-3-1-1-4-1-outline">
            <a:extLst>
              <a:ext uri="{FF2B5EF4-FFF2-40B4-BE49-F238E27FC236}">
                <a16:creationId xmlns:a16="http://schemas.microsoft.com/office/drawing/2014/main" id="{A007AB8A-F1C8-4529-BF1B-6C18CFE5A7FC}"/>
              </a:ext>
            </a:extLst>
          </p:cNvPr>
          <p:cNvSpPr>
            <a:spLocks noGrp="1"/>
          </p:cNvSpPr>
          <p:nvPr/>
        </p:nvSpPr>
        <p:spPr>
          <a:xfrm>
            <a:off x="7528620" y="5602635"/>
            <a:ext cx="3934420" cy="596205"/>
          </a:xfrm>
          <a:prstGeom prst="roundRect">
            <a:avLst>
              <a:gd name="adj" fmla="val 9586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8-dom-5-3-3-1-1-4-1-0-text-0">
            <a:extLst>
              <a:ext uri="{FF2B5EF4-FFF2-40B4-BE49-F238E27FC236}">
                <a16:creationId xmlns:a16="http://schemas.microsoft.com/office/drawing/2014/main" id="{DB61987E-88EC-4CE7-9C03-6967624F9467}"/>
              </a:ext>
            </a:extLst>
          </p:cNvPr>
          <p:cNvSpPr>
            <a:spLocks noGrp="1"/>
          </p:cNvSpPr>
          <p:nvPr/>
        </p:nvSpPr>
        <p:spPr>
          <a:xfrm>
            <a:off x="7752457" y="5712172"/>
            <a:ext cx="47223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= P</a:t>
            </a:r>
          </a:p>
        </p:txBody>
      </p:sp>
      <p:sp>
        <p:nvSpPr>
          <p:cNvPr id="73" name="!!source-8-dom-5-3-3-1-1-4-1-1-0-text-0">
            <a:extLst>
              <a:ext uri="{FF2B5EF4-FFF2-40B4-BE49-F238E27FC236}">
                <a16:creationId xmlns:a16="http://schemas.microsoft.com/office/drawing/2014/main" id="{198F5E6D-2141-432F-92ED-231B2A89AD17}"/>
              </a:ext>
            </a:extLst>
          </p:cNvPr>
          <p:cNvSpPr>
            <a:spLocks noGrp="1"/>
          </p:cNvSpPr>
          <p:nvPr/>
        </p:nvSpPr>
        <p:spPr>
          <a:xfrm>
            <a:off x="8177064" y="5813078"/>
            <a:ext cx="21416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750" b="0" i="0" spc="-4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74" name="!!source-8-dom-5-3-3-1-1-4-1-2-text-0">
            <a:extLst>
              <a:ext uri="{FF2B5EF4-FFF2-40B4-BE49-F238E27FC236}">
                <a16:creationId xmlns:a16="http://schemas.microsoft.com/office/drawing/2014/main" id="{69E5EDF4-41C6-46F8-BC3C-0C10C6DC6559}"/>
              </a:ext>
            </a:extLst>
          </p:cNvPr>
          <p:cNvSpPr>
            <a:spLocks noGrp="1"/>
          </p:cNvSpPr>
          <p:nvPr/>
        </p:nvSpPr>
        <p:spPr>
          <a:xfrm>
            <a:off x="8343603" y="5712172"/>
            <a:ext cx="236726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equalises with P</a:t>
            </a:r>
          </a:p>
        </p:txBody>
      </p:sp>
      <p:sp>
        <p:nvSpPr>
          <p:cNvPr id="75" name="!!source-8-dom-5-3-3-1-1-4-1-3-0-text-0">
            <a:extLst>
              <a:ext uri="{FF2B5EF4-FFF2-40B4-BE49-F238E27FC236}">
                <a16:creationId xmlns:a16="http://schemas.microsoft.com/office/drawing/2014/main" id="{677E9D58-1E8F-4DFF-A006-11C1F859E9F1}"/>
              </a:ext>
            </a:extLst>
          </p:cNvPr>
          <p:cNvSpPr>
            <a:spLocks noGrp="1"/>
          </p:cNvSpPr>
          <p:nvPr/>
        </p:nvSpPr>
        <p:spPr>
          <a:xfrm>
            <a:off x="10663238" y="5813078"/>
            <a:ext cx="46330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750" b="0" i="0" spc="-4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</a:t>
            </a:r>
          </a:p>
        </p:txBody>
      </p:sp>
      <p:sp>
        <p:nvSpPr>
          <p:cNvPr id="76" name="!!source-8-dom-5-5-fill">
            <a:extLst>
              <a:ext uri="{FF2B5EF4-FFF2-40B4-BE49-F238E27FC236}">
                <a16:creationId xmlns:a16="http://schemas.microsoft.com/office/drawing/2014/main" id="{7EBCC621-5C89-4AB4-A2BB-2358640F931B}"/>
              </a:ext>
            </a:extLst>
          </p:cNvPr>
          <p:cNvSpPr>
            <a:spLocks noGrp="1"/>
          </p:cNvSpPr>
          <p:nvPr/>
        </p:nvSpPr>
        <p:spPr>
          <a:xfrm>
            <a:off x="1047750" y="5019675"/>
            <a:ext cx="16192501" cy="1143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8-dom-5-5-outline">
            <a:extLst>
              <a:ext uri="{FF2B5EF4-FFF2-40B4-BE49-F238E27FC236}">
                <a16:creationId xmlns:a16="http://schemas.microsoft.com/office/drawing/2014/main" id="{B4D259AE-9E8E-4B62-A7EA-8F6B0EBA16B7}"/>
              </a:ext>
            </a:extLst>
          </p:cNvPr>
          <p:cNvSpPr>
            <a:spLocks noGrp="1"/>
          </p:cNvSpPr>
          <p:nvPr/>
        </p:nvSpPr>
        <p:spPr>
          <a:xfrm>
            <a:off x="1062037" y="5033963"/>
            <a:ext cx="16163926" cy="11144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!!source-8-dom-5-5-1-0-fill">
            <a:extLst>
              <a:ext uri="{FF2B5EF4-FFF2-40B4-BE49-F238E27FC236}">
                <a16:creationId xmlns:a16="http://schemas.microsoft.com/office/drawing/2014/main" id="{D0074E76-A77B-4A84-B14D-CA215D2A6DC8}"/>
              </a:ext>
            </a:extLst>
          </p:cNvPr>
          <p:cNvSpPr>
            <a:spLocks noGrp="1"/>
          </p:cNvSpPr>
          <p:nvPr/>
        </p:nvSpPr>
        <p:spPr>
          <a:xfrm>
            <a:off x="1362075" y="5343525"/>
            <a:ext cx="495300" cy="495301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8-dom-5-5-1-0-0-text-0">
            <a:extLst>
              <a:ext uri="{FF2B5EF4-FFF2-40B4-BE49-F238E27FC236}">
                <a16:creationId xmlns:a16="http://schemas.microsoft.com/office/drawing/2014/main" id="{2AE1C410-CCCC-4298-BB3A-8822E58A6435}"/>
              </a:ext>
            </a:extLst>
          </p:cNvPr>
          <p:cNvSpPr>
            <a:spLocks noGrp="1"/>
          </p:cNvSpPr>
          <p:nvPr/>
        </p:nvSpPr>
        <p:spPr>
          <a:xfrm>
            <a:off x="1530697" y="5429250"/>
            <a:ext cx="20553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80" name="!!source-8-dom-5-5-1-1-0-text-0">
            <a:extLst>
              <a:ext uri="{FF2B5EF4-FFF2-40B4-BE49-F238E27FC236}">
                <a16:creationId xmlns:a16="http://schemas.microsoft.com/office/drawing/2014/main" id="{1A913A5F-AD65-4E95-98C4-6EF3528D4E40}"/>
              </a:ext>
            </a:extLst>
          </p:cNvPr>
          <p:cNvSpPr>
            <a:spLocks noGrp="1"/>
          </p:cNvSpPr>
          <p:nvPr/>
        </p:nvSpPr>
        <p:spPr>
          <a:xfrm>
            <a:off x="2085975" y="5414962"/>
            <a:ext cx="1398389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Length ≤ </a:t>
            </a:r>
          </a:p>
        </p:txBody>
      </p:sp>
      <p:sp>
        <p:nvSpPr>
          <p:cNvPr id="81" name="!!source-8-dom-5-5-1-1-1-0-text-0">
            <a:extLst>
              <a:ext uri="{FF2B5EF4-FFF2-40B4-BE49-F238E27FC236}">
                <a16:creationId xmlns:a16="http://schemas.microsoft.com/office/drawing/2014/main" id="{9F7BFBA9-DB50-43C0-9D47-6247D6E33E8E}"/>
              </a:ext>
            </a:extLst>
          </p:cNvPr>
          <p:cNvSpPr>
            <a:spLocks noGrp="1"/>
          </p:cNvSpPr>
          <p:nvPr/>
        </p:nvSpPr>
        <p:spPr>
          <a:xfrm>
            <a:off x="3436739" y="5414962"/>
            <a:ext cx="1097608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 steps</a:t>
            </a:r>
          </a:p>
        </p:txBody>
      </p:sp>
      <p:sp>
        <p:nvSpPr>
          <p:cNvPr id="82" name="!!source-8-dom-5-5-1-1-2-text-0">
            <a:extLst>
              <a:ext uri="{FF2B5EF4-FFF2-40B4-BE49-F238E27FC236}">
                <a16:creationId xmlns:a16="http://schemas.microsoft.com/office/drawing/2014/main" id="{C9F8DCE4-AADF-4E26-B374-524C97F41327}"/>
              </a:ext>
            </a:extLst>
          </p:cNvPr>
          <p:cNvSpPr>
            <a:spLocks noGrp="1"/>
          </p:cNvSpPr>
          <p:nvPr/>
        </p:nvSpPr>
        <p:spPr>
          <a:xfrm>
            <a:off x="4486721" y="5414962"/>
            <a:ext cx="2708672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, repeats pruned → </a:t>
            </a:r>
          </a:p>
        </p:txBody>
      </p:sp>
      <p:sp>
        <p:nvSpPr>
          <p:cNvPr id="83" name="!!source-8-dom-5-5-1-1-3-0-text-0">
            <a:extLst>
              <a:ext uri="{FF2B5EF4-FFF2-40B4-BE49-F238E27FC236}">
                <a16:creationId xmlns:a16="http://schemas.microsoft.com/office/drawing/2014/main" id="{6B4F314B-4816-433E-9242-AF89454933F7}"/>
              </a:ext>
            </a:extLst>
          </p:cNvPr>
          <p:cNvSpPr>
            <a:spLocks noGrp="1"/>
          </p:cNvSpPr>
          <p:nvPr/>
        </p:nvSpPr>
        <p:spPr>
          <a:xfrm>
            <a:off x="7147768" y="5414962"/>
            <a:ext cx="2132856" cy="3524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36 candidates</a:t>
            </a:r>
          </a:p>
        </p:txBody>
      </p:sp>
      <p:sp>
        <p:nvSpPr>
          <p:cNvPr id="84" name="!!source-8-dom-5-5-3-0-fill">
            <a:extLst>
              <a:ext uri="{FF2B5EF4-FFF2-40B4-BE49-F238E27FC236}">
                <a16:creationId xmlns:a16="http://schemas.microsoft.com/office/drawing/2014/main" id="{1880EF97-88D9-4B61-BF0D-4B5CD8F76742}"/>
              </a:ext>
            </a:extLst>
          </p:cNvPr>
          <p:cNvSpPr>
            <a:spLocks noGrp="1"/>
          </p:cNvSpPr>
          <p:nvPr/>
        </p:nvSpPr>
        <p:spPr>
          <a:xfrm>
            <a:off x="1362075" y="632460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8-dom-5-5-3-0-0-text-0">
            <a:extLst>
              <a:ext uri="{FF2B5EF4-FFF2-40B4-BE49-F238E27FC236}">
                <a16:creationId xmlns:a16="http://schemas.microsoft.com/office/drawing/2014/main" id="{8A0150F8-5E12-429A-93E6-4AA60C62AF88}"/>
              </a:ext>
            </a:extLst>
          </p:cNvPr>
          <p:cNvSpPr>
            <a:spLocks noGrp="1"/>
          </p:cNvSpPr>
          <p:nvPr/>
        </p:nvSpPr>
        <p:spPr>
          <a:xfrm>
            <a:off x="1530697" y="6410325"/>
            <a:ext cx="20553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86" name="!!source-8-dom-5-5-3-1-0-0-text-0">
            <a:extLst>
              <a:ext uri="{FF2B5EF4-FFF2-40B4-BE49-F238E27FC236}">
                <a16:creationId xmlns:a16="http://schemas.microsoft.com/office/drawing/2014/main" id="{D307CD72-A295-40C6-A762-AF846E47EDF2}"/>
              </a:ext>
            </a:extLst>
          </p:cNvPr>
          <p:cNvSpPr>
            <a:spLocks noGrp="1"/>
          </p:cNvSpPr>
          <p:nvPr/>
        </p:nvSpPr>
        <p:spPr>
          <a:xfrm>
            <a:off x="2238375" y="5386387"/>
            <a:ext cx="292283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Length capped at </a:t>
            </a:r>
          </a:p>
        </p:txBody>
      </p:sp>
      <p:sp>
        <p:nvSpPr>
          <p:cNvPr id="87" name="!!source-8-dom-5-5-3-1-0-1-0-text-0">
            <a:extLst>
              <a:ext uri="{FF2B5EF4-FFF2-40B4-BE49-F238E27FC236}">
                <a16:creationId xmlns:a16="http://schemas.microsoft.com/office/drawing/2014/main" id="{6AFDED4C-DC47-4065-9598-8C85A91E17A8}"/>
              </a:ext>
            </a:extLst>
          </p:cNvPr>
          <p:cNvSpPr>
            <a:spLocks noGrp="1"/>
          </p:cNvSpPr>
          <p:nvPr/>
        </p:nvSpPr>
        <p:spPr>
          <a:xfrm>
            <a:off x="5113585" y="5386387"/>
            <a:ext cx="116755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 steps</a:t>
            </a:r>
          </a:p>
        </p:txBody>
      </p:sp>
      <p:sp>
        <p:nvSpPr>
          <p:cNvPr id="88" name="!!source-8-dom-5-5-3-1-0-2-text-0">
            <a:extLst>
              <a:ext uri="{FF2B5EF4-FFF2-40B4-BE49-F238E27FC236}">
                <a16:creationId xmlns:a16="http://schemas.microsoft.com/office/drawing/2014/main" id="{48601748-17D3-462D-8EF3-D0F14D95C517}"/>
              </a:ext>
            </a:extLst>
          </p:cNvPr>
          <p:cNvSpPr>
            <a:spLocks noGrp="1"/>
          </p:cNvSpPr>
          <p:nvPr/>
        </p:nvSpPr>
        <p:spPr>
          <a:xfrm>
            <a:off x="6233517" y="5386387"/>
            <a:ext cx="2622947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; repeats pruned</a:t>
            </a:r>
          </a:p>
        </p:txBody>
      </p:sp>
      <p:sp>
        <p:nvSpPr>
          <p:cNvPr id="89" name="!!source-8-dom-5-5-3-1-1-0-0-0-text-0">
            <a:extLst>
              <a:ext uri="{FF2B5EF4-FFF2-40B4-BE49-F238E27FC236}">
                <a16:creationId xmlns:a16="http://schemas.microsoft.com/office/drawing/2014/main" id="{E36818E4-A8C6-4986-B1C1-4518BDE38BB7}"/>
              </a:ext>
            </a:extLst>
          </p:cNvPr>
          <p:cNvSpPr>
            <a:spLocks noGrp="1"/>
          </p:cNvSpPr>
          <p:nvPr/>
        </p:nvSpPr>
        <p:spPr>
          <a:xfrm>
            <a:off x="2238375" y="6034087"/>
            <a:ext cx="78908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 step</a:t>
            </a:r>
          </a:p>
        </p:txBody>
      </p:sp>
      <p:sp>
        <p:nvSpPr>
          <p:cNvPr id="90" name="!!source-8-dom-5-5-3-1-1-0-1-0-fill">
            <a:extLst>
              <a:ext uri="{FF2B5EF4-FFF2-40B4-BE49-F238E27FC236}">
                <a16:creationId xmlns:a16="http://schemas.microsoft.com/office/drawing/2014/main" id="{2325BAFA-A8AE-45E6-A432-ECDCAE9E3971}"/>
              </a:ext>
            </a:extLst>
          </p:cNvPr>
          <p:cNvSpPr>
            <a:spLocks noGrp="1"/>
          </p:cNvSpPr>
          <p:nvPr/>
        </p:nvSpPr>
        <p:spPr>
          <a:xfrm>
            <a:off x="3857625" y="5929313"/>
            <a:ext cx="638026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1" name="!!source-8-dom-5-5-3-1-1-0-1-0-outline">
            <a:extLst>
              <a:ext uri="{FF2B5EF4-FFF2-40B4-BE49-F238E27FC236}">
                <a16:creationId xmlns:a16="http://schemas.microsoft.com/office/drawing/2014/main" id="{BD9AAF60-B80C-47C4-9A7E-BFED42D8FFF5}"/>
              </a:ext>
            </a:extLst>
          </p:cNvPr>
          <p:cNvSpPr>
            <a:spLocks noGrp="1"/>
          </p:cNvSpPr>
          <p:nvPr/>
        </p:nvSpPr>
        <p:spPr>
          <a:xfrm>
            <a:off x="3871913" y="5943600"/>
            <a:ext cx="609451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2" name="!!source-8-dom-5-5-3-1-1-0-1-0-0-text-0">
            <a:extLst>
              <a:ext uri="{FF2B5EF4-FFF2-40B4-BE49-F238E27FC236}">
                <a16:creationId xmlns:a16="http://schemas.microsoft.com/office/drawing/2014/main" id="{D11F5BB5-BA15-45CD-8508-678308F91E60}"/>
              </a:ext>
            </a:extLst>
          </p:cNvPr>
          <p:cNvSpPr>
            <a:spLocks noGrp="1"/>
          </p:cNvSpPr>
          <p:nvPr/>
        </p:nvSpPr>
        <p:spPr>
          <a:xfrm>
            <a:off x="4076700" y="6034087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93" name="!!source-8-dom-5-5-3-1-1-0-2-0-text-0">
            <a:extLst>
              <a:ext uri="{FF2B5EF4-FFF2-40B4-BE49-F238E27FC236}">
                <a16:creationId xmlns:a16="http://schemas.microsoft.com/office/drawing/2014/main" id="{4D3423A8-5043-4A79-B297-90D25330503A}"/>
              </a:ext>
            </a:extLst>
          </p:cNvPr>
          <p:cNvSpPr>
            <a:spLocks noGrp="1"/>
          </p:cNvSpPr>
          <p:nvPr/>
        </p:nvSpPr>
        <p:spPr>
          <a:xfrm>
            <a:off x="8343900" y="6034087"/>
            <a:ext cx="21758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94" name="!!source-8-dom-5-5-3-1-1-0-3-0-text-0">
            <a:extLst>
              <a:ext uri="{FF2B5EF4-FFF2-40B4-BE49-F238E27FC236}">
                <a16:creationId xmlns:a16="http://schemas.microsoft.com/office/drawing/2014/main" id="{0785D9EC-A17A-458D-8F45-935EE6D8DEE0}"/>
              </a:ext>
            </a:extLst>
          </p:cNvPr>
          <p:cNvSpPr>
            <a:spLocks noGrp="1"/>
          </p:cNvSpPr>
          <p:nvPr/>
        </p:nvSpPr>
        <p:spPr>
          <a:xfrm>
            <a:off x="2238375" y="6681788"/>
            <a:ext cx="9745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 steps</a:t>
            </a:r>
          </a:p>
        </p:txBody>
      </p:sp>
      <p:sp>
        <p:nvSpPr>
          <p:cNvPr id="95" name="!!source-8-dom-5-5-3-1-1-0-4-0-fill">
            <a:extLst>
              <a:ext uri="{FF2B5EF4-FFF2-40B4-BE49-F238E27FC236}">
                <a16:creationId xmlns:a16="http://schemas.microsoft.com/office/drawing/2014/main" id="{17E6138E-3B6D-4A77-96A6-3130783B8B5B}"/>
              </a:ext>
            </a:extLst>
          </p:cNvPr>
          <p:cNvSpPr>
            <a:spLocks noGrp="1"/>
          </p:cNvSpPr>
          <p:nvPr/>
        </p:nvSpPr>
        <p:spPr>
          <a:xfrm>
            <a:off x="3857625" y="6577013"/>
            <a:ext cx="638026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6" name="!!source-8-dom-5-5-3-1-1-0-4-0-outline">
            <a:extLst>
              <a:ext uri="{FF2B5EF4-FFF2-40B4-BE49-F238E27FC236}">
                <a16:creationId xmlns:a16="http://schemas.microsoft.com/office/drawing/2014/main" id="{0779CF7D-365C-4C85-A9DB-7DC9F25D60F9}"/>
              </a:ext>
            </a:extLst>
          </p:cNvPr>
          <p:cNvSpPr>
            <a:spLocks noGrp="1"/>
          </p:cNvSpPr>
          <p:nvPr/>
        </p:nvSpPr>
        <p:spPr>
          <a:xfrm>
            <a:off x="3871913" y="6591300"/>
            <a:ext cx="609451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7" name="!!source-8-dom-5-5-3-1-1-0-4-0-0-text-0">
            <a:extLst>
              <a:ext uri="{FF2B5EF4-FFF2-40B4-BE49-F238E27FC236}">
                <a16:creationId xmlns:a16="http://schemas.microsoft.com/office/drawing/2014/main" id="{198D6914-9D49-4317-8268-78FDFA2B5375}"/>
              </a:ext>
            </a:extLst>
          </p:cNvPr>
          <p:cNvSpPr>
            <a:spLocks noGrp="1"/>
          </p:cNvSpPr>
          <p:nvPr/>
        </p:nvSpPr>
        <p:spPr>
          <a:xfrm>
            <a:off x="4076700" y="6681788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98" name="!!source-8-dom-5-5-3-1-1-0-4-1-0-fill">
            <a:extLst>
              <a:ext uri="{FF2B5EF4-FFF2-40B4-BE49-F238E27FC236}">
                <a16:creationId xmlns:a16="http://schemas.microsoft.com/office/drawing/2014/main" id="{CC26C5F2-A840-476C-B068-B9F24CF24973}"/>
              </a:ext>
            </a:extLst>
          </p:cNvPr>
          <p:cNvSpPr>
            <a:spLocks noGrp="1"/>
          </p:cNvSpPr>
          <p:nvPr/>
        </p:nvSpPr>
        <p:spPr>
          <a:xfrm>
            <a:off x="4590901" y="6824663"/>
            <a:ext cx="22860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9" name="!!source-8-dom-5-5-3-1-1-0-4-1-1-border-Top">
            <a:extLst>
              <a:ext uri="{FF2B5EF4-FFF2-40B4-BE49-F238E27FC236}">
                <a16:creationId xmlns:a16="http://schemas.microsoft.com/office/drawing/2014/main" id="{2B81373D-8C92-4ABA-B075-511F05E4DF32}"/>
              </a:ext>
            </a:extLst>
          </p:cNvPr>
          <p:cNvSpPr>
            <a:spLocks noGrp="1"/>
          </p:cNvSpPr>
          <p:nvPr/>
        </p:nvSpPr>
        <p:spPr>
          <a:xfrm>
            <a:off x="4819501" y="6748462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8-dom-5-5-3-1-1-0-4-1-1-border-Bottom">
            <a:extLst>
              <a:ext uri="{FF2B5EF4-FFF2-40B4-BE49-F238E27FC236}">
                <a16:creationId xmlns:a16="http://schemas.microsoft.com/office/drawing/2014/main" id="{48442F52-F265-4CC5-A09A-41F8757005A5}"/>
              </a:ext>
            </a:extLst>
          </p:cNvPr>
          <p:cNvSpPr>
            <a:spLocks noGrp="1"/>
          </p:cNvSpPr>
          <p:nvPr/>
        </p:nvSpPr>
        <p:spPr>
          <a:xfrm>
            <a:off x="4819501" y="6748462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1" name="!!source-8-dom-5-5-3-1-1-0-4-1-1-border-Left">
            <a:extLst>
              <a:ext uri="{FF2B5EF4-FFF2-40B4-BE49-F238E27FC236}">
                <a16:creationId xmlns:a16="http://schemas.microsoft.com/office/drawing/2014/main" id="{11E741C7-06D0-4A14-985F-06C5B4D2786C}"/>
              </a:ext>
            </a:extLst>
          </p:cNvPr>
          <p:cNvSpPr>
            <a:spLocks noGrp="1"/>
          </p:cNvSpPr>
          <p:nvPr/>
        </p:nvSpPr>
        <p:spPr>
          <a:xfrm>
            <a:off x="4819501" y="6748462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2" name="!!source-8-dom-5-5-3-1-1-0-4-2-fill">
            <a:extLst>
              <a:ext uri="{FF2B5EF4-FFF2-40B4-BE49-F238E27FC236}">
                <a16:creationId xmlns:a16="http://schemas.microsoft.com/office/drawing/2014/main" id="{D4E594D0-ACEE-402C-A59A-E80665CE4B74}"/>
              </a:ext>
            </a:extLst>
          </p:cNvPr>
          <p:cNvSpPr>
            <a:spLocks noGrp="1"/>
          </p:cNvSpPr>
          <p:nvPr/>
        </p:nvSpPr>
        <p:spPr>
          <a:xfrm>
            <a:off x="5067151" y="6577013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3" name="!!source-8-dom-5-5-3-1-1-0-4-2-outline">
            <a:extLst>
              <a:ext uri="{FF2B5EF4-FFF2-40B4-BE49-F238E27FC236}">
                <a16:creationId xmlns:a16="http://schemas.microsoft.com/office/drawing/2014/main" id="{7D34F6C6-8F64-4DE5-AC05-77D8E0D5994D}"/>
              </a:ext>
            </a:extLst>
          </p:cNvPr>
          <p:cNvSpPr>
            <a:spLocks noGrp="1"/>
          </p:cNvSpPr>
          <p:nvPr/>
        </p:nvSpPr>
        <p:spPr>
          <a:xfrm>
            <a:off x="5081439" y="65913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8-dom-5-5-3-1-1-0-4-2-0-text-0">
            <a:extLst>
              <a:ext uri="{FF2B5EF4-FFF2-40B4-BE49-F238E27FC236}">
                <a16:creationId xmlns:a16="http://schemas.microsoft.com/office/drawing/2014/main" id="{1D1BDC2F-7299-4EE2-BCB0-6738F23893D7}"/>
              </a:ext>
            </a:extLst>
          </p:cNvPr>
          <p:cNvSpPr>
            <a:spLocks noGrp="1"/>
          </p:cNvSpPr>
          <p:nvPr/>
        </p:nvSpPr>
        <p:spPr>
          <a:xfrm>
            <a:off x="5286226" y="6681788"/>
            <a:ext cx="2506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05" name="!!source-8-dom-5-5-3-1-1-0-5-0-text-0">
            <a:extLst>
              <a:ext uri="{FF2B5EF4-FFF2-40B4-BE49-F238E27FC236}">
                <a16:creationId xmlns:a16="http://schemas.microsoft.com/office/drawing/2014/main" id="{91D9E786-DDE0-491A-A8D7-D464E2D7D07B}"/>
              </a:ext>
            </a:extLst>
          </p:cNvPr>
          <p:cNvSpPr>
            <a:spLocks noGrp="1"/>
          </p:cNvSpPr>
          <p:nvPr/>
        </p:nvSpPr>
        <p:spPr>
          <a:xfrm>
            <a:off x="8343900" y="6681788"/>
            <a:ext cx="38665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30</a:t>
            </a:r>
          </a:p>
        </p:txBody>
      </p:sp>
      <p:sp>
        <p:nvSpPr>
          <p:cNvPr id="106" name="!!source-8-dom-5-5-3-1-1-0-6-0-text-0">
            <a:extLst>
              <a:ext uri="{FF2B5EF4-FFF2-40B4-BE49-F238E27FC236}">
                <a16:creationId xmlns:a16="http://schemas.microsoft.com/office/drawing/2014/main" id="{34FE73D9-40F8-41A9-B865-38701F62446C}"/>
              </a:ext>
            </a:extLst>
          </p:cNvPr>
          <p:cNvSpPr>
            <a:spLocks noGrp="1"/>
          </p:cNvSpPr>
          <p:nvPr/>
        </p:nvSpPr>
        <p:spPr>
          <a:xfrm>
            <a:off x="2238375" y="7329488"/>
            <a:ext cx="9734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 steps</a:t>
            </a:r>
          </a:p>
        </p:txBody>
      </p:sp>
      <p:sp>
        <p:nvSpPr>
          <p:cNvPr id="107" name="!!source-8-dom-5-5-3-1-1-0-7-0-fill">
            <a:extLst>
              <a:ext uri="{FF2B5EF4-FFF2-40B4-BE49-F238E27FC236}">
                <a16:creationId xmlns:a16="http://schemas.microsoft.com/office/drawing/2014/main" id="{0DE994B3-282A-429A-86DA-B7A056A5A9B3}"/>
              </a:ext>
            </a:extLst>
          </p:cNvPr>
          <p:cNvSpPr>
            <a:spLocks noGrp="1"/>
          </p:cNvSpPr>
          <p:nvPr/>
        </p:nvSpPr>
        <p:spPr>
          <a:xfrm>
            <a:off x="3857625" y="7224713"/>
            <a:ext cx="638026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8-dom-5-5-3-1-1-0-7-0-outline">
            <a:extLst>
              <a:ext uri="{FF2B5EF4-FFF2-40B4-BE49-F238E27FC236}">
                <a16:creationId xmlns:a16="http://schemas.microsoft.com/office/drawing/2014/main" id="{1ACFB662-035C-47C4-8404-CA4681F898E3}"/>
              </a:ext>
            </a:extLst>
          </p:cNvPr>
          <p:cNvSpPr>
            <a:spLocks noGrp="1"/>
          </p:cNvSpPr>
          <p:nvPr/>
        </p:nvSpPr>
        <p:spPr>
          <a:xfrm>
            <a:off x="3871913" y="7239000"/>
            <a:ext cx="609451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8-dom-5-5-3-1-1-0-7-0-0-text-0">
            <a:extLst>
              <a:ext uri="{FF2B5EF4-FFF2-40B4-BE49-F238E27FC236}">
                <a16:creationId xmlns:a16="http://schemas.microsoft.com/office/drawing/2014/main" id="{4472F9E3-728F-4611-B5D7-E6C3865F1ECC}"/>
              </a:ext>
            </a:extLst>
          </p:cNvPr>
          <p:cNvSpPr>
            <a:spLocks noGrp="1"/>
          </p:cNvSpPr>
          <p:nvPr/>
        </p:nvSpPr>
        <p:spPr>
          <a:xfrm>
            <a:off x="4076700" y="7329488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10" name="!!source-8-dom-5-5-3-1-1-0-7-1-0-fill">
            <a:extLst>
              <a:ext uri="{FF2B5EF4-FFF2-40B4-BE49-F238E27FC236}">
                <a16:creationId xmlns:a16="http://schemas.microsoft.com/office/drawing/2014/main" id="{269FB6A6-37C4-4040-A4EC-7C886D5031AC}"/>
              </a:ext>
            </a:extLst>
          </p:cNvPr>
          <p:cNvSpPr>
            <a:spLocks noGrp="1"/>
          </p:cNvSpPr>
          <p:nvPr/>
        </p:nvSpPr>
        <p:spPr>
          <a:xfrm>
            <a:off x="4590901" y="7472363"/>
            <a:ext cx="22860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8-dom-5-5-3-1-1-0-7-1-1-border-Top">
            <a:extLst>
              <a:ext uri="{FF2B5EF4-FFF2-40B4-BE49-F238E27FC236}">
                <a16:creationId xmlns:a16="http://schemas.microsoft.com/office/drawing/2014/main" id="{46C1AAFE-35D6-48D5-977A-D464413A667E}"/>
              </a:ext>
            </a:extLst>
          </p:cNvPr>
          <p:cNvSpPr>
            <a:spLocks noGrp="1"/>
          </p:cNvSpPr>
          <p:nvPr/>
        </p:nvSpPr>
        <p:spPr>
          <a:xfrm>
            <a:off x="4819501" y="73961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8-dom-5-5-3-1-1-0-7-1-1-border-Bottom">
            <a:extLst>
              <a:ext uri="{FF2B5EF4-FFF2-40B4-BE49-F238E27FC236}">
                <a16:creationId xmlns:a16="http://schemas.microsoft.com/office/drawing/2014/main" id="{0EDE85EE-3793-4795-AC7E-CDD233FB2BAB}"/>
              </a:ext>
            </a:extLst>
          </p:cNvPr>
          <p:cNvSpPr>
            <a:spLocks noGrp="1"/>
          </p:cNvSpPr>
          <p:nvPr/>
        </p:nvSpPr>
        <p:spPr>
          <a:xfrm>
            <a:off x="4819501" y="73961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!!source-8-dom-5-5-3-1-1-0-7-1-1-border-Left">
            <a:extLst>
              <a:ext uri="{FF2B5EF4-FFF2-40B4-BE49-F238E27FC236}">
                <a16:creationId xmlns:a16="http://schemas.microsoft.com/office/drawing/2014/main" id="{285D2780-F3F6-4060-B41D-1B7A346793EB}"/>
              </a:ext>
            </a:extLst>
          </p:cNvPr>
          <p:cNvSpPr>
            <a:spLocks noGrp="1"/>
          </p:cNvSpPr>
          <p:nvPr/>
        </p:nvSpPr>
        <p:spPr>
          <a:xfrm>
            <a:off x="4819501" y="73961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8-dom-5-5-3-1-1-0-7-2-fill">
            <a:extLst>
              <a:ext uri="{FF2B5EF4-FFF2-40B4-BE49-F238E27FC236}">
                <a16:creationId xmlns:a16="http://schemas.microsoft.com/office/drawing/2014/main" id="{D9EDB54D-9771-4160-B7CF-91B3AAFB5C4E}"/>
              </a:ext>
            </a:extLst>
          </p:cNvPr>
          <p:cNvSpPr>
            <a:spLocks noGrp="1"/>
          </p:cNvSpPr>
          <p:nvPr/>
        </p:nvSpPr>
        <p:spPr>
          <a:xfrm>
            <a:off x="5067151" y="7224713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8-dom-5-5-3-1-1-0-7-2-outline">
            <a:extLst>
              <a:ext uri="{FF2B5EF4-FFF2-40B4-BE49-F238E27FC236}">
                <a16:creationId xmlns:a16="http://schemas.microsoft.com/office/drawing/2014/main" id="{DF4B516B-524A-465D-AFD1-7685C88ABEA9}"/>
              </a:ext>
            </a:extLst>
          </p:cNvPr>
          <p:cNvSpPr>
            <a:spLocks noGrp="1"/>
          </p:cNvSpPr>
          <p:nvPr/>
        </p:nvSpPr>
        <p:spPr>
          <a:xfrm>
            <a:off x="5081439" y="72390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8-dom-5-5-3-1-1-0-7-2-0-text-0">
            <a:extLst>
              <a:ext uri="{FF2B5EF4-FFF2-40B4-BE49-F238E27FC236}">
                <a16:creationId xmlns:a16="http://schemas.microsoft.com/office/drawing/2014/main" id="{B4BBD30F-237F-4249-B258-025744B10247}"/>
              </a:ext>
            </a:extLst>
          </p:cNvPr>
          <p:cNvSpPr>
            <a:spLocks noGrp="1"/>
          </p:cNvSpPr>
          <p:nvPr/>
        </p:nvSpPr>
        <p:spPr>
          <a:xfrm>
            <a:off x="5286226" y="7329488"/>
            <a:ext cx="2506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17" name="!!source-8-dom-5-5-3-1-1-0-7-3-0-fill">
            <a:extLst>
              <a:ext uri="{FF2B5EF4-FFF2-40B4-BE49-F238E27FC236}">
                <a16:creationId xmlns:a16="http://schemas.microsoft.com/office/drawing/2014/main" id="{E08DDBE5-8E65-4174-A69D-9DA802F1B798}"/>
              </a:ext>
            </a:extLst>
          </p:cNvPr>
          <p:cNvSpPr>
            <a:spLocks noGrp="1"/>
          </p:cNvSpPr>
          <p:nvPr/>
        </p:nvSpPr>
        <p:spPr>
          <a:xfrm>
            <a:off x="5803553" y="7472363"/>
            <a:ext cx="22860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8-dom-5-5-3-1-1-0-7-3-1-border-Top">
            <a:extLst>
              <a:ext uri="{FF2B5EF4-FFF2-40B4-BE49-F238E27FC236}">
                <a16:creationId xmlns:a16="http://schemas.microsoft.com/office/drawing/2014/main" id="{B7B3C00E-E582-4331-A31E-84D4970E9DF4}"/>
              </a:ext>
            </a:extLst>
          </p:cNvPr>
          <p:cNvSpPr>
            <a:spLocks noGrp="1"/>
          </p:cNvSpPr>
          <p:nvPr/>
        </p:nvSpPr>
        <p:spPr>
          <a:xfrm>
            <a:off x="6032153" y="73961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8-dom-5-5-3-1-1-0-7-3-1-border-Bottom">
            <a:extLst>
              <a:ext uri="{FF2B5EF4-FFF2-40B4-BE49-F238E27FC236}">
                <a16:creationId xmlns:a16="http://schemas.microsoft.com/office/drawing/2014/main" id="{79C25C6E-9E38-43C9-B917-33235E5B5B42}"/>
              </a:ext>
            </a:extLst>
          </p:cNvPr>
          <p:cNvSpPr>
            <a:spLocks noGrp="1"/>
          </p:cNvSpPr>
          <p:nvPr/>
        </p:nvSpPr>
        <p:spPr>
          <a:xfrm>
            <a:off x="6032153" y="73961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8-dom-5-5-3-1-1-0-7-3-1-border-Left">
            <a:extLst>
              <a:ext uri="{FF2B5EF4-FFF2-40B4-BE49-F238E27FC236}">
                <a16:creationId xmlns:a16="http://schemas.microsoft.com/office/drawing/2014/main" id="{A236A6B8-2F5D-47D5-A0B9-91FE8C2C1D90}"/>
              </a:ext>
            </a:extLst>
          </p:cNvPr>
          <p:cNvSpPr>
            <a:spLocks noGrp="1"/>
          </p:cNvSpPr>
          <p:nvPr/>
        </p:nvSpPr>
        <p:spPr>
          <a:xfrm>
            <a:off x="6032153" y="7396163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1" name="!!source-8-dom-5-5-3-1-1-0-7-4-fill">
            <a:extLst>
              <a:ext uri="{FF2B5EF4-FFF2-40B4-BE49-F238E27FC236}">
                <a16:creationId xmlns:a16="http://schemas.microsoft.com/office/drawing/2014/main" id="{8070A182-EB8C-4A6E-B910-6D5D9FC666CC}"/>
              </a:ext>
            </a:extLst>
          </p:cNvPr>
          <p:cNvSpPr>
            <a:spLocks noGrp="1"/>
          </p:cNvSpPr>
          <p:nvPr/>
        </p:nvSpPr>
        <p:spPr>
          <a:xfrm>
            <a:off x="6279803" y="7224713"/>
            <a:ext cx="62969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!!source-8-dom-5-5-3-1-1-0-7-4-outline">
            <a:extLst>
              <a:ext uri="{FF2B5EF4-FFF2-40B4-BE49-F238E27FC236}">
                <a16:creationId xmlns:a16="http://schemas.microsoft.com/office/drawing/2014/main" id="{1F7AA92B-B2DD-4697-A9F5-B114A6467342}"/>
              </a:ext>
            </a:extLst>
          </p:cNvPr>
          <p:cNvSpPr>
            <a:spLocks noGrp="1"/>
          </p:cNvSpPr>
          <p:nvPr/>
        </p:nvSpPr>
        <p:spPr>
          <a:xfrm>
            <a:off x="6294090" y="7239000"/>
            <a:ext cx="60111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8-dom-5-5-3-1-1-0-7-4-0-text-0">
            <a:extLst>
              <a:ext uri="{FF2B5EF4-FFF2-40B4-BE49-F238E27FC236}">
                <a16:creationId xmlns:a16="http://schemas.microsoft.com/office/drawing/2014/main" id="{9A706AE6-AF84-4942-B428-97B7F56749D4}"/>
              </a:ext>
            </a:extLst>
          </p:cNvPr>
          <p:cNvSpPr>
            <a:spLocks noGrp="1"/>
          </p:cNvSpPr>
          <p:nvPr/>
        </p:nvSpPr>
        <p:spPr>
          <a:xfrm>
            <a:off x="6498878" y="7329488"/>
            <a:ext cx="2391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</a:t>
            </a:r>
          </a:p>
        </p:txBody>
      </p:sp>
      <p:sp>
        <p:nvSpPr>
          <p:cNvPr id="124" name="!!source-8-dom-5-5-3-1-1-0-8-0-text-0">
            <a:extLst>
              <a:ext uri="{FF2B5EF4-FFF2-40B4-BE49-F238E27FC236}">
                <a16:creationId xmlns:a16="http://schemas.microsoft.com/office/drawing/2014/main" id="{9C73462A-965E-4019-A01D-F63137FC4D91}"/>
              </a:ext>
            </a:extLst>
          </p:cNvPr>
          <p:cNvSpPr>
            <a:spLocks noGrp="1"/>
          </p:cNvSpPr>
          <p:nvPr/>
        </p:nvSpPr>
        <p:spPr>
          <a:xfrm>
            <a:off x="8343900" y="7329488"/>
            <a:ext cx="2242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0</a:t>
            </a:r>
          </a:p>
        </p:txBody>
      </p:sp>
      <p:sp>
        <p:nvSpPr>
          <p:cNvPr id="125" name="!!source-8-dom-5-5-3-1-1-1-0-0-0-fill">
            <a:extLst>
              <a:ext uri="{FF2B5EF4-FFF2-40B4-BE49-F238E27FC236}">
                <a16:creationId xmlns:a16="http://schemas.microsoft.com/office/drawing/2014/main" id="{587425ED-A742-49F5-95FB-193F18AF89A5}"/>
              </a:ext>
            </a:extLst>
          </p:cNvPr>
          <p:cNvSpPr>
            <a:spLocks noGrp="1"/>
          </p:cNvSpPr>
          <p:nvPr/>
        </p:nvSpPr>
        <p:spPr>
          <a:xfrm>
            <a:off x="9867900" y="5929313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8-dom-5-5-3-1-1-1-0-0-0-outline">
            <a:extLst>
              <a:ext uri="{FF2B5EF4-FFF2-40B4-BE49-F238E27FC236}">
                <a16:creationId xmlns:a16="http://schemas.microsoft.com/office/drawing/2014/main" id="{98F5F036-30F1-48AF-AAE3-96D5F85DA4D9}"/>
              </a:ext>
            </a:extLst>
          </p:cNvPr>
          <p:cNvSpPr>
            <a:spLocks noGrp="1"/>
          </p:cNvSpPr>
          <p:nvPr/>
        </p:nvSpPr>
        <p:spPr>
          <a:xfrm>
            <a:off x="9882188" y="59436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7" name="!!source-8-dom-5-5-3-1-1-1-0-0-0-0-text-0">
            <a:extLst>
              <a:ext uri="{FF2B5EF4-FFF2-40B4-BE49-F238E27FC236}">
                <a16:creationId xmlns:a16="http://schemas.microsoft.com/office/drawing/2014/main" id="{B663DFDB-016D-4EDC-9866-BB2224D76A05}"/>
              </a:ext>
            </a:extLst>
          </p:cNvPr>
          <p:cNvSpPr>
            <a:spLocks noGrp="1"/>
          </p:cNvSpPr>
          <p:nvPr/>
        </p:nvSpPr>
        <p:spPr>
          <a:xfrm>
            <a:off x="10086975" y="6034087"/>
            <a:ext cx="24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28" name="!!source-8-dom-5-5-3-1-1-1-0-0-1-fill">
            <a:extLst>
              <a:ext uri="{FF2B5EF4-FFF2-40B4-BE49-F238E27FC236}">
                <a16:creationId xmlns:a16="http://schemas.microsoft.com/office/drawing/2014/main" id="{E940AA0E-A36E-492C-B0DA-09B4D0DDDB0E}"/>
              </a:ext>
            </a:extLst>
          </p:cNvPr>
          <p:cNvSpPr>
            <a:spLocks noGrp="1"/>
          </p:cNvSpPr>
          <p:nvPr/>
        </p:nvSpPr>
        <p:spPr>
          <a:xfrm>
            <a:off x="10563075" y="5929313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8-dom-5-5-3-1-1-1-0-0-1-outline">
            <a:extLst>
              <a:ext uri="{FF2B5EF4-FFF2-40B4-BE49-F238E27FC236}">
                <a16:creationId xmlns:a16="http://schemas.microsoft.com/office/drawing/2014/main" id="{446126FA-F3F1-418C-BF3B-FA9F09CA1907}"/>
              </a:ext>
            </a:extLst>
          </p:cNvPr>
          <p:cNvSpPr>
            <a:spLocks noGrp="1"/>
          </p:cNvSpPr>
          <p:nvPr/>
        </p:nvSpPr>
        <p:spPr>
          <a:xfrm>
            <a:off x="10577363" y="59436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0" name="!!source-8-dom-5-5-3-1-1-1-0-0-1-0-text-0">
            <a:extLst>
              <a:ext uri="{FF2B5EF4-FFF2-40B4-BE49-F238E27FC236}">
                <a16:creationId xmlns:a16="http://schemas.microsoft.com/office/drawing/2014/main" id="{44E1C66D-5C7B-45D9-A352-F3634CA6DFD6}"/>
              </a:ext>
            </a:extLst>
          </p:cNvPr>
          <p:cNvSpPr>
            <a:spLocks noGrp="1"/>
          </p:cNvSpPr>
          <p:nvPr/>
        </p:nvSpPr>
        <p:spPr>
          <a:xfrm>
            <a:off x="10782152" y="6034087"/>
            <a:ext cx="24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31" name="!!source-8-dom-5-5-3-1-1-1-0-1-0-text-0">
            <a:extLst>
              <a:ext uri="{FF2B5EF4-FFF2-40B4-BE49-F238E27FC236}">
                <a16:creationId xmlns:a16="http://schemas.microsoft.com/office/drawing/2014/main" id="{80A3641A-85CE-4F1C-8E1A-480C8CA252D0}"/>
              </a:ext>
            </a:extLst>
          </p:cNvPr>
          <p:cNvSpPr>
            <a:spLocks noGrp="1"/>
          </p:cNvSpPr>
          <p:nvPr/>
        </p:nvSpPr>
        <p:spPr>
          <a:xfrm>
            <a:off x="11353502" y="6029325"/>
            <a:ext cx="48026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≡ A</a:t>
            </a:r>
          </a:p>
        </p:txBody>
      </p:sp>
      <p:sp>
        <p:nvSpPr>
          <p:cNvPr id="132" name="!!source-8-dom-5-5-3-1-1-1-0-2-0-text-0">
            <a:extLst>
              <a:ext uri="{FF2B5EF4-FFF2-40B4-BE49-F238E27FC236}">
                <a16:creationId xmlns:a16="http://schemas.microsoft.com/office/drawing/2014/main" id="{61BE7210-8A40-4F39-8871-B216C7ECF081}"/>
              </a:ext>
            </a:extLst>
          </p:cNvPr>
          <p:cNvSpPr>
            <a:spLocks noGrp="1"/>
          </p:cNvSpPr>
          <p:nvPr/>
        </p:nvSpPr>
        <p:spPr>
          <a:xfrm>
            <a:off x="11938546" y="6034087"/>
            <a:ext cx="21047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no gradient left</a:t>
            </a:r>
          </a:p>
        </p:txBody>
      </p:sp>
      <p:sp>
        <p:nvSpPr>
          <p:cNvPr id="133" name="!!source-8-dom-5-5-3-1-1-1-1-0-0-fill">
            <a:extLst>
              <a:ext uri="{FF2B5EF4-FFF2-40B4-BE49-F238E27FC236}">
                <a16:creationId xmlns:a16="http://schemas.microsoft.com/office/drawing/2014/main" id="{0EC90079-746A-4575-90F0-A7830637FABF}"/>
              </a:ext>
            </a:extLst>
          </p:cNvPr>
          <p:cNvSpPr>
            <a:spLocks noGrp="1"/>
          </p:cNvSpPr>
          <p:nvPr/>
        </p:nvSpPr>
        <p:spPr>
          <a:xfrm>
            <a:off x="9867900" y="6577013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8-dom-5-5-3-1-1-1-1-0-0-outline">
            <a:extLst>
              <a:ext uri="{FF2B5EF4-FFF2-40B4-BE49-F238E27FC236}">
                <a16:creationId xmlns:a16="http://schemas.microsoft.com/office/drawing/2014/main" id="{05669A90-04AD-4CC5-AC7D-FC45275E84C2}"/>
              </a:ext>
            </a:extLst>
          </p:cNvPr>
          <p:cNvSpPr>
            <a:spLocks noGrp="1"/>
          </p:cNvSpPr>
          <p:nvPr/>
        </p:nvSpPr>
        <p:spPr>
          <a:xfrm>
            <a:off x="9882188" y="65913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5" name="!!source-8-dom-5-5-3-1-1-1-1-0-0-0-text-0">
            <a:extLst>
              <a:ext uri="{FF2B5EF4-FFF2-40B4-BE49-F238E27FC236}">
                <a16:creationId xmlns:a16="http://schemas.microsoft.com/office/drawing/2014/main" id="{8E994A8C-10EB-49F6-B8C8-BD8F87B28547}"/>
              </a:ext>
            </a:extLst>
          </p:cNvPr>
          <p:cNvSpPr>
            <a:spLocks noGrp="1"/>
          </p:cNvSpPr>
          <p:nvPr/>
        </p:nvSpPr>
        <p:spPr>
          <a:xfrm>
            <a:off x="10086975" y="6681788"/>
            <a:ext cx="24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36" name="!!source-8-dom-5-5-3-1-1-1-1-0-1-fill">
            <a:extLst>
              <a:ext uri="{FF2B5EF4-FFF2-40B4-BE49-F238E27FC236}">
                <a16:creationId xmlns:a16="http://schemas.microsoft.com/office/drawing/2014/main" id="{4987EDEA-7BE1-4791-8CE5-297E5872FECE}"/>
              </a:ext>
            </a:extLst>
          </p:cNvPr>
          <p:cNvSpPr>
            <a:spLocks noGrp="1"/>
          </p:cNvSpPr>
          <p:nvPr/>
        </p:nvSpPr>
        <p:spPr>
          <a:xfrm>
            <a:off x="10563075" y="6577013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!!source-8-dom-5-5-3-1-1-1-1-0-1-outline">
            <a:extLst>
              <a:ext uri="{FF2B5EF4-FFF2-40B4-BE49-F238E27FC236}">
                <a16:creationId xmlns:a16="http://schemas.microsoft.com/office/drawing/2014/main" id="{D40B2481-48F5-4B37-8403-7F1D94C41309}"/>
              </a:ext>
            </a:extLst>
          </p:cNvPr>
          <p:cNvSpPr>
            <a:spLocks noGrp="1"/>
          </p:cNvSpPr>
          <p:nvPr/>
        </p:nvSpPr>
        <p:spPr>
          <a:xfrm>
            <a:off x="10577363" y="65913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8" name="!!source-8-dom-5-5-3-1-1-1-1-0-1-0-text-0">
            <a:extLst>
              <a:ext uri="{FF2B5EF4-FFF2-40B4-BE49-F238E27FC236}">
                <a16:creationId xmlns:a16="http://schemas.microsoft.com/office/drawing/2014/main" id="{B8313C2F-266D-4EAC-AF56-4DF832A9DAC3}"/>
              </a:ext>
            </a:extLst>
          </p:cNvPr>
          <p:cNvSpPr>
            <a:spLocks noGrp="1"/>
          </p:cNvSpPr>
          <p:nvPr/>
        </p:nvSpPr>
        <p:spPr>
          <a:xfrm>
            <a:off x="10782152" y="6681788"/>
            <a:ext cx="2506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39" name="!!source-8-dom-5-5-3-1-1-1-1-0-2-fill">
            <a:extLst>
              <a:ext uri="{FF2B5EF4-FFF2-40B4-BE49-F238E27FC236}">
                <a16:creationId xmlns:a16="http://schemas.microsoft.com/office/drawing/2014/main" id="{AB93A8E9-0505-4546-BE70-A78A603294F1}"/>
              </a:ext>
            </a:extLst>
          </p:cNvPr>
          <p:cNvSpPr>
            <a:spLocks noGrp="1"/>
          </p:cNvSpPr>
          <p:nvPr/>
        </p:nvSpPr>
        <p:spPr>
          <a:xfrm>
            <a:off x="11261377" y="6577013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0" name="!!source-8-dom-5-5-3-1-1-1-1-0-2-outline">
            <a:extLst>
              <a:ext uri="{FF2B5EF4-FFF2-40B4-BE49-F238E27FC236}">
                <a16:creationId xmlns:a16="http://schemas.microsoft.com/office/drawing/2014/main" id="{F86BF898-DB80-427A-8DDA-C19AE65C0DE8}"/>
              </a:ext>
            </a:extLst>
          </p:cNvPr>
          <p:cNvSpPr>
            <a:spLocks noGrp="1"/>
          </p:cNvSpPr>
          <p:nvPr/>
        </p:nvSpPr>
        <p:spPr>
          <a:xfrm>
            <a:off x="11275665" y="65913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1" name="!!source-8-dom-5-5-3-1-1-1-1-0-2-0-text-0">
            <a:extLst>
              <a:ext uri="{FF2B5EF4-FFF2-40B4-BE49-F238E27FC236}">
                <a16:creationId xmlns:a16="http://schemas.microsoft.com/office/drawing/2014/main" id="{AD5D3C2E-624F-411E-906F-C32A7B9C3345}"/>
              </a:ext>
            </a:extLst>
          </p:cNvPr>
          <p:cNvSpPr>
            <a:spLocks noGrp="1"/>
          </p:cNvSpPr>
          <p:nvPr/>
        </p:nvSpPr>
        <p:spPr>
          <a:xfrm>
            <a:off x="11480452" y="6681788"/>
            <a:ext cx="2506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42" name="!!source-8-dom-5-5-3-1-1-1-1-1-0-text-0">
            <a:extLst>
              <a:ext uri="{FF2B5EF4-FFF2-40B4-BE49-F238E27FC236}">
                <a16:creationId xmlns:a16="http://schemas.microsoft.com/office/drawing/2014/main" id="{4DC1E90D-4FB1-4E1A-BCB2-8F52D4C3EC46}"/>
              </a:ext>
            </a:extLst>
          </p:cNvPr>
          <p:cNvSpPr>
            <a:spLocks noGrp="1"/>
          </p:cNvSpPr>
          <p:nvPr/>
        </p:nvSpPr>
        <p:spPr>
          <a:xfrm>
            <a:off x="12054930" y="6677025"/>
            <a:ext cx="99521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≡ A → B</a:t>
            </a:r>
          </a:p>
        </p:txBody>
      </p:sp>
      <p:sp>
        <p:nvSpPr>
          <p:cNvPr id="143" name="!!source-8-dom-5-5-3-1-1-1-2-0-0-fill">
            <a:extLst>
              <a:ext uri="{FF2B5EF4-FFF2-40B4-BE49-F238E27FC236}">
                <a16:creationId xmlns:a16="http://schemas.microsoft.com/office/drawing/2014/main" id="{1264A410-E73F-4FD1-A0C2-88F82DD8F636}"/>
              </a:ext>
            </a:extLst>
          </p:cNvPr>
          <p:cNvSpPr>
            <a:spLocks noGrp="1"/>
          </p:cNvSpPr>
          <p:nvPr/>
        </p:nvSpPr>
        <p:spPr>
          <a:xfrm>
            <a:off x="9867900" y="7224713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4" name="!!source-8-dom-5-5-3-1-1-1-2-0-0-outline">
            <a:extLst>
              <a:ext uri="{FF2B5EF4-FFF2-40B4-BE49-F238E27FC236}">
                <a16:creationId xmlns:a16="http://schemas.microsoft.com/office/drawing/2014/main" id="{C5EAA315-3E21-4E44-9BF8-A06A84F68CAC}"/>
              </a:ext>
            </a:extLst>
          </p:cNvPr>
          <p:cNvSpPr>
            <a:spLocks noGrp="1"/>
          </p:cNvSpPr>
          <p:nvPr/>
        </p:nvSpPr>
        <p:spPr>
          <a:xfrm>
            <a:off x="9882188" y="72390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8-dom-5-5-3-1-1-1-2-0-0-0-text-0">
            <a:extLst>
              <a:ext uri="{FF2B5EF4-FFF2-40B4-BE49-F238E27FC236}">
                <a16:creationId xmlns:a16="http://schemas.microsoft.com/office/drawing/2014/main" id="{221D74AF-4B83-4377-B46C-B15BFE5C06FF}"/>
              </a:ext>
            </a:extLst>
          </p:cNvPr>
          <p:cNvSpPr>
            <a:spLocks noGrp="1"/>
          </p:cNvSpPr>
          <p:nvPr/>
        </p:nvSpPr>
        <p:spPr>
          <a:xfrm>
            <a:off x="10086975" y="7329488"/>
            <a:ext cx="24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46" name="!!source-8-dom-5-5-3-1-1-1-2-0-1-fill">
            <a:extLst>
              <a:ext uri="{FF2B5EF4-FFF2-40B4-BE49-F238E27FC236}">
                <a16:creationId xmlns:a16="http://schemas.microsoft.com/office/drawing/2014/main" id="{3ED874E1-8036-4C7B-A9B6-7C77615C9C29}"/>
              </a:ext>
            </a:extLst>
          </p:cNvPr>
          <p:cNvSpPr>
            <a:spLocks noGrp="1"/>
          </p:cNvSpPr>
          <p:nvPr/>
        </p:nvSpPr>
        <p:spPr>
          <a:xfrm>
            <a:off x="10563075" y="7224713"/>
            <a:ext cx="64115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7" name="!!source-8-dom-5-5-3-1-1-1-2-0-1-outline">
            <a:extLst>
              <a:ext uri="{FF2B5EF4-FFF2-40B4-BE49-F238E27FC236}">
                <a16:creationId xmlns:a16="http://schemas.microsoft.com/office/drawing/2014/main" id="{7DEA4395-DB36-4D66-90A6-9E66D79A1C87}"/>
              </a:ext>
            </a:extLst>
          </p:cNvPr>
          <p:cNvSpPr>
            <a:spLocks noGrp="1"/>
          </p:cNvSpPr>
          <p:nvPr/>
        </p:nvSpPr>
        <p:spPr>
          <a:xfrm>
            <a:off x="10577363" y="7239000"/>
            <a:ext cx="61257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8" name="!!source-8-dom-5-5-3-1-1-1-2-0-1-0-text-0">
            <a:extLst>
              <a:ext uri="{FF2B5EF4-FFF2-40B4-BE49-F238E27FC236}">
                <a16:creationId xmlns:a16="http://schemas.microsoft.com/office/drawing/2014/main" id="{A96D70DC-DF72-4621-887D-0C54D578E697}"/>
              </a:ext>
            </a:extLst>
          </p:cNvPr>
          <p:cNvSpPr>
            <a:spLocks noGrp="1"/>
          </p:cNvSpPr>
          <p:nvPr/>
        </p:nvSpPr>
        <p:spPr>
          <a:xfrm>
            <a:off x="10782152" y="7329488"/>
            <a:ext cx="2506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</a:t>
            </a:r>
          </a:p>
        </p:txBody>
      </p:sp>
      <p:sp>
        <p:nvSpPr>
          <p:cNvPr id="149" name="!!source-8-dom-5-5-3-1-1-1-2-0-2-fill">
            <a:extLst>
              <a:ext uri="{FF2B5EF4-FFF2-40B4-BE49-F238E27FC236}">
                <a16:creationId xmlns:a16="http://schemas.microsoft.com/office/drawing/2014/main" id="{8C937597-A432-4912-8751-09B860575529}"/>
              </a:ext>
            </a:extLst>
          </p:cNvPr>
          <p:cNvSpPr>
            <a:spLocks noGrp="1"/>
          </p:cNvSpPr>
          <p:nvPr/>
        </p:nvSpPr>
        <p:spPr>
          <a:xfrm>
            <a:off x="11261377" y="7224713"/>
            <a:ext cx="638027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0" name="!!source-8-dom-5-5-3-1-1-1-2-0-2-outline">
            <a:extLst>
              <a:ext uri="{FF2B5EF4-FFF2-40B4-BE49-F238E27FC236}">
                <a16:creationId xmlns:a16="http://schemas.microsoft.com/office/drawing/2014/main" id="{C3ECDDF8-F985-41EE-9034-5F2330E70249}"/>
              </a:ext>
            </a:extLst>
          </p:cNvPr>
          <p:cNvSpPr>
            <a:spLocks noGrp="1"/>
          </p:cNvSpPr>
          <p:nvPr/>
        </p:nvSpPr>
        <p:spPr>
          <a:xfrm>
            <a:off x="11275665" y="7239000"/>
            <a:ext cx="609452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1" name="!!source-8-dom-5-5-3-1-1-1-2-0-2-0-text-0">
            <a:extLst>
              <a:ext uri="{FF2B5EF4-FFF2-40B4-BE49-F238E27FC236}">
                <a16:creationId xmlns:a16="http://schemas.microsoft.com/office/drawing/2014/main" id="{58B0192E-2707-413E-A685-DC20786F3654}"/>
              </a:ext>
            </a:extLst>
          </p:cNvPr>
          <p:cNvSpPr>
            <a:spLocks noGrp="1"/>
          </p:cNvSpPr>
          <p:nvPr/>
        </p:nvSpPr>
        <p:spPr>
          <a:xfrm>
            <a:off x="11480452" y="7329488"/>
            <a:ext cx="24750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</a:t>
            </a:r>
          </a:p>
        </p:txBody>
      </p:sp>
      <p:sp>
        <p:nvSpPr>
          <p:cNvPr id="152" name="!!source-8-dom-5-5-3-1-1-1-2-1-0-text-0">
            <a:extLst>
              <a:ext uri="{FF2B5EF4-FFF2-40B4-BE49-F238E27FC236}">
                <a16:creationId xmlns:a16="http://schemas.microsoft.com/office/drawing/2014/main" id="{9A0FABA5-5385-4789-B4AE-1BBAD37B700E}"/>
              </a:ext>
            </a:extLst>
          </p:cNvPr>
          <p:cNvSpPr>
            <a:spLocks noGrp="1"/>
          </p:cNvSpPr>
          <p:nvPr/>
        </p:nvSpPr>
        <p:spPr>
          <a:xfrm>
            <a:off x="12051804" y="7329488"/>
            <a:ext cx="25092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✕</a:t>
            </a:r>
          </a:p>
        </p:txBody>
      </p:sp>
      <p:sp>
        <p:nvSpPr>
          <p:cNvPr id="153" name="!!source-8-dom-5-5-3-1-1-1-2-2-0-text-0">
            <a:extLst>
              <a:ext uri="{FF2B5EF4-FFF2-40B4-BE49-F238E27FC236}">
                <a16:creationId xmlns:a16="http://schemas.microsoft.com/office/drawing/2014/main" id="{F6376935-5D07-42BD-BCF6-48EECAAD706A}"/>
              </a:ext>
            </a:extLst>
          </p:cNvPr>
          <p:cNvSpPr>
            <a:spLocks noGrp="1"/>
          </p:cNvSpPr>
          <p:nvPr/>
        </p:nvSpPr>
        <p:spPr>
          <a:xfrm>
            <a:off x="12407503" y="7329488"/>
            <a:ext cx="264408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 already equalised</a:t>
            </a:r>
          </a:p>
        </p:txBody>
      </p:sp>
      <p:sp>
        <p:nvSpPr>
          <p:cNvPr id="154" name="!!source-8-dom-5-7-fill">
            <a:extLst>
              <a:ext uri="{FF2B5EF4-FFF2-40B4-BE49-F238E27FC236}">
                <a16:creationId xmlns:a16="http://schemas.microsoft.com/office/drawing/2014/main" id="{5D36FACC-8811-45AE-8E23-7CFF891776CA}"/>
              </a:ext>
            </a:extLst>
          </p:cNvPr>
          <p:cNvSpPr>
            <a:spLocks noGrp="1"/>
          </p:cNvSpPr>
          <p:nvPr/>
        </p:nvSpPr>
        <p:spPr>
          <a:xfrm>
            <a:off x="1047750" y="6296025"/>
            <a:ext cx="16192501" cy="1143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8-dom-5-7-outline">
            <a:extLst>
              <a:ext uri="{FF2B5EF4-FFF2-40B4-BE49-F238E27FC236}">
                <a16:creationId xmlns:a16="http://schemas.microsoft.com/office/drawing/2014/main" id="{6F107A84-09CD-4AE9-A5CB-4DFC13FB7A87}"/>
              </a:ext>
            </a:extLst>
          </p:cNvPr>
          <p:cNvSpPr>
            <a:spLocks noGrp="1"/>
          </p:cNvSpPr>
          <p:nvPr/>
        </p:nvSpPr>
        <p:spPr>
          <a:xfrm>
            <a:off x="1062037" y="6310313"/>
            <a:ext cx="16163926" cy="1114425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6" name="!!source-8-dom-5-7-1-0-fill">
            <a:extLst>
              <a:ext uri="{FF2B5EF4-FFF2-40B4-BE49-F238E27FC236}">
                <a16:creationId xmlns:a16="http://schemas.microsoft.com/office/drawing/2014/main" id="{1AD16AED-90ED-48E3-A49E-817F2B6CD7B7}"/>
              </a:ext>
            </a:extLst>
          </p:cNvPr>
          <p:cNvSpPr>
            <a:spLocks noGrp="1"/>
          </p:cNvSpPr>
          <p:nvPr/>
        </p:nvSpPr>
        <p:spPr>
          <a:xfrm>
            <a:off x="1362075" y="6619875"/>
            <a:ext cx="495300" cy="4953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7" name="!!source-8-dom-5-7-1-0-0-text-0">
            <a:extLst>
              <a:ext uri="{FF2B5EF4-FFF2-40B4-BE49-F238E27FC236}">
                <a16:creationId xmlns:a16="http://schemas.microsoft.com/office/drawing/2014/main" id="{58790BF7-3EBC-471B-A54F-9BB1D36C9A6A}"/>
              </a:ext>
            </a:extLst>
          </p:cNvPr>
          <p:cNvSpPr>
            <a:spLocks noGrp="1"/>
          </p:cNvSpPr>
          <p:nvPr/>
        </p:nvSpPr>
        <p:spPr>
          <a:xfrm>
            <a:off x="1517749" y="6705600"/>
            <a:ext cx="23142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58" name="!!source-8-dom-5-7-1-1-0-text-0">
            <a:extLst>
              <a:ext uri="{FF2B5EF4-FFF2-40B4-BE49-F238E27FC236}">
                <a16:creationId xmlns:a16="http://schemas.microsoft.com/office/drawing/2014/main" id="{CD87D8C9-15C8-4F9B-A76E-CA3086974D82}"/>
              </a:ext>
            </a:extLst>
          </p:cNvPr>
          <p:cNvSpPr>
            <a:spLocks noGrp="1"/>
          </p:cNvSpPr>
          <p:nvPr/>
        </p:nvSpPr>
        <p:spPr>
          <a:xfrm>
            <a:off x="2085975" y="6691313"/>
            <a:ext cx="398219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Available mass per pattern, </a:t>
            </a:r>
          </a:p>
        </p:txBody>
      </p:sp>
      <p:sp>
        <p:nvSpPr>
          <p:cNvPr id="159" name="!!source-8-dom-5-7-1-1-1-0-text-0">
            <a:extLst>
              <a:ext uri="{FF2B5EF4-FFF2-40B4-BE49-F238E27FC236}">
                <a16:creationId xmlns:a16="http://schemas.microsoft.com/office/drawing/2014/main" id="{92CC5C66-C73F-4F62-B3B8-27B730180E38}"/>
              </a:ext>
            </a:extLst>
          </p:cNvPr>
          <p:cNvSpPr>
            <a:spLocks noGrp="1"/>
          </p:cNvSpPr>
          <p:nvPr/>
        </p:nvSpPr>
        <p:spPr>
          <a:xfrm>
            <a:off x="6020544" y="6691313"/>
            <a:ext cx="89386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linear</a:t>
            </a:r>
          </a:p>
        </p:txBody>
      </p:sp>
      <p:sp>
        <p:nvSpPr>
          <p:cNvPr id="160" name="!!source-8-dom-5-7-1-1-2-text-0">
            <a:extLst>
              <a:ext uri="{FF2B5EF4-FFF2-40B4-BE49-F238E27FC236}">
                <a16:creationId xmlns:a16="http://schemas.microsoft.com/office/drawing/2014/main" id="{0D1CBDB7-BF86-41E0-AF6B-9919DBEACDE5}"/>
              </a:ext>
            </a:extLst>
          </p:cNvPr>
          <p:cNvSpPr>
            <a:spLocks noGrp="1"/>
          </p:cNvSpPr>
          <p:nvPr/>
        </p:nvSpPr>
        <p:spPr>
          <a:xfrm>
            <a:off x="6866781" y="6691313"/>
            <a:ext cx="22479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in tank masses</a:t>
            </a:r>
          </a:p>
        </p:txBody>
      </p:sp>
      <p:sp>
        <p:nvSpPr>
          <p:cNvPr id="161" name="!!source-8-dom-5-7-3-0-fill">
            <a:extLst>
              <a:ext uri="{FF2B5EF4-FFF2-40B4-BE49-F238E27FC236}">
                <a16:creationId xmlns:a16="http://schemas.microsoft.com/office/drawing/2014/main" id="{2BFF6220-537A-4984-95A2-9C8B741E8CBE}"/>
              </a:ext>
            </a:extLst>
          </p:cNvPr>
          <p:cNvSpPr>
            <a:spLocks noGrp="1"/>
          </p:cNvSpPr>
          <p:nvPr/>
        </p:nvSpPr>
        <p:spPr>
          <a:xfrm>
            <a:off x="1362075" y="76009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2" name="!!source-8-dom-5-7-3-0-0-text-0">
            <a:extLst>
              <a:ext uri="{FF2B5EF4-FFF2-40B4-BE49-F238E27FC236}">
                <a16:creationId xmlns:a16="http://schemas.microsoft.com/office/drawing/2014/main" id="{939DA483-6526-478C-82E7-6900ADCA9C0B}"/>
              </a:ext>
            </a:extLst>
          </p:cNvPr>
          <p:cNvSpPr>
            <a:spLocks noGrp="1"/>
          </p:cNvSpPr>
          <p:nvPr/>
        </p:nvSpPr>
        <p:spPr>
          <a:xfrm>
            <a:off x="1517749" y="7686675"/>
            <a:ext cx="23142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63" name="!!source-8-dom-5-7-3-1-0-0-text-0">
            <a:extLst>
              <a:ext uri="{FF2B5EF4-FFF2-40B4-BE49-F238E27FC236}">
                <a16:creationId xmlns:a16="http://schemas.microsoft.com/office/drawing/2014/main" id="{3DC6FFB8-2145-4838-9BB6-EA92DF9E5349}"/>
              </a:ext>
            </a:extLst>
          </p:cNvPr>
          <p:cNvSpPr>
            <a:spLocks noGrp="1"/>
          </p:cNvSpPr>
          <p:nvPr/>
        </p:nvSpPr>
        <p:spPr>
          <a:xfrm>
            <a:off x="2238375" y="6508701"/>
            <a:ext cx="771703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 mass of a pattern, in one algebraic step</a:t>
            </a:r>
          </a:p>
        </p:txBody>
      </p:sp>
      <p:sp>
        <p:nvSpPr>
          <p:cNvPr id="164" name="!!source-8-dom-5-7-3-1-1-0-0-0-text-0">
            <a:extLst>
              <a:ext uri="{FF2B5EF4-FFF2-40B4-BE49-F238E27FC236}">
                <a16:creationId xmlns:a16="http://schemas.microsoft.com/office/drawing/2014/main" id="{292EB94D-51B0-4345-B458-3D9DD352DB0A}"/>
              </a:ext>
            </a:extLst>
          </p:cNvPr>
          <p:cNvSpPr>
            <a:spLocks noGrp="1"/>
          </p:cNvSpPr>
          <p:nvPr/>
        </p:nvSpPr>
        <p:spPr>
          <a:xfrm>
            <a:off x="2238375" y="7051625"/>
            <a:ext cx="149572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Pattern T3₂ </a:t>
            </a:r>
          </a:p>
        </p:txBody>
      </p:sp>
      <p:sp>
        <p:nvSpPr>
          <p:cNvPr id="165" name="!!source-8-dom-5-7-3-1-1-0-0-1-0-text-0">
            <a:extLst>
              <a:ext uri="{FF2B5EF4-FFF2-40B4-BE49-F238E27FC236}">
                <a16:creationId xmlns:a16="http://schemas.microsoft.com/office/drawing/2014/main" id="{AAE443A4-4FC0-42F4-9601-C84D1310EBFA}"/>
              </a:ext>
            </a:extLst>
          </p:cNvPr>
          <p:cNvSpPr>
            <a:spLocks noGrp="1"/>
          </p:cNvSpPr>
          <p:nvPr/>
        </p:nvSpPr>
        <p:spPr>
          <a:xfrm>
            <a:off x="3686472" y="7051625"/>
            <a:ext cx="98881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430 bar</a:t>
            </a:r>
          </a:p>
        </p:txBody>
      </p:sp>
      <p:sp>
        <p:nvSpPr>
          <p:cNvPr id="166" name="!!source-8-dom-5-7-3-1-1-0-0-2-text-0">
            <a:extLst>
              <a:ext uri="{FF2B5EF4-FFF2-40B4-BE49-F238E27FC236}">
                <a16:creationId xmlns:a16="http://schemas.microsoft.com/office/drawing/2014/main" id="{8704E785-D6A9-4DC5-BB11-EC26AFDF32DF}"/>
              </a:ext>
            </a:extLst>
          </p:cNvPr>
          <p:cNvSpPr>
            <a:spLocks noGrp="1"/>
          </p:cNvSpPr>
          <p:nvPr/>
        </p:nvSpPr>
        <p:spPr>
          <a:xfrm>
            <a:off x="4627662" y="7051625"/>
            <a:ext cx="674936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→ T4 </a:t>
            </a:r>
          </a:p>
        </p:txBody>
      </p:sp>
      <p:sp>
        <p:nvSpPr>
          <p:cNvPr id="167" name="!!source-8-dom-5-7-3-1-1-0-0-3-0-text-0">
            <a:extLst>
              <a:ext uri="{FF2B5EF4-FFF2-40B4-BE49-F238E27FC236}">
                <a16:creationId xmlns:a16="http://schemas.microsoft.com/office/drawing/2014/main" id="{9FA386E6-C45B-4427-9438-8709C8E81DD4}"/>
              </a:ext>
            </a:extLst>
          </p:cNvPr>
          <p:cNvSpPr>
            <a:spLocks noGrp="1"/>
          </p:cNvSpPr>
          <p:nvPr/>
        </p:nvSpPr>
        <p:spPr>
          <a:xfrm>
            <a:off x="5254972" y="7051625"/>
            <a:ext cx="97512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720 bar</a:t>
            </a:r>
          </a:p>
        </p:txBody>
      </p:sp>
      <p:sp>
        <p:nvSpPr>
          <p:cNvPr id="168" name="!!source-8-dom-5-7-3-1-1-0-0-4-text-0">
            <a:extLst>
              <a:ext uri="{FF2B5EF4-FFF2-40B4-BE49-F238E27FC236}">
                <a16:creationId xmlns:a16="http://schemas.microsoft.com/office/drawing/2014/main" id="{34A2643F-3231-477B-8986-7C1D223CA598}"/>
              </a:ext>
            </a:extLst>
          </p:cNvPr>
          <p:cNvSpPr>
            <a:spLocks noGrp="1"/>
          </p:cNvSpPr>
          <p:nvPr/>
        </p:nvSpPr>
        <p:spPr>
          <a:xfrm>
            <a:off x="6182469" y="7051625"/>
            <a:ext cx="365819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· vehicle at 100 bar asks 16 kg</a:t>
            </a:r>
          </a:p>
        </p:txBody>
      </p:sp>
      <p:sp>
        <p:nvSpPr>
          <p:cNvPr id="169" name="!!source-8-dom-5-7-3-1-1-0-1-0-fill">
            <a:extLst>
              <a:ext uri="{FF2B5EF4-FFF2-40B4-BE49-F238E27FC236}">
                <a16:creationId xmlns:a16="http://schemas.microsoft.com/office/drawing/2014/main" id="{26F8106A-8A36-4679-8911-22AD55FE2BE0}"/>
              </a:ext>
            </a:extLst>
          </p:cNvPr>
          <p:cNvSpPr>
            <a:spLocks noGrp="1"/>
          </p:cNvSpPr>
          <p:nvPr/>
        </p:nvSpPr>
        <p:spPr>
          <a:xfrm>
            <a:off x="2238375" y="7851725"/>
            <a:ext cx="7978527" cy="83820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0" name="!!source-8-dom-5-7-3-1-1-0-1-0-outline">
            <a:extLst>
              <a:ext uri="{FF2B5EF4-FFF2-40B4-BE49-F238E27FC236}">
                <a16:creationId xmlns:a16="http://schemas.microsoft.com/office/drawing/2014/main" id="{0D54FB7D-B0BA-4D27-991F-5508B5C99AC6}"/>
              </a:ext>
            </a:extLst>
          </p:cNvPr>
          <p:cNvSpPr>
            <a:spLocks noGrp="1"/>
          </p:cNvSpPr>
          <p:nvPr/>
        </p:nvSpPr>
        <p:spPr>
          <a:xfrm>
            <a:off x="2247900" y="7861250"/>
            <a:ext cx="7959477" cy="81915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1" name="!!source-8-dom-5-7-3-1-1-0-1-0-0-fill">
            <a:extLst>
              <a:ext uri="{FF2B5EF4-FFF2-40B4-BE49-F238E27FC236}">
                <a16:creationId xmlns:a16="http://schemas.microsoft.com/office/drawing/2014/main" id="{9E7BFA08-2DEF-442F-8B7D-BA217071F879}"/>
              </a:ext>
            </a:extLst>
          </p:cNvPr>
          <p:cNvSpPr>
            <a:spLocks noGrp="1"/>
          </p:cNvSpPr>
          <p:nvPr/>
        </p:nvSpPr>
        <p:spPr>
          <a:xfrm>
            <a:off x="2257425" y="7870775"/>
            <a:ext cx="3176141" cy="800100"/>
          </a:xfrm>
          <a:prstGeom prst="rect">
            <a:avLst/>
          </a:prstGeom>
          <a:solidFill>
            <a:srgbClr val="7A5A4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2" name="!!source-8-dom-5-7-3-1-1-0-1-0-0-0-text-0">
            <a:extLst>
              <a:ext uri="{FF2B5EF4-FFF2-40B4-BE49-F238E27FC236}">
                <a16:creationId xmlns:a16="http://schemas.microsoft.com/office/drawing/2014/main" id="{6FE63697-C7AB-4F8F-B072-5F6A7BE47F26}"/>
              </a:ext>
            </a:extLst>
          </p:cNvPr>
          <p:cNvSpPr>
            <a:spLocks noGrp="1"/>
          </p:cNvSpPr>
          <p:nvPr/>
        </p:nvSpPr>
        <p:spPr>
          <a:xfrm>
            <a:off x="3086100" y="8118425"/>
            <a:ext cx="49396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Δm</a:t>
            </a:r>
          </a:p>
        </p:txBody>
      </p:sp>
      <p:sp>
        <p:nvSpPr>
          <p:cNvPr id="173" name="!!source-8-dom-5-7-3-1-1-0-1-0-0-1-0-text-0">
            <a:extLst>
              <a:ext uri="{FF2B5EF4-FFF2-40B4-BE49-F238E27FC236}">
                <a16:creationId xmlns:a16="http://schemas.microsoft.com/office/drawing/2014/main" id="{B9CF334B-4890-4328-BC5A-6EBBBDCCC76F}"/>
              </a:ext>
            </a:extLst>
          </p:cNvPr>
          <p:cNvSpPr>
            <a:spLocks noGrp="1"/>
          </p:cNvSpPr>
          <p:nvPr/>
        </p:nvSpPr>
        <p:spPr>
          <a:xfrm>
            <a:off x="3532435" y="8147001"/>
            <a:ext cx="27176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2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2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(1)</a:t>
            </a:r>
          </a:p>
        </p:txBody>
      </p:sp>
      <p:sp>
        <p:nvSpPr>
          <p:cNvPr id="174" name="!!source-8-dom-5-7-3-1-1-0-1-0-0-2-text-0">
            <a:extLst>
              <a:ext uri="{FF2B5EF4-FFF2-40B4-BE49-F238E27FC236}">
                <a16:creationId xmlns:a16="http://schemas.microsoft.com/office/drawing/2014/main" id="{6353C7C2-01F9-4B63-B8A9-F33B3D11CCC9}"/>
              </a:ext>
            </a:extLst>
          </p:cNvPr>
          <p:cNvSpPr>
            <a:spLocks noGrp="1"/>
          </p:cNvSpPr>
          <p:nvPr/>
        </p:nvSpPr>
        <p:spPr>
          <a:xfrm>
            <a:off x="3756571" y="8118425"/>
            <a:ext cx="89594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8.0 kg</a:t>
            </a:r>
          </a:p>
        </p:txBody>
      </p:sp>
      <p:sp>
        <p:nvSpPr>
          <p:cNvPr id="175" name="!!source-8-dom-5-7-3-1-1-0-1-0-1-fill">
            <a:extLst>
              <a:ext uri="{FF2B5EF4-FFF2-40B4-BE49-F238E27FC236}">
                <a16:creationId xmlns:a16="http://schemas.microsoft.com/office/drawing/2014/main" id="{7497BCA4-DA5D-4E49-AFDC-66D042155668}"/>
              </a:ext>
            </a:extLst>
          </p:cNvPr>
          <p:cNvSpPr>
            <a:spLocks noGrp="1"/>
          </p:cNvSpPr>
          <p:nvPr/>
        </p:nvSpPr>
        <p:spPr>
          <a:xfrm>
            <a:off x="5433566" y="7870775"/>
            <a:ext cx="3771603" cy="800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6" name="!!source-8-dom-5-7-3-1-1-0-1-0-1-0-text-0">
            <a:extLst>
              <a:ext uri="{FF2B5EF4-FFF2-40B4-BE49-F238E27FC236}">
                <a16:creationId xmlns:a16="http://schemas.microsoft.com/office/drawing/2014/main" id="{50632BCA-96F0-4CC5-8947-4D4D2731C056}"/>
              </a:ext>
            </a:extLst>
          </p:cNvPr>
          <p:cNvSpPr>
            <a:spLocks noGrp="1"/>
          </p:cNvSpPr>
          <p:nvPr/>
        </p:nvSpPr>
        <p:spPr>
          <a:xfrm>
            <a:off x="6555582" y="8118425"/>
            <a:ext cx="49396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Δm</a:t>
            </a:r>
          </a:p>
        </p:txBody>
      </p:sp>
      <p:sp>
        <p:nvSpPr>
          <p:cNvPr id="177" name="!!source-8-dom-5-7-3-1-1-0-1-0-1-1-0-text-0">
            <a:extLst>
              <a:ext uri="{FF2B5EF4-FFF2-40B4-BE49-F238E27FC236}">
                <a16:creationId xmlns:a16="http://schemas.microsoft.com/office/drawing/2014/main" id="{A16B5383-6AF3-4DCF-B0B0-C2D708FA6EEF}"/>
              </a:ext>
            </a:extLst>
          </p:cNvPr>
          <p:cNvSpPr>
            <a:spLocks noGrp="1"/>
          </p:cNvSpPr>
          <p:nvPr/>
        </p:nvSpPr>
        <p:spPr>
          <a:xfrm>
            <a:off x="7001917" y="8147001"/>
            <a:ext cx="3112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2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2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(2)</a:t>
            </a:r>
          </a:p>
        </p:txBody>
      </p:sp>
      <p:sp>
        <p:nvSpPr>
          <p:cNvPr id="178" name="!!source-8-dom-5-7-3-1-1-0-1-0-1-2-text-0">
            <a:extLst>
              <a:ext uri="{FF2B5EF4-FFF2-40B4-BE49-F238E27FC236}">
                <a16:creationId xmlns:a16="http://schemas.microsoft.com/office/drawing/2014/main" id="{0EDC9E2B-5414-4C40-96C3-3D83CA0F786B}"/>
              </a:ext>
            </a:extLst>
          </p:cNvPr>
          <p:cNvSpPr>
            <a:spLocks noGrp="1"/>
          </p:cNvSpPr>
          <p:nvPr/>
        </p:nvSpPr>
        <p:spPr>
          <a:xfrm>
            <a:off x="7265492" y="8118425"/>
            <a:ext cx="86513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 9.5 kg</a:t>
            </a:r>
          </a:p>
        </p:txBody>
      </p:sp>
      <p:sp>
        <p:nvSpPr>
          <p:cNvPr id="179" name="!!source-8-dom-5-7-3-1-1-0-1-1-border-Left">
            <a:extLst>
              <a:ext uri="{FF2B5EF4-FFF2-40B4-BE49-F238E27FC236}">
                <a16:creationId xmlns:a16="http://schemas.microsoft.com/office/drawing/2014/main" id="{88B6B847-4C19-45A9-8506-FC420E3AAC8C}"/>
              </a:ext>
            </a:extLst>
          </p:cNvPr>
          <p:cNvSpPr>
            <a:spLocks noGrp="1"/>
          </p:cNvSpPr>
          <p:nvPr/>
        </p:nvSpPr>
        <p:spPr>
          <a:xfrm>
            <a:off x="8644979" y="7470726"/>
            <a:ext cx="953" cy="1333500"/>
          </a:xfrm>
          <a:prstGeom prst="line">
            <a:avLst/>
          </a:prstGeom>
          <a:noFill/>
          <a:ln w="47625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80" name="!!source-8-dom-5-7-3-1-1-0-1-1-0-0-text-0">
            <a:extLst>
              <a:ext uri="{FF2B5EF4-FFF2-40B4-BE49-F238E27FC236}">
                <a16:creationId xmlns:a16="http://schemas.microsoft.com/office/drawing/2014/main" id="{CFA2F854-464C-4DDA-9CCB-5C7D436F49E7}"/>
              </a:ext>
            </a:extLst>
          </p:cNvPr>
          <p:cNvSpPr>
            <a:spLocks noGrp="1"/>
          </p:cNvSpPr>
          <p:nvPr/>
        </p:nvSpPr>
        <p:spPr>
          <a:xfrm>
            <a:off x="6668988" y="7461201"/>
            <a:ext cx="197122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request 16 kg ▸</a:t>
            </a:r>
          </a:p>
        </p:txBody>
      </p:sp>
      <p:sp>
        <p:nvSpPr>
          <p:cNvPr id="181" name="!!source-8-dom-5-7-3-1-1-0-2-0-text-0">
            <a:extLst>
              <a:ext uri="{FF2B5EF4-FFF2-40B4-BE49-F238E27FC236}">
                <a16:creationId xmlns:a16="http://schemas.microsoft.com/office/drawing/2014/main" id="{4512B0F1-AB56-4B67-8A2B-D5B9D4C629EB}"/>
              </a:ext>
            </a:extLst>
          </p:cNvPr>
          <p:cNvSpPr>
            <a:spLocks noGrp="1"/>
          </p:cNvSpPr>
          <p:nvPr/>
        </p:nvSpPr>
        <p:spPr>
          <a:xfrm>
            <a:off x="2238375" y="8864501"/>
            <a:ext cx="33069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</a:t>
            </a:r>
          </a:p>
        </p:txBody>
      </p:sp>
      <p:sp>
        <p:nvSpPr>
          <p:cNvPr id="182" name="!!source-8-dom-5-7-3-1-1-0-2-1-0-text-0">
            <a:extLst>
              <a:ext uri="{FF2B5EF4-FFF2-40B4-BE49-F238E27FC236}">
                <a16:creationId xmlns:a16="http://schemas.microsoft.com/office/drawing/2014/main" id="{7A861551-259B-408C-A31E-9A4E5FFDB8EE}"/>
              </a:ext>
            </a:extLst>
          </p:cNvPr>
          <p:cNvSpPr>
            <a:spLocks noGrp="1"/>
          </p:cNvSpPr>
          <p:nvPr/>
        </p:nvSpPr>
        <p:spPr>
          <a:xfrm>
            <a:off x="2521446" y="8804225"/>
            <a:ext cx="2970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750" b="0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</a:t>
            </a:r>
          </a:p>
        </p:txBody>
      </p:sp>
      <p:sp>
        <p:nvSpPr>
          <p:cNvPr id="183" name="!!source-8-dom-5-7-3-1-1-0-2-2-text-0">
            <a:extLst>
              <a:ext uri="{FF2B5EF4-FFF2-40B4-BE49-F238E27FC236}">
                <a16:creationId xmlns:a16="http://schemas.microsoft.com/office/drawing/2014/main" id="{458B293B-9E6B-4682-B9A1-3E216E209BFE}"/>
              </a:ext>
            </a:extLst>
          </p:cNvPr>
          <p:cNvSpPr>
            <a:spLocks noGrp="1"/>
          </p:cNvSpPr>
          <p:nvPr/>
        </p:nvSpPr>
        <p:spPr>
          <a:xfrm>
            <a:off x="2770882" y="8864501"/>
            <a:ext cx="81498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= Δm</a:t>
            </a:r>
          </a:p>
        </p:txBody>
      </p:sp>
      <p:sp>
        <p:nvSpPr>
          <p:cNvPr id="184" name="!!source-8-dom-5-7-3-1-1-0-2-3-0-text-0">
            <a:extLst>
              <a:ext uri="{FF2B5EF4-FFF2-40B4-BE49-F238E27FC236}">
                <a16:creationId xmlns:a16="http://schemas.microsoft.com/office/drawing/2014/main" id="{DD5681D4-013C-4403-8A5C-5782183B3D32}"/>
              </a:ext>
            </a:extLst>
          </p:cNvPr>
          <p:cNvSpPr>
            <a:spLocks noGrp="1"/>
          </p:cNvSpPr>
          <p:nvPr/>
        </p:nvSpPr>
        <p:spPr>
          <a:xfrm>
            <a:off x="3538240" y="8804225"/>
            <a:ext cx="27637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750" b="0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(1)</a:t>
            </a:r>
          </a:p>
        </p:txBody>
      </p:sp>
      <p:sp>
        <p:nvSpPr>
          <p:cNvPr id="185" name="!!source-8-dom-5-7-3-1-1-0-2-4-text-0">
            <a:extLst>
              <a:ext uri="{FF2B5EF4-FFF2-40B4-BE49-F238E27FC236}">
                <a16:creationId xmlns:a16="http://schemas.microsoft.com/office/drawing/2014/main" id="{D3EC49EF-6704-430B-B57E-A56D8307FD07}"/>
              </a:ext>
            </a:extLst>
          </p:cNvPr>
          <p:cNvSpPr>
            <a:spLocks noGrp="1"/>
          </p:cNvSpPr>
          <p:nvPr/>
        </p:nvSpPr>
        <p:spPr>
          <a:xfrm>
            <a:off x="3766989" y="8864501"/>
            <a:ext cx="81498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+ Δm</a:t>
            </a:r>
          </a:p>
        </p:txBody>
      </p:sp>
      <p:sp>
        <p:nvSpPr>
          <p:cNvPr id="186" name="!!source-8-dom-5-7-3-1-1-0-2-5-0-text-0">
            <a:extLst>
              <a:ext uri="{FF2B5EF4-FFF2-40B4-BE49-F238E27FC236}">
                <a16:creationId xmlns:a16="http://schemas.microsoft.com/office/drawing/2014/main" id="{628337E0-3784-4E20-92CE-2A7696DA7660}"/>
              </a:ext>
            </a:extLst>
          </p:cNvPr>
          <p:cNvSpPr>
            <a:spLocks noGrp="1"/>
          </p:cNvSpPr>
          <p:nvPr/>
        </p:nvSpPr>
        <p:spPr>
          <a:xfrm>
            <a:off x="4534347" y="8804225"/>
            <a:ext cx="32012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5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750" b="0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(2)</a:t>
            </a:r>
          </a:p>
        </p:txBody>
      </p:sp>
      <p:sp>
        <p:nvSpPr>
          <p:cNvPr id="187" name="!!source-8-dom-5-7-3-1-1-0-2-6-text-0">
            <a:extLst>
              <a:ext uri="{FF2B5EF4-FFF2-40B4-BE49-F238E27FC236}">
                <a16:creationId xmlns:a16="http://schemas.microsoft.com/office/drawing/2014/main" id="{C6106CB8-2DB2-499B-89E2-930024395C47}"/>
              </a:ext>
            </a:extLst>
          </p:cNvPr>
          <p:cNvSpPr>
            <a:spLocks noGrp="1"/>
          </p:cNvSpPr>
          <p:nvPr/>
        </p:nvSpPr>
        <p:spPr>
          <a:xfrm>
            <a:off x="4806851" y="8864501"/>
            <a:ext cx="34081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= </a:t>
            </a:r>
          </a:p>
        </p:txBody>
      </p:sp>
      <p:sp>
        <p:nvSpPr>
          <p:cNvPr id="188" name="!!source-8-dom-5-7-3-1-1-0-2-7-0-text-0">
            <a:extLst>
              <a:ext uri="{FF2B5EF4-FFF2-40B4-BE49-F238E27FC236}">
                <a16:creationId xmlns:a16="http://schemas.microsoft.com/office/drawing/2014/main" id="{40F9056D-518B-4B7F-8486-1B8CD9A8FBDC}"/>
              </a:ext>
            </a:extLst>
          </p:cNvPr>
          <p:cNvSpPr>
            <a:spLocks noGrp="1"/>
          </p:cNvSpPr>
          <p:nvPr/>
        </p:nvSpPr>
        <p:spPr>
          <a:xfrm>
            <a:off x="5100043" y="8864501"/>
            <a:ext cx="96381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17.5 kg</a:t>
            </a:r>
          </a:p>
        </p:txBody>
      </p:sp>
      <p:sp>
        <p:nvSpPr>
          <p:cNvPr id="189" name="!!source-8-dom-5-7-3-1-1-0-2-8-text-0">
            <a:extLst>
              <a:ext uri="{FF2B5EF4-FFF2-40B4-BE49-F238E27FC236}">
                <a16:creationId xmlns:a16="http://schemas.microsoft.com/office/drawing/2014/main" id="{180A21F1-7984-4D3C-A468-42737923EA69}"/>
              </a:ext>
            </a:extLst>
          </p:cNvPr>
          <p:cNvSpPr>
            <a:spLocks noGrp="1"/>
          </p:cNvSpPr>
          <p:nvPr/>
        </p:nvSpPr>
        <p:spPr>
          <a:xfrm>
            <a:off x="6016228" y="8864501"/>
            <a:ext cx="232365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≥ 16 kg → feasible</a:t>
            </a:r>
          </a:p>
        </p:txBody>
      </p:sp>
      <p:sp>
        <p:nvSpPr>
          <p:cNvPr id="190" name="!!source-8-dom-5-7-3-1-1-1-0-0-text-0">
            <a:extLst>
              <a:ext uri="{FF2B5EF4-FFF2-40B4-BE49-F238E27FC236}">
                <a16:creationId xmlns:a16="http://schemas.microsoft.com/office/drawing/2014/main" id="{E59CFEB4-2232-45C8-BC13-09AA6C65887A}"/>
              </a:ext>
            </a:extLst>
          </p:cNvPr>
          <p:cNvSpPr>
            <a:spLocks noGrp="1"/>
          </p:cNvSpPr>
          <p:nvPr/>
        </p:nvSpPr>
        <p:spPr>
          <a:xfrm>
            <a:off x="10788402" y="7119789"/>
            <a:ext cx="271938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INPUTS PER CLIENT</a:t>
            </a:r>
          </a:p>
        </p:txBody>
      </p:sp>
      <p:sp>
        <p:nvSpPr>
          <p:cNvPr id="191" name="!!source-8-dom-5-7-3-1-1-1-1-0-fill">
            <a:extLst>
              <a:ext uri="{FF2B5EF4-FFF2-40B4-BE49-F238E27FC236}">
                <a16:creationId xmlns:a16="http://schemas.microsoft.com/office/drawing/2014/main" id="{1D709AA7-1FEA-4C20-BBEC-DF3A57CA5C7B}"/>
              </a:ext>
            </a:extLst>
          </p:cNvPr>
          <p:cNvSpPr>
            <a:spLocks noGrp="1"/>
          </p:cNvSpPr>
          <p:nvPr/>
        </p:nvSpPr>
        <p:spPr>
          <a:xfrm>
            <a:off x="10788402" y="7529364"/>
            <a:ext cx="3207692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2" name="!!source-8-dom-5-7-3-1-1-1-1-0-outline">
            <a:extLst>
              <a:ext uri="{FF2B5EF4-FFF2-40B4-BE49-F238E27FC236}">
                <a16:creationId xmlns:a16="http://schemas.microsoft.com/office/drawing/2014/main" id="{151F2765-669F-433F-A121-0D6A073DAE5E}"/>
              </a:ext>
            </a:extLst>
          </p:cNvPr>
          <p:cNvSpPr>
            <a:spLocks noGrp="1"/>
          </p:cNvSpPr>
          <p:nvPr/>
        </p:nvSpPr>
        <p:spPr>
          <a:xfrm>
            <a:off x="10802689" y="7543651"/>
            <a:ext cx="3179117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C9B8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3" name="!!source-8-dom-5-7-3-1-1-1-1-0-0-text-0">
            <a:extLst>
              <a:ext uri="{FF2B5EF4-FFF2-40B4-BE49-F238E27FC236}">
                <a16:creationId xmlns:a16="http://schemas.microsoft.com/office/drawing/2014/main" id="{A9744294-712B-4188-B52B-49BE8E05668D}"/>
              </a:ext>
            </a:extLst>
          </p:cNvPr>
          <p:cNvSpPr>
            <a:spLocks noGrp="1"/>
          </p:cNvSpPr>
          <p:nvPr/>
        </p:nvSpPr>
        <p:spPr>
          <a:xfrm>
            <a:off x="11007477" y="7634138"/>
            <a:ext cx="28171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 tank volume</a:t>
            </a:r>
          </a:p>
        </p:txBody>
      </p:sp>
      <p:sp>
        <p:nvSpPr>
          <p:cNvPr id="194" name="!!source-8-dom-5-7-3-1-1-1-1-1-fill">
            <a:extLst>
              <a:ext uri="{FF2B5EF4-FFF2-40B4-BE49-F238E27FC236}">
                <a16:creationId xmlns:a16="http://schemas.microsoft.com/office/drawing/2014/main" id="{1F381EF7-E518-49B2-9171-C78281AF6C82}"/>
              </a:ext>
            </a:extLst>
          </p:cNvPr>
          <p:cNvSpPr>
            <a:spLocks noGrp="1"/>
          </p:cNvSpPr>
          <p:nvPr/>
        </p:nvSpPr>
        <p:spPr>
          <a:xfrm>
            <a:off x="10788402" y="8177064"/>
            <a:ext cx="3734694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5" name="!!source-8-dom-5-7-3-1-1-1-1-1-outline">
            <a:extLst>
              <a:ext uri="{FF2B5EF4-FFF2-40B4-BE49-F238E27FC236}">
                <a16:creationId xmlns:a16="http://schemas.microsoft.com/office/drawing/2014/main" id="{E9DE1B78-8A66-42C0-A236-BBD301E82426}"/>
              </a:ext>
            </a:extLst>
          </p:cNvPr>
          <p:cNvSpPr>
            <a:spLocks noGrp="1"/>
          </p:cNvSpPr>
          <p:nvPr/>
        </p:nvSpPr>
        <p:spPr>
          <a:xfrm>
            <a:off x="10802689" y="8191351"/>
            <a:ext cx="3706119" cy="504825"/>
          </a:xfrm>
          <a:prstGeom prst="roundRect">
            <a:avLst>
              <a:gd name="adj" fmla="val 11321"/>
            </a:avLst>
          </a:prstGeom>
          <a:noFill/>
          <a:ln w="28575">
            <a:solidFill>
              <a:srgbClr val="C9B8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6" name="!!source-8-dom-5-7-3-1-1-1-1-1-0-text-0">
            <a:extLst>
              <a:ext uri="{FF2B5EF4-FFF2-40B4-BE49-F238E27FC236}">
                <a16:creationId xmlns:a16="http://schemas.microsoft.com/office/drawing/2014/main" id="{EBDB0557-3CA3-448A-ABA5-5FF142D2F57A}"/>
              </a:ext>
            </a:extLst>
          </p:cNvPr>
          <p:cNvSpPr>
            <a:spLocks noGrp="1"/>
          </p:cNvSpPr>
          <p:nvPr/>
        </p:nvSpPr>
        <p:spPr>
          <a:xfrm>
            <a:off x="11007477" y="8281839"/>
            <a:ext cx="334416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on board at arrival</a:t>
            </a:r>
          </a:p>
        </p:txBody>
      </p:sp>
      <p:sp>
        <p:nvSpPr>
          <p:cNvPr id="197" name="!!source-8-dom-5-7-3-1-1-1-2-0-text-0">
            <a:extLst>
              <a:ext uri="{FF2B5EF4-FFF2-40B4-BE49-F238E27FC236}">
                <a16:creationId xmlns:a16="http://schemas.microsoft.com/office/drawing/2014/main" id="{6B1AEA10-50E3-4BC9-ABC2-BA1FC2528F66}"/>
              </a:ext>
            </a:extLst>
          </p:cNvPr>
          <p:cNvSpPr>
            <a:spLocks noGrp="1"/>
          </p:cNvSpPr>
          <p:nvPr/>
        </p:nvSpPr>
        <p:spPr>
          <a:xfrm>
            <a:off x="10788402" y="8843814"/>
            <a:ext cx="419308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Previous work · Applied Energy 2025</a:t>
            </a:r>
          </a:p>
        </p:txBody>
      </p:sp>
      <p:pic>
        <p:nvPicPr>
          <p:cNvPr id="404" name="!!source-8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405" name="!!source-8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06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!!source-9-dom-fill">
            <a:extLst>
              <a:ext uri="{FF2B5EF4-FFF2-40B4-BE49-F238E27FC236}">
                <a16:creationId xmlns:a16="http://schemas.microsoft.com/office/drawing/2014/main" id="{BA2D7F06-78E9-4BEF-88C8-CE8A5B3D5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9-dom-1-0-0-0-text-0">
            <a:extLst>
              <a:ext uri="{FF2B5EF4-FFF2-40B4-BE49-F238E27FC236}">
                <a16:creationId xmlns:a16="http://schemas.microsoft.com/office/drawing/2014/main" id="{82BE8978-AD3B-454B-8ACF-FDE8FF30EC3F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9-dom-1-0-1-0-text-0">
            <a:extLst>
              <a:ext uri="{FF2B5EF4-FFF2-40B4-BE49-F238E27FC236}">
                <a16:creationId xmlns:a16="http://schemas.microsoft.com/office/drawing/2014/main" id="{F1EAF680-CA84-41A6-9A86-3B498D042316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9-dom-1-0-2-border-Bottom">
            <a:extLst>
              <a:ext uri="{FF2B5EF4-FFF2-40B4-BE49-F238E27FC236}">
                <a16:creationId xmlns:a16="http://schemas.microsoft.com/office/drawing/2014/main" id="{1A3F0B73-55D6-4289-A954-36F0B0E42759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9-dom-1-0-2-0-text-0">
            <a:extLst>
              <a:ext uri="{FF2B5EF4-FFF2-40B4-BE49-F238E27FC236}">
                <a16:creationId xmlns:a16="http://schemas.microsoft.com/office/drawing/2014/main" id="{B1088D72-A640-4FF0-9749-DE2BCA00917A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9-dom-1-0-3-0-text-0">
            <a:extLst>
              <a:ext uri="{FF2B5EF4-FFF2-40B4-BE49-F238E27FC236}">
                <a16:creationId xmlns:a16="http://schemas.microsoft.com/office/drawing/2014/main" id="{1BFB3FF8-5F5A-4C45-9FE7-7400F1537EAF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9-dom-1-0-4-0-text-0">
            <a:extLst>
              <a:ext uri="{FF2B5EF4-FFF2-40B4-BE49-F238E27FC236}">
                <a16:creationId xmlns:a16="http://schemas.microsoft.com/office/drawing/2014/main" id="{04AF051E-79FC-4381-99B3-951DDEC6C0AE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9-dom-1-0-5-0-text-0">
            <a:extLst>
              <a:ext uri="{FF2B5EF4-FFF2-40B4-BE49-F238E27FC236}">
                <a16:creationId xmlns:a16="http://schemas.microsoft.com/office/drawing/2014/main" id="{5A561978-BE69-406F-9661-8FF8867FE187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9-dom-1-1-0-text-0">
            <a:extLst>
              <a:ext uri="{FF2B5EF4-FFF2-40B4-BE49-F238E27FC236}">
                <a16:creationId xmlns:a16="http://schemas.microsoft.com/office/drawing/2014/main" id="{77ADA9D8-3861-46EE-9AC0-BE2F6BF7E2FE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10 / 17</a:t>
            </a:r>
          </a:p>
        </p:txBody>
      </p:sp>
      <p:sp>
        <p:nvSpPr>
          <p:cNvPr id="10" name="!!source-9-dom-3-1-0-0-text-0">
            <a:extLst>
              <a:ext uri="{FF2B5EF4-FFF2-40B4-BE49-F238E27FC236}">
                <a16:creationId xmlns:a16="http://schemas.microsoft.com/office/drawing/2014/main" id="{92A90B6B-904A-488D-B02B-CBA2941B8D0E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6440686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The availability objective</a:t>
            </a:r>
          </a:p>
        </p:txBody>
      </p:sp>
      <p:sp>
        <p:nvSpPr>
          <p:cNvPr id="11" name="!!source-9-dom-3-1-1-0-0-text-0">
            <a:extLst>
              <a:ext uri="{FF2B5EF4-FFF2-40B4-BE49-F238E27FC236}">
                <a16:creationId xmlns:a16="http://schemas.microsoft.com/office/drawing/2014/main" id="{DFA15F75-6459-43CC-9E0D-E8385C8E5C09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6878241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Built online, from what each pattern can extract</a:t>
            </a:r>
          </a:p>
        </p:txBody>
      </p:sp>
      <p:sp>
        <p:nvSpPr>
          <p:cNvPr id="12" name="!!source-9-dom-5-1-fill">
            <a:extLst>
              <a:ext uri="{FF2B5EF4-FFF2-40B4-BE49-F238E27FC236}">
                <a16:creationId xmlns:a16="http://schemas.microsoft.com/office/drawing/2014/main" id="{C45B921C-A72F-4FCF-B022-31577AC34240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381000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9-dom-5-1-outline">
            <a:extLst>
              <a:ext uri="{FF2B5EF4-FFF2-40B4-BE49-F238E27FC236}">
                <a16:creationId xmlns:a16="http://schemas.microsoft.com/office/drawing/2014/main" id="{B26112DA-06B1-4495-9D1E-F537594B971E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3781425" cy="4789438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9-dom-5-1-1-1-fill">
            <a:extLst>
              <a:ext uri="{FF2B5EF4-FFF2-40B4-BE49-F238E27FC236}">
                <a16:creationId xmlns:a16="http://schemas.microsoft.com/office/drawing/2014/main" id="{F1CB9669-6286-4BB2-AEF1-DEC481B76A6D}"/>
              </a:ext>
            </a:extLst>
          </p:cNvPr>
          <p:cNvSpPr>
            <a:spLocks noGrp="1"/>
          </p:cNvSpPr>
          <p:nvPr/>
        </p:nvSpPr>
        <p:spPr>
          <a:xfrm>
            <a:off x="2647950" y="3347144"/>
            <a:ext cx="609600" cy="6096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9-dom-5-1-1-1-0-text-0">
            <a:extLst>
              <a:ext uri="{FF2B5EF4-FFF2-40B4-BE49-F238E27FC236}">
                <a16:creationId xmlns:a16="http://schemas.microsoft.com/office/drawing/2014/main" id="{E4B9B062-7158-46F2-8EC8-71DDFBE2E2C2}"/>
              </a:ext>
            </a:extLst>
          </p:cNvPr>
          <p:cNvSpPr>
            <a:spLocks noGrp="1"/>
          </p:cNvSpPr>
          <p:nvPr/>
        </p:nvSpPr>
        <p:spPr>
          <a:xfrm>
            <a:off x="2896642" y="3475732"/>
            <a:ext cx="15969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9-dom-5-1-1-3-0-text-0">
            <a:extLst>
              <a:ext uri="{FF2B5EF4-FFF2-40B4-BE49-F238E27FC236}">
                <a16:creationId xmlns:a16="http://schemas.microsoft.com/office/drawing/2014/main" id="{CA24E6D2-1989-46CE-BACF-B3DF7FD0BA34}"/>
              </a:ext>
            </a:extLst>
          </p:cNvPr>
          <p:cNvSpPr>
            <a:spLocks noGrp="1"/>
          </p:cNvSpPr>
          <p:nvPr/>
        </p:nvSpPr>
        <p:spPr>
          <a:xfrm>
            <a:off x="2535882" y="4147245"/>
            <a:ext cx="88136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INPUT</a:t>
            </a:r>
          </a:p>
        </p:txBody>
      </p:sp>
      <p:sp>
        <p:nvSpPr>
          <p:cNvPr id="17" name="!!source-9-dom-5-1-1-5-0-text-0">
            <a:extLst>
              <a:ext uri="{FF2B5EF4-FFF2-40B4-BE49-F238E27FC236}">
                <a16:creationId xmlns:a16="http://schemas.microsoft.com/office/drawing/2014/main" id="{757C9D0E-A767-4151-BD68-6B76F9043C48}"/>
              </a:ext>
            </a:extLst>
          </p:cNvPr>
          <p:cNvSpPr>
            <a:spLocks noGrp="1"/>
          </p:cNvSpPr>
          <p:nvPr/>
        </p:nvSpPr>
        <p:spPr>
          <a:xfrm>
            <a:off x="2067074" y="4613969"/>
            <a:ext cx="181882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Hypothetical</a:t>
            </a:r>
          </a:p>
        </p:txBody>
      </p:sp>
      <p:sp>
        <p:nvSpPr>
          <p:cNvPr id="18" name="!!source-9-dom-5-1-1-5-0-text-1">
            <a:extLst>
              <a:ext uri="{FF2B5EF4-FFF2-40B4-BE49-F238E27FC236}">
                <a16:creationId xmlns:a16="http://schemas.microsoft.com/office/drawing/2014/main" id="{431FF043-142A-4DDA-A412-B327445C498E}"/>
              </a:ext>
            </a:extLst>
          </p:cNvPr>
          <p:cNvSpPr>
            <a:spLocks noGrp="1"/>
          </p:cNvSpPr>
          <p:nvPr/>
        </p:nvSpPr>
        <p:spPr>
          <a:xfrm>
            <a:off x="2568030" y="4947345"/>
            <a:ext cx="81706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client</a:t>
            </a:r>
          </a:p>
        </p:txBody>
      </p:sp>
      <p:sp>
        <p:nvSpPr>
          <p:cNvPr id="19" name="!!source-9-dom-5-1-1-7-0-0-text-0">
            <a:extLst>
              <a:ext uri="{FF2B5EF4-FFF2-40B4-BE49-F238E27FC236}">
                <a16:creationId xmlns:a16="http://schemas.microsoft.com/office/drawing/2014/main" id="{C30C11CC-10B1-4204-916C-4B7FB565ED22}"/>
              </a:ext>
            </a:extLst>
          </p:cNvPr>
          <p:cNvSpPr>
            <a:spLocks noGrp="1"/>
          </p:cNvSpPr>
          <p:nvPr/>
        </p:nvSpPr>
        <p:spPr>
          <a:xfrm>
            <a:off x="2097732" y="5471219"/>
            <a:ext cx="17576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mass on arrival</a:t>
            </a:r>
          </a:p>
        </p:txBody>
      </p:sp>
      <p:sp>
        <p:nvSpPr>
          <p:cNvPr id="20" name="!!source-9-dom-5-1-1-7-1-0-text-0">
            <a:extLst>
              <a:ext uri="{FF2B5EF4-FFF2-40B4-BE49-F238E27FC236}">
                <a16:creationId xmlns:a16="http://schemas.microsoft.com/office/drawing/2014/main" id="{F2D922DD-4224-4943-8C70-233AC78C968B}"/>
              </a:ext>
            </a:extLst>
          </p:cNvPr>
          <p:cNvSpPr>
            <a:spLocks noGrp="1"/>
          </p:cNvSpPr>
          <p:nvPr/>
        </p:nvSpPr>
        <p:spPr>
          <a:xfrm>
            <a:off x="2399258" y="5833169"/>
            <a:ext cx="115460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hydrogen</a:t>
            </a:r>
          </a:p>
        </p:txBody>
      </p:sp>
      <p:sp>
        <p:nvSpPr>
          <p:cNvPr id="21" name="!!source-9-dom-5-1-1-7-1-0-text-1">
            <a:extLst>
              <a:ext uri="{FF2B5EF4-FFF2-40B4-BE49-F238E27FC236}">
                <a16:creationId xmlns:a16="http://schemas.microsoft.com/office/drawing/2014/main" id="{82BBD0E5-EB5A-4C73-9757-32D6F59880B5}"/>
              </a:ext>
            </a:extLst>
          </p:cNvPr>
          <p:cNvSpPr>
            <a:spLocks noGrp="1"/>
          </p:cNvSpPr>
          <p:nvPr/>
        </p:nvSpPr>
        <p:spPr>
          <a:xfrm>
            <a:off x="2462659" y="6118919"/>
            <a:ext cx="102765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demand</a:t>
            </a:r>
          </a:p>
        </p:txBody>
      </p:sp>
      <p:sp>
        <p:nvSpPr>
          <p:cNvPr id="22" name="!!source-9-dom-5-1-3-1-0-fill">
            <a:extLst>
              <a:ext uri="{FF2B5EF4-FFF2-40B4-BE49-F238E27FC236}">
                <a16:creationId xmlns:a16="http://schemas.microsoft.com/office/drawing/2014/main" id="{A6D61751-8C1C-4C49-819A-FDA063E984D9}"/>
              </a:ext>
            </a:extLst>
          </p:cNvPr>
          <p:cNvSpPr>
            <a:spLocks noGrp="1"/>
          </p:cNvSpPr>
          <p:nvPr/>
        </p:nvSpPr>
        <p:spPr>
          <a:xfrm>
            <a:off x="1381125" y="28003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" name="!!source-9-dom-5-1-3-1-0-0-text-0">
            <a:extLst>
              <a:ext uri="{FF2B5EF4-FFF2-40B4-BE49-F238E27FC236}">
                <a16:creationId xmlns:a16="http://schemas.microsoft.com/office/drawing/2014/main" id="{35375EBE-9475-454E-85D6-69B5185F58A7}"/>
              </a:ext>
            </a:extLst>
          </p:cNvPr>
          <p:cNvSpPr>
            <a:spLocks noGrp="1"/>
          </p:cNvSpPr>
          <p:nvPr/>
        </p:nvSpPr>
        <p:spPr>
          <a:xfrm>
            <a:off x="1576388" y="288607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4" name="!!source-9-dom-5-1-3-1-1-0-0-text-0">
            <a:extLst>
              <a:ext uri="{FF2B5EF4-FFF2-40B4-BE49-F238E27FC236}">
                <a16:creationId xmlns:a16="http://schemas.microsoft.com/office/drawing/2014/main" id="{A93DE2C7-D7D9-4B2A-A8A3-79F3770625C9}"/>
              </a:ext>
            </a:extLst>
          </p:cNvPr>
          <p:cNvSpPr>
            <a:spLocks noGrp="1"/>
          </p:cNvSpPr>
          <p:nvPr/>
        </p:nvSpPr>
        <p:spPr>
          <a:xfrm>
            <a:off x="2047875" y="2724150"/>
            <a:ext cx="330577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hypothetical client</a:t>
            </a:r>
          </a:p>
        </p:txBody>
      </p:sp>
      <p:sp>
        <p:nvSpPr>
          <p:cNvPr id="25" name="!!source-9-dom-5-1-3-1-1-1-0-text-0">
            <a:extLst>
              <a:ext uri="{FF2B5EF4-FFF2-40B4-BE49-F238E27FC236}">
                <a16:creationId xmlns:a16="http://schemas.microsoft.com/office/drawing/2014/main" id="{D50386E0-604E-4C33-8BF5-EFAE038C6FCD}"/>
              </a:ext>
            </a:extLst>
          </p:cNvPr>
          <p:cNvSpPr>
            <a:spLocks noGrp="1"/>
          </p:cNvSpPr>
          <p:nvPr/>
        </p:nvSpPr>
        <p:spPr>
          <a:xfrm>
            <a:off x="2047875" y="3095625"/>
            <a:ext cx="446201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the one the station must stay ready for</a:t>
            </a:r>
          </a:p>
        </p:txBody>
      </p:sp>
      <p:sp>
        <p:nvSpPr>
          <p:cNvPr id="26" name="!!source-9-dom-5-1-3-3-1-0-0-text-0">
            <a:extLst>
              <a:ext uri="{FF2B5EF4-FFF2-40B4-BE49-F238E27FC236}">
                <a16:creationId xmlns:a16="http://schemas.microsoft.com/office/drawing/2014/main" id="{AE9A218F-43B5-4926-81C6-049ABE24E0FA}"/>
              </a:ext>
            </a:extLst>
          </p:cNvPr>
          <p:cNvSpPr>
            <a:spLocks noGrp="1"/>
          </p:cNvSpPr>
          <p:nvPr/>
        </p:nvSpPr>
        <p:spPr>
          <a:xfrm>
            <a:off x="1381125" y="3896320"/>
            <a:ext cx="196676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on arrival</a:t>
            </a:r>
          </a:p>
        </p:txBody>
      </p:sp>
      <p:sp>
        <p:nvSpPr>
          <p:cNvPr id="27" name="!!source-9-dom-5-1-3-3-1-1-fill">
            <a:extLst>
              <a:ext uri="{FF2B5EF4-FFF2-40B4-BE49-F238E27FC236}">
                <a16:creationId xmlns:a16="http://schemas.microsoft.com/office/drawing/2014/main" id="{34399D9B-314F-4635-9724-865CCFAD1F11}"/>
              </a:ext>
            </a:extLst>
          </p:cNvPr>
          <p:cNvSpPr>
            <a:spLocks noGrp="1"/>
          </p:cNvSpPr>
          <p:nvPr/>
        </p:nvSpPr>
        <p:spPr>
          <a:xfrm>
            <a:off x="1788170" y="4277320"/>
            <a:ext cx="1104900" cy="1485900"/>
          </a:xfrm>
          <a:prstGeom prst="roundRect">
            <a:avLst>
              <a:gd name="adj" fmla="val 12069"/>
            </a:avLst>
          </a:prstGeom>
          <a:solidFill>
            <a:srgbClr val="FFF5F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9-dom-5-1-3-3-1-1-outline">
            <a:extLst>
              <a:ext uri="{FF2B5EF4-FFF2-40B4-BE49-F238E27FC236}">
                <a16:creationId xmlns:a16="http://schemas.microsoft.com/office/drawing/2014/main" id="{D647A0BE-34E5-4390-AD1B-809547AC5AEA}"/>
              </a:ext>
            </a:extLst>
          </p:cNvPr>
          <p:cNvSpPr>
            <a:spLocks noGrp="1"/>
          </p:cNvSpPr>
          <p:nvPr/>
        </p:nvSpPr>
        <p:spPr>
          <a:xfrm>
            <a:off x="1802457" y="4291608"/>
            <a:ext cx="1076325" cy="1457325"/>
          </a:xfrm>
          <a:prstGeom prst="roundRect">
            <a:avLst>
              <a:gd name="adj" fmla="val 12389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9-dom-5-1-3-3-1-1-0-fill">
            <a:extLst>
              <a:ext uri="{FF2B5EF4-FFF2-40B4-BE49-F238E27FC236}">
                <a16:creationId xmlns:a16="http://schemas.microsoft.com/office/drawing/2014/main" id="{DA6B7B68-8AFD-4003-9A03-92621549DBDA}"/>
              </a:ext>
            </a:extLst>
          </p:cNvPr>
          <p:cNvSpPr>
            <a:spLocks noGrp="1"/>
          </p:cNvSpPr>
          <p:nvPr/>
        </p:nvSpPr>
        <p:spPr>
          <a:xfrm>
            <a:off x="1816745" y="5420320"/>
            <a:ext cx="1047750" cy="314325"/>
          </a:xfrm>
          <a:custGeom>
            <a:avLst/>
            <a:gdLst/>
            <a:ahLst/>
            <a:cxnLst/>
            <a:rect l="0" t="0" r="0" b="0"/>
            <a:pathLst>
              <a:path w="1047750" h="314325">
                <a:moveTo>
                  <a:pt x="0" y="0"/>
                </a:moveTo>
                <a:lnTo>
                  <a:pt x="1047750" y="0"/>
                </a:lnTo>
                <a:lnTo>
                  <a:pt x="1047750" y="209550"/>
                </a:lnTo>
                <a:lnTo>
                  <a:pt x="1045737" y="229990"/>
                </a:lnTo>
                <a:lnTo>
                  <a:pt x="1039775" y="249646"/>
                </a:lnTo>
                <a:lnTo>
                  <a:pt x="1030092" y="267760"/>
                </a:lnTo>
                <a:lnTo>
                  <a:pt x="1017062" y="283637"/>
                </a:lnTo>
                <a:lnTo>
                  <a:pt x="1001185" y="296667"/>
                </a:lnTo>
                <a:lnTo>
                  <a:pt x="983071" y="306349"/>
                </a:lnTo>
                <a:lnTo>
                  <a:pt x="963416" y="312312"/>
                </a:lnTo>
                <a:lnTo>
                  <a:pt x="942975" y="314325"/>
                </a:lnTo>
                <a:lnTo>
                  <a:pt x="104775" y="314325"/>
                </a:lnTo>
                <a:lnTo>
                  <a:pt x="84334" y="312312"/>
                </a:lnTo>
                <a:lnTo>
                  <a:pt x="64679" y="306349"/>
                </a:lnTo>
                <a:lnTo>
                  <a:pt x="46565" y="296667"/>
                </a:lnTo>
                <a:lnTo>
                  <a:pt x="30688" y="283637"/>
                </a:lnTo>
                <a:lnTo>
                  <a:pt x="17658" y="267760"/>
                </a:lnTo>
                <a:lnTo>
                  <a:pt x="7976" y="249646"/>
                </a:lnTo>
                <a:lnTo>
                  <a:pt x="2013" y="229990"/>
                </a:lnTo>
                <a:lnTo>
                  <a:pt x="0" y="20955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9-dom-5-1-3-3-1-2-0-text-0">
            <a:extLst>
              <a:ext uri="{FF2B5EF4-FFF2-40B4-BE49-F238E27FC236}">
                <a16:creationId xmlns:a16="http://schemas.microsoft.com/office/drawing/2014/main" id="{DA9708FE-9CD2-4C87-81E1-1F7137B53327}"/>
              </a:ext>
            </a:extLst>
          </p:cNvPr>
          <p:cNvSpPr>
            <a:spLocks noGrp="1"/>
          </p:cNvSpPr>
          <p:nvPr/>
        </p:nvSpPr>
        <p:spPr>
          <a:xfrm>
            <a:off x="1889224" y="5839420"/>
            <a:ext cx="95056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31" name="!!source-9-dom-5-1-3-3-3-0-fill">
            <a:extLst>
              <a:ext uri="{FF2B5EF4-FFF2-40B4-BE49-F238E27FC236}">
                <a16:creationId xmlns:a16="http://schemas.microsoft.com/office/drawing/2014/main" id="{2BF6AB8F-FC14-4C19-ACB0-A3D6C51792C5}"/>
              </a:ext>
            </a:extLst>
          </p:cNvPr>
          <p:cNvSpPr>
            <a:spLocks noGrp="1"/>
          </p:cNvSpPr>
          <p:nvPr/>
        </p:nvSpPr>
        <p:spPr>
          <a:xfrm>
            <a:off x="3643164" y="5001220"/>
            <a:ext cx="514350" cy="38099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9-dom-5-1-3-3-3-1-border-Top">
            <a:extLst>
              <a:ext uri="{FF2B5EF4-FFF2-40B4-BE49-F238E27FC236}">
                <a16:creationId xmlns:a16="http://schemas.microsoft.com/office/drawing/2014/main" id="{59EEE096-3E6C-4714-A066-6317A4C6AA07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9-dom-5-1-3-3-3-1-border-Bottom">
            <a:extLst>
              <a:ext uri="{FF2B5EF4-FFF2-40B4-BE49-F238E27FC236}">
                <a16:creationId xmlns:a16="http://schemas.microsoft.com/office/drawing/2014/main" id="{9515599B-DAC9-45F8-9FC1-BD2BC924429A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9-dom-5-1-3-3-3-1-border-Left">
            <a:extLst>
              <a:ext uri="{FF2B5EF4-FFF2-40B4-BE49-F238E27FC236}">
                <a16:creationId xmlns:a16="http://schemas.microsoft.com/office/drawing/2014/main" id="{2F1F926C-8031-40F6-A819-7B470A5B17FD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9-dom-5-1-3-3-5-fill">
            <a:extLst>
              <a:ext uri="{FF2B5EF4-FFF2-40B4-BE49-F238E27FC236}">
                <a16:creationId xmlns:a16="http://schemas.microsoft.com/office/drawing/2014/main" id="{0DD6C824-A199-465B-9EB6-80B563300810}"/>
              </a:ext>
            </a:extLst>
          </p:cNvPr>
          <p:cNvSpPr>
            <a:spLocks noGrp="1"/>
          </p:cNvSpPr>
          <p:nvPr/>
        </p:nvSpPr>
        <p:spPr>
          <a:xfrm>
            <a:off x="4652814" y="4734520"/>
            <a:ext cx="1842344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9-dom-5-1-3-3-5-outline">
            <a:extLst>
              <a:ext uri="{FF2B5EF4-FFF2-40B4-BE49-F238E27FC236}">
                <a16:creationId xmlns:a16="http://schemas.microsoft.com/office/drawing/2014/main" id="{3F9A58F2-DDA2-48CE-B3E8-F2A6823F0192}"/>
              </a:ext>
            </a:extLst>
          </p:cNvPr>
          <p:cNvSpPr>
            <a:spLocks noGrp="1"/>
          </p:cNvSpPr>
          <p:nvPr/>
        </p:nvSpPr>
        <p:spPr>
          <a:xfrm>
            <a:off x="4667101" y="4748808"/>
            <a:ext cx="1813769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9-dom-5-1-3-3-5-0-text-0">
            <a:extLst>
              <a:ext uri="{FF2B5EF4-FFF2-40B4-BE49-F238E27FC236}">
                <a16:creationId xmlns:a16="http://schemas.microsoft.com/office/drawing/2014/main" id="{40CD7E0C-FA6D-4DD5-A190-CA9D397232C5}"/>
              </a:ext>
            </a:extLst>
          </p:cNvPr>
          <p:cNvSpPr>
            <a:spLocks noGrp="1"/>
          </p:cNvSpPr>
          <p:nvPr/>
        </p:nvSpPr>
        <p:spPr>
          <a:xfrm>
            <a:off x="4890939" y="4858345"/>
            <a:ext cx="141371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asks 16 kg</a:t>
            </a:r>
          </a:p>
        </p:txBody>
      </p:sp>
      <p:sp>
        <p:nvSpPr>
          <p:cNvPr id="38" name="!!source-9-dom-5-1-3-3-7-1-0-text-0">
            <a:extLst>
              <a:ext uri="{FF2B5EF4-FFF2-40B4-BE49-F238E27FC236}">
                <a16:creationId xmlns:a16="http://schemas.microsoft.com/office/drawing/2014/main" id="{54230838-220E-42A3-B858-65165623000C}"/>
              </a:ext>
            </a:extLst>
          </p:cNvPr>
          <p:cNvSpPr>
            <a:spLocks noGrp="1"/>
          </p:cNvSpPr>
          <p:nvPr/>
        </p:nvSpPr>
        <p:spPr>
          <a:xfrm>
            <a:off x="6838057" y="4042172"/>
            <a:ext cx="298177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ALONG THE HORIZON</a:t>
            </a:r>
          </a:p>
        </p:txBody>
      </p:sp>
      <p:sp>
        <p:nvSpPr>
          <p:cNvPr id="39" name="!!source-9-dom-5-1-3-3-7-3-0-fill">
            <a:extLst>
              <a:ext uri="{FF2B5EF4-FFF2-40B4-BE49-F238E27FC236}">
                <a16:creationId xmlns:a16="http://schemas.microsoft.com/office/drawing/2014/main" id="{65496CB8-3DF5-441C-B9E9-F58085BE5817}"/>
              </a:ext>
            </a:extLst>
          </p:cNvPr>
          <p:cNvSpPr>
            <a:spLocks noGrp="1"/>
          </p:cNvSpPr>
          <p:nvPr/>
        </p:nvSpPr>
        <p:spPr>
          <a:xfrm>
            <a:off x="6838057" y="4861322"/>
            <a:ext cx="381000" cy="428625"/>
          </a:xfrm>
          <a:prstGeom prst="rect">
            <a:avLst/>
          </a:prstGeom>
          <a:solidFill>
            <a:srgbClr val="E6D9D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9-dom-5-1-3-3-7-3-1-fill">
            <a:extLst>
              <a:ext uri="{FF2B5EF4-FFF2-40B4-BE49-F238E27FC236}">
                <a16:creationId xmlns:a16="http://schemas.microsoft.com/office/drawing/2014/main" id="{5B3DA730-E927-4333-B912-0FF9C7524430}"/>
              </a:ext>
            </a:extLst>
          </p:cNvPr>
          <p:cNvSpPr>
            <a:spLocks noGrp="1"/>
          </p:cNvSpPr>
          <p:nvPr/>
        </p:nvSpPr>
        <p:spPr>
          <a:xfrm>
            <a:off x="7295257" y="4561285"/>
            <a:ext cx="381000" cy="728662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9-dom-5-1-3-3-7-3-2-fill">
            <a:extLst>
              <a:ext uri="{FF2B5EF4-FFF2-40B4-BE49-F238E27FC236}">
                <a16:creationId xmlns:a16="http://schemas.microsoft.com/office/drawing/2014/main" id="{9A448BEC-CC2A-403C-8133-D36090AC4AC3}"/>
              </a:ext>
            </a:extLst>
          </p:cNvPr>
          <p:cNvSpPr>
            <a:spLocks noGrp="1"/>
          </p:cNvSpPr>
          <p:nvPr/>
        </p:nvSpPr>
        <p:spPr>
          <a:xfrm>
            <a:off x="7752457" y="4561285"/>
            <a:ext cx="381000" cy="728662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9-dom-5-1-3-3-7-3-3-fill">
            <a:extLst>
              <a:ext uri="{FF2B5EF4-FFF2-40B4-BE49-F238E27FC236}">
                <a16:creationId xmlns:a16="http://schemas.microsoft.com/office/drawing/2014/main" id="{8956624C-0147-4082-9796-E079FB724863}"/>
              </a:ext>
            </a:extLst>
          </p:cNvPr>
          <p:cNvSpPr>
            <a:spLocks noGrp="1"/>
          </p:cNvSpPr>
          <p:nvPr/>
        </p:nvSpPr>
        <p:spPr>
          <a:xfrm>
            <a:off x="8209657" y="4775597"/>
            <a:ext cx="381000" cy="514350"/>
          </a:xfrm>
          <a:prstGeom prst="rect">
            <a:avLst/>
          </a:prstGeom>
          <a:solidFill>
            <a:srgbClr val="E6D9D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3" name="!!source-9-dom-5-1-3-3-7-5-0-text-0">
            <a:extLst>
              <a:ext uri="{FF2B5EF4-FFF2-40B4-BE49-F238E27FC236}">
                <a16:creationId xmlns:a16="http://schemas.microsoft.com/office/drawing/2014/main" id="{746CCA2D-F705-4CA6-8B64-375046AB8C76}"/>
              </a:ext>
            </a:extLst>
          </p:cNvPr>
          <p:cNvSpPr>
            <a:spLocks noGrp="1"/>
          </p:cNvSpPr>
          <p:nvPr/>
        </p:nvSpPr>
        <p:spPr>
          <a:xfrm>
            <a:off x="6838057" y="5413772"/>
            <a:ext cx="348540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both are parameters: they can</a:t>
            </a:r>
          </a:p>
        </p:txBody>
      </p:sp>
      <p:sp>
        <p:nvSpPr>
          <p:cNvPr id="44" name="!!source-9-dom-5-1-3-3-7-5-0-text-1">
            <a:extLst>
              <a:ext uri="{FF2B5EF4-FFF2-40B4-BE49-F238E27FC236}">
                <a16:creationId xmlns:a16="http://schemas.microsoft.com/office/drawing/2014/main" id="{C648DBA7-E203-4C74-8147-5970429D65CE}"/>
              </a:ext>
            </a:extLst>
          </p:cNvPr>
          <p:cNvSpPr>
            <a:spLocks noGrp="1"/>
          </p:cNvSpPr>
          <p:nvPr/>
        </p:nvSpPr>
        <p:spPr>
          <a:xfrm>
            <a:off x="6838057" y="5710833"/>
            <a:ext cx="327094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change with the time of day</a:t>
            </a:r>
          </a:p>
        </p:txBody>
      </p:sp>
      <p:sp>
        <p:nvSpPr>
          <p:cNvPr id="45" name="!!source-9-dom-5-1-3-5-0-text-0">
            <a:extLst>
              <a:ext uri="{FF2B5EF4-FFF2-40B4-BE49-F238E27FC236}">
                <a16:creationId xmlns:a16="http://schemas.microsoft.com/office/drawing/2014/main" id="{23BB3075-99BF-4596-B0C2-D03CB96EB085}"/>
              </a:ext>
            </a:extLst>
          </p:cNvPr>
          <p:cNvSpPr>
            <a:spLocks noGrp="1"/>
          </p:cNvSpPr>
          <p:nvPr/>
        </p:nvSpPr>
        <p:spPr>
          <a:xfrm>
            <a:off x="1381125" y="6687889"/>
            <a:ext cx="894844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Not a booked client. The objective is written for whoever might arrive.</a:t>
            </a:r>
          </a:p>
        </p:txBody>
      </p:sp>
      <p:sp>
        <p:nvSpPr>
          <p:cNvPr id="46" name="!!source-9-dom-5-5-fill">
            <a:extLst>
              <a:ext uri="{FF2B5EF4-FFF2-40B4-BE49-F238E27FC236}">
                <a16:creationId xmlns:a16="http://schemas.microsoft.com/office/drawing/2014/main" id="{DB4DA663-4B3B-4A93-B28E-620FC7C1B530}"/>
              </a:ext>
            </a:extLst>
          </p:cNvPr>
          <p:cNvSpPr>
            <a:spLocks noGrp="1"/>
          </p:cNvSpPr>
          <p:nvPr/>
        </p:nvSpPr>
        <p:spPr>
          <a:xfrm>
            <a:off x="5143500" y="2466975"/>
            <a:ext cx="3809999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9-dom-5-5-outline">
            <a:extLst>
              <a:ext uri="{FF2B5EF4-FFF2-40B4-BE49-F238E27FC236}">
                <a16:creationId xmlns:a16="http://schemas.microsoft.com/office/drawing/2014/main" id="{9A542B01-ACA9-4686-8D47-E9D224CA4AFE}"/>
              </a:ext>
            </a:extLst>
          </p:cNvPr>
          <p:cNvSpPr>
            <a:spLocks noGrp="1"/>
          </p:cNvSpPr>
          <p:nvPr/>
        </p:nvSpPr>
        <p:spPr>
          <a:xfrm>
            <a:off x="5157788" y="2481263"/>
            <a:ext cx="3781424" cy="4789438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!!source-9-dom-5-5-1-1-fill">
            <a:extLst>
              <a:ext uri="{FF2B5EF4-FFF2-40B4-BE49-F238E27FC236}">
                <a16:creationId xmlns:a16="http://schemas.microsoft.com/office/drawing/2014/main" id="{A138D06E-F82E-4349-BC1B-8CE788BDD341}"/>
              </a:ext>
            </a:extLst>
          </p:cNvPr>
          <p:cNvSpPr>
            <a:spLocks noGrp="1"/>
          </p:cNvSpPr>
          <p:nvPr/>
        </p:nvSpPr>
        <p:spPr>
          <a:xfrm>
            <a:off x="6743700" y="3180457"/>
            <a:ext cx="609600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9-dom-5-5-1-1-0-text-0">
            <a:extLst>
              <a:ext uri="{FF2B5EF4-FFF2-40B4-BE49-F238E27FC236}">
                <a16:creationId xmlns:a16="http://schemas.microsoft.com/office/drawing/2014/main" id="{8335BB6E-85C0-4118-B575-A086D8C9200A}"/>
              </a:ext>
            </a:extLst>
          </p:cNvPr>
          <p:cNvSpPr>
            <a:spLocks noGrp="1"/>
          </p:cNvSpPr>
          <p:nvPr/>
        </p:nvSpPr>
        <p:spPr>
          <a:xfrm>
            <a:off x="6964115" y="3309045"/>
            <a:ext cx="2162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0" name="!!source-9-dom-5-5-1-3-0-text-0">
            <a:extLst>
              <a:ext uri="{FF2B5EF4-FFF2-40B4-BE49-F238E27FC236}">
                <a16:creationId xmlns:a16="http://schemas.microsoft.com/office/drawing/2014/main" id="{CE8CE268-87EC-471A-B31E-816704C05635}"/>
              </a:ext>
            </a:extLst>
          </p:cNvPr>
          <p:cNvSpPr>
            <a:spLocks noGrp="1"/>
          </p:cNvSpPr>
          <p:nvPr/>
        </p:nvSpPr>
        <p:spPr>
          <a:xfrm>
            <a:off x="6556921" y="3980557"/>
            <a:ext cx="103063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MODEL</a:t>
            </a:r>
          </a:p>
        </p:txBody>
      </p:sp>
      <p:sp>
        <p:nvSpPr>
          <p:cNvPr id="51" name="!!source-9-dom-5-5-1-5-0-text-0">
            <a:extLst>
              <a:ext uri="{FF2B5EF4-FFF2-40B4-BE49-F238E27FC236}">
                <a16:creationId xmlns:a16="http://schemas.microsoft.com/office/drawing/2014/main" id="{7DA4F7C1-72FB-455F-BF3D-5F7A700C4349}"/>
              </a:ext>
            </a:extLst>
          </p:cNvPr>
          <p:cNvSpPr>
            <a:spLocks noGrp="1"/>
          </p:cNvSpPr>
          <p:nvPr/>
        </p:nvSpPr>
        <p:spPr>
          <a:xfrm>
            <a:off x="6426249" y="4447282"/>
            <a:ext cx="12921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</a:t>
            </a:r>
          </a:p>
        </p:txBody>
      </p:sp>
      <p:sp>
        <p:nvSpPr>
          <p:cNvPr id="52" name="!!source-9-dom-5-5-1-5-0-text-1">
            <a:extLst>
              <a:ext uri="{FF2B5EF4-FFF2-40B4-BE49-F238E27FC236}">
                <a16:creationId xmlns:a16="http://schemas.microsoft.com/office/drawing/2014/main" id="{B785113B-F386-4008-AF4B-69B6D5D20169}"/>
              </a:ext>
            </a:extLst>
          </p:cNvPr>
          <p:cNvSpPr>
            <a:spLocks noGrp="1"/>
          </p:cNvSpPr>
          <p:nvPr/>
        </p:nvSpPr>
        <p:spPr>
          <a:xfrm>
            <a:off x="6422529" y="4780657"/>
            <a:ext cx="12995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per</a:t>
            </a:r>
          </a:p>
        </p:txBody>
      </p:sp>
      <p:sp>
        <p:nvSpPr>
          <p:cNvPr id="53" name="!!source-9-dom-5-5-1-5-0-text-2">
            <a:extLst>
              <a:ext uri="{FF2B5EF4-FFF2-40B4-BE49-F238E27FC236}">
                <a16:creationId xmlns:a16="http://schemas.microsoft.com/office/drawing/2014/main" id="{E6A1D374-65EB-4E35-8130-F9BD0BB0E4E8}"/>
              </a:ext>
            </a:extLst>
          </p:cNvPr>
          <p:cNvSpPr>
            <a:spLocks noGrp="1"/>
          </p:cNvSpPr>
          <p:nvPr/>
        </p:nvSpPr>
        <p:spPr>
          <a:xfrm>
            <a:off x="6538317" y="5114032"/>
            <a:ext cx="106784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pattern</a:t>
            </a:r>
          </a:p>
        </p:txBody>
      </p:sp>
      <p:sp>
        <p:nvSpPr>
          <p:cNvPr id="54" name="!!source-9-dom-5-5-1-7-0-0-text-0">
            <a:extLst>
              <a:ext uri="{FF2B5EF4-FFF2-40B4-BE49-F238E27FC236}">
                <a16:creationId xmlns:a16="http://schemas.microsoft.com/office/drawing/2014/main" id="{B48275E3-F32E-4FD1-ACC3-620E9399AD78}"/>
              </a:ext>
            </a:extLst>
          </p:cNvPr>
          <p:cNvSpPr>
            <a:spLocks noGrp="1"/>
          </p:cNvSpPr>
          <p:nvPr/>
        </p:nvSpPr>
        <p:spPr>
          <a:xfrm>
            <a:off x="6374755" y="5637907"/>
            <a:ext cx="139511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closed form</a:t>
            </a:r>
          </a:p>
        </p:txBody>
      </p:sp>
      <p:sp>
        <p:nvSpPr>
          <p:cNvPr id="55" name="!!source-9-dom-5-5-1-7-1-0-text-0">
            <a:extLst>
              <a:ext uri="{FF2B5EF4-FFF2-40B4-BE49-F238E27FC236}">
                <a16:creationId xmlns:a16="http://schemas.microsoft.com/office/drawing/2014/main" id="{38459377-5182-4299-92DB-ECCBBC5C8B2F}"/>
              </a:ext>
            </a:extLst>
          </p:cNvPr>
          <p:cNvSpPr>
            <a:spLocks noGrp="1"/>
          </p:cNvSpPr>
          <p:nvPr/>
        </p:nvSpPr>
        <p:spPr>
          <a:xfrm>
            <a:off x="6304062" y="5999857"/>
            <a:ext cx="153650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linear in tank</a:t>
            </a:r>
          </a:p>
        </p:txBody>
      </p:sp>
      <p:sp>
        <p:nvSpPr>
          <p:cNvPr id="56" name="!!source-9-dom-5-5-1-7-1-0-text-1">
            <a:extLst>
              <a:ext uri="{FF2B5EF4-FFF2-40B4-BE49-F238E27FC236}">
                <a16:creationId xmlns:a16="http://schemas.microsoft.com/office/drawing/2014/main" id="{D7F7675A-F62F-4B14-9494-1A380168DD43}"/>
              </a:ext>
            </a:extLst>
          </p:cNvPr>
          <p:cNvSpPr>
            <a:spLocks noGrp="1"/>
          </p:cNvSpPr>
          <p:nvPr/>
        </p:nvSpPr>
        <p:spPr>
          <a:xfrm>
            <a:off x="6623298" y="6285607"/>
            <a:ext cx="89788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masses</a:t>
            </a:r>
          </a:p>
        </p:txBody>
      </p:sp>
      <p:sp>
        <p:nvSpPr>
          <p:cNvPr id="57" name="!!source-9-dom-5-5-3-1-0-fill">
            <a:extLst>
              <a:ext uri="{FF2B5EF4-FFF2-40B4-BE49-F238E27FC236}">
                <a16:creationId xmlns:a16="http://schemas.microsoft.com/office/drawing/2014/main" id="{EE97CDA2-0FF8-47AB-9E84-0F640E52933B}"/>
              </a:ext>
            </a:extLst>
          </p:cNvPr>
          <p:cNvSpPr>
            <a:spLocks noGrp="1"/>
          </p:cNvSpPr>
          <p:nvPr/>
        </p:nvSpPr>
        <p:spPr>
          <a:xfrm>
            <a:off x="547687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9-dom-5-5-3-1-0-0-text-0">
            <a:extLst>
              <a:ext uri="{FF2B5EF4-FFF2-40B4-BE49-F238E27FC236}">
                <a16:creationId xmlns:a16="http://schemas.microsoft.com/office/drawing/2014/main" id="{F5820679-FC62-42B6-AD7F-1A487A8EC9FD}"/>
              </a:ext>
            </a:extLst>
          </p:cNvPr>
          <p:cNvSpPr>
            <a:spLocks noGrp="1"/>
          </p:cNvSpPr>
          <p:nvPr/>
        </p:nvSpPr>
        <p:spPr>
          <a:xfrm>
            <a:off x="5645795" y="2886075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9" name="!!source-9-dom-5-5-3-1-1-0-0-text-0">
            <a:extLst>
              <a:ext uri="{FF2B5EF4-FFF2-40B4-BE49-F238E27FC236}">
                <a16:creationId xmlns:a16="http://schemas.microsoft.com/office/drawing/2014/main" id="{118056F1-4974-46DD-979C-A29313619E16}"/>
              </a:ext>
            </a:extLst>
          </p:cNvPr>
          <p:cNvSpPr>
            <a:spLocks noGrp="1"/>
          </p:cNvSpPr>
          <p:nvPr/>
        </p:nvSpPr>
        <p:spPr>
          <a:xfrm>
            <a:off x="6143625" y="2724150"/>
            <a:ext cx="423475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 mass per pattern</a:t>
            </a:r>
          </a:p>
        </p:txBody>
      </p:sp>
      <p:sp>
        <p:nvSpPr>
          <p:cNvPr id="60" name="!!source-9-dom-5-5-3-1-1-1-0-text-0">
            <a:extLst>
              <a:ext uri="{FF2B5EF4-FFF2-40B4-BE49-F238E27FC236}">
                <a16:creationId xmlns:a16="http://schemas.microsoft.com/office/drawing/2014/main" id="{FC921338-5A69-4FCE-8277-B7C6D1B80FA9}"/>
              </a:ext>
            </a:extLst>
          </p:cNvPr>
          <p:cNvSpPr>
            <a:spLocks noGrp="1"/>
          </p:cNvSpPr>
          <p:nvPr/>
        </p:nvSpPr>
        <p:spPr>
          <a:xfrm>
            <a:off x="6143625" y="3095625"/>
            <a:ext cx="434771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closed form, linear in the tank masses</a:t>
            </a:r>
          </a:p>
        </p:txBody>
      </p:sp>
      <p:sp>
        <p:nvSpPr>
          <p:cNvPr id="61" name="!!source-9-dom-5-5-3-3-1-1-fill">
            <a:extLst>
              <a:ext uri="{FF2B5EF4-FFF2-40B4-BE49-F238E27FC236}">
                <a16:creationId xmlns:a16="http://schemas.microsoft.com/office/drawing/2014/main" id="{91A69F45-5B07-4457-8002-9ACADD036221}"/>
              </a:ext>
            </a:extLst>
          </p:cNvPr>
          <p:cNvSpPr>
            <a:spLocks noGrp="1"/>
          </p:cNvSpPr>
          <p:nvPr/>
        </p:nvSpPr>
        <p:spPr>
          <a:xfrm>
            <a:off x="5476875" y="3581698"/>
            <a:ext cx="1941909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2" name="!!source-9-dom-5-5-3-3-1-1-outline">
            <a:extLst>
              <a:ext uri="{FF2B5EF4-FFF2-40B4-BE49-F238E27FC236}">
                <a16:creationId xmlns:a16="http://schemas.microsoft.com/office/drawing/2014/main" id="{610EB416-E2C5-43A1-BF43-9322ED63AB5F}"/>
              </a:ext>
            </a:extLst>
          </p:cNvPr>
          <p:cNvSpPr>
            <a:spLocks noGrp="1"/>
          </p:cNvSpPr>
          <p:nvPr/>
        </p:nvSpPr>
        <p:spPr>
          <a:xfrm>
            <a:off x="5491163" y="3595985"/>
            <a:ext cx="1913334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!!source-9-dom-5-5-3-3-1-1-0-text-0">
            <a:extLst>
              <a:ext uri="{FF2B5EF4-FFF2-40B4-BE49-F238E27FC236}">
                <a16:creationId xmlns:a16="http://schemas.microsoft.com/office/drawing/2014/main" id="{61B191F1-E391-4FD7-8957-648EEF48EA22}"/>
              </a:ext>
            </a:extLst>
          </p:cNvPr>
          <p:cNvSpPr>
            <a:spLocks noGrp="1"/>
          </p:cNvSpPr>
          <p:nvPr/>
        </p:nvSpPr>
        <p:spPr>
          <a:xfrm>
            <a:off x="5715000" y="3705523"/>
            <a:ext cx="15132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· 300 bar</a:t>
            </a:r>
          </a:p>
        </p:txBody>
      </p:sp>
      <p:sp>
        <p:nvSpPr>
          <p:cNvPr id="64" name="!!source-9-dom-5-5-3-3-1-2-0-fill">
            <a:extLst>
              <a:ext uri="{FF2B5EF4-FFF2-40B4-BE49-F238E27FC236}">
                <a16:creationId xmlns:a16="http://schemas.microsoft.com/office/drawing/2014/main" id="{77ACA427-50E8-4549-A359-BE25C659C9FB}"/>
              </a:ext>
            </a:extLst>
          </p:cNvPr>
          <p:cNvSpPr>
            <a:spLocks noGrp="1"/>
          </p:cNvSpPr>
          <p:nvPr/>
        </p:nvSpPr>
        <p:spPr>
          <a:xfrm>
            <a:off x="7418785" y="3848398"/>
            <a:ext cx="32385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9-dom-5-5-3-3-1-2-1-border-Top">
            <a:extLst>
              <a:ext uri="{FF2B5EF4-FFF2-40B4-BE49-F238E27FC236}">
                <a16:creationId xmlns:a16="http://schemas.microsoft.com/office/drawing/2014/main" id="{DD96BF43-50F5-425A-9C92-C9BCC99040C1}"/>
              </a:ext>
            </a:extLst>
          </p:cNvPr>
          <p:cNvSpPr>
            <a:spLocks noGrp="1"/>
          </p:cNvSpPr>
          <p:nvPr/>
        </p:nvSpPr>
        <p:spPr>
          <a:xfrm>
            <a:off x="7742635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9-dom-5-5-3-3-1-2-1-border-Bottom">
            <a:extLst>
              <a:ext uri="{FF2B5EF4-FFF2-40B4-BE49-F238E27FC236}">
                <a16:creationId xmlns:a16="http://schemas.microsoft.com/office/drawing/2014/main" id="{38B1E726-CD36-4F90-BE26-956A0D19B602}"/>
              </a:ext>
            </a:extLst>
          </p:cNvPr>
          <p:cNvSpPr>
            <a:spLocks noGrp="1"/>
          </p:cNvSpPr>
          <p:nvPr/>
        </p:nvSpPr>
        <p:spPr>
          <a:xfrm>
            <a:off x="7742635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7" name="!!source-9-dom-5-5-3-3-1-2-1-border-Left">
            <a:extLst>
              <a:ext uri="{FF2B5EF4-FFF2-40B4-BE49-F238E27FC236}">
                <a16:creationId xmlns:a16="http://schemas.microsoft.com/office/drawing/2014/main" id="{E2E9F67A-9BB3-47BB-97B8-7FA57B977A3E}"/>
              </a:ext>
            </a:extLst>
          </p:cNvPr>
          <p:cNvSpPr>
            <a:spLocks noGrp="1"/>
          </p:cNvSpPr>
          <p:nvPr/>
        </p:nvSpPr>
        <p:spPr>
          <a:xfrm>
            <a:off x="7742635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9-dom-5-5-3-3-1-3-fill">
            <a:extLst>
              <a:ext uri="{FF2B5EF4-FFF2-40B4-BE49-F238E27FC236}">
                <a16:creationId xmlns:a16="http://schemas.microsoft.com/office/drawing/2014/main" id="{8E05B7FD-F7EF-4DF3-BF71-CB9C50B6AD40}"/>
              </a:ext>
            </a:extLst>
          </p:cNvPr>
          <p:cNvSpPr>
            <a:spLocks noGrp="1"/>
          </p:cNvSpPr>
          <p:nvPr/>
        </p:nvSpPr>
        <p:spPr>
          <a:xfrm>
            <a:off x="7895035" y="3581698"/>
            <a:ext cx="1967955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9-dom-5-5-3-3-1-3-outline">
            <a:extLst>
              <a:ext uri="{FF2B5EF4-FFF2-40B4-BE49-F238E27FC236}">
                <a16:creationId xmlns:a16="http://schemas.microsoft.com/office/drawing/2014/main" id="{E8E1D4E1-4C2C-4DE8-B09B-500C72697C61}"/>
              </a:ext>
            </a:extLst>
          </p:cNvPr>
          <p:cNvSpPr>
            <a:spLocks noGrp="1"/>
          </p:cNvSpPr>
          <p:nvPr/>
        </p:nvSpPr>
        <p:spPr>
          <a:xfrm>
            <a:off x="7909322" y="3595985"/>
            <a:ext cx="1939380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!!source-9-dom-5-5-3-3-1-3-0-text-0">
            <a:extLst>
              <a:ext uri="{FF2B5EF4-FFF2-40B4-BE49-F238E27FC236}">
                <a16:creationId xmlns:a16="http://schemas.microsoft.com/office/drawing/2014/main" id="{66A4E951-6B36-4995-A58C-4BF638C4EC23}"/>
              </a:ext>
            </a:extLst>
          </p:cNvPr>
          <p:cNvSpPr>
            <a:spLocks noGrp="1"/>
          </p:cNvSpPr>
          <p:nvPr/>
        </p:nvSpPr>
        <p:spPr>
          <a:xfrm>
            <a:off x="8133160" y="3705523"/>
            <a:ext cx="153932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 · 480 bar</a:t>
            </a:r>
          </a:p>
        </p:txBody>
      </p:sp>
      <p:sp>
        <p:nvSpPr>
          <p:cNvPr id="71" name="!!source-9-dom-5-5-3-3-1-4-0-fill">
            <a:extLst>
              <a:ext uri="{FF2B5EF4-FFF2-40B4-BE49-F238E27FC236}">
                <a16:creationId xmlns:a16="http://schemas.microsoft.com/office/drawing/2014/main" id="{D33251BC-B9BA-465B-BBD3-86C8E6373CE2}"/>
              </a:ext>
            </a:extLst>
          </p:cNvPr>
          <p:cNvSpPr>
            <a:spLocks noGrp="1"/>
          </p:cNvSpPr>
          <p:nvPr/>
        </p:nvSpPr>
        <p:spPr>
          <a:xfrm>
            <a:off x="9862989" y="3848398"/>
            <a:ext cx="323849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9-dom-5-5-3-3-1-4-1-border-Top">
            <a:extLst>
              <a:ext uri="{FF2B5EF4-FFF2-40B4-BE49-F238E27FC236}">
                <a16:creationId xmlns:a16="http://schemas.microsoft.com/office/drawing/2014/main" id="{EC703993-8B80-4952-90A4-BD02DFD4C02B}"/>
              </a:ext>
            </a:extLst>
          </p:cNvPr>
          <p:cNvSpPr>
            <a:spLocks noGrp="1"/>
          </p:cNvSpPr>
          <p:nvPr/>
        </p:nvSpPr>
        <p:spPr>
          <a:xfrm>
            <a:off x="1018683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9-dom-5-5-3-3-1-4-1-border-Bottom">
            <a:extLst>
              <a:ext uri="{FF2B5EF4-FFF2-40B4-BE49-F238E27FC236}">
                <a16:creationId xmlns:a16="http://schemas.microsoft.com/office/drawing/2014/main" id="{396079A6-03D8-41E8-95C3-6C96280DB866}"/>
              </a:ext>
            </a:extLst>
          </p:cNvPr>
          <p:cNvSpPr>
            <a:spLocks noGrp="1"/>
          </p:cNvSpPr>
          <p:nvPr/>
        </p:nvSpPr>
        <p:spPr>
          <a:xfrm>
            <a:off x="1018683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4" name="!!source-9-dom-5-5-3-3-1-4-1-border-Left">
            <a:extLst>
              <a:ext uri="{FF2B5EF4-FFF2-40B4-BE49-F238E27FC236}">
                <a16:creationId xmlns:a16="http://schemas.microsoft.com/office/drawing/2014/main" id="{B72902C5-2B5B-4FDF-ACB0-1AB0FCBF7BE3}"/>
              </a:ext>
            </a:extLst>
          </p:cNvPr>
          <p:cNvSpPr>
            <a:spLocks noGrp="1"/>
          </p:cNvSpPr>
          <p:nvPr/>
        </p:nvSpPr>
        <p:spPr>
          <a:xfrm>
            <a:off x="1018683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5" name="!!source-9-dom-5-5-3-3-1-5-fill">
            <a:extLst>
              <a:ext uri="{FF2B5EF4-FFF2-40B4-BE49-F238E27FC236}">
                <a16:creationId xmlns:a16="http://schemas.microsoft.com/office/drawing/2014/main" id="{2BBEF3AD-FC44-4B58-A3AE-6541CAE1DF5C}"/>
              </a:ext>
            </a:extLst>
          </p:cNvPr>
          <p:cNvSpPr>
            <a:spLocks noGrp="1"/>
          </p:cNvSpPr>
          <p:nvPr/>
        </p:nvSpPr>
        <p:spPr>
          <a:xfrm>
            <a:off x="10339239" y="3581698"/>
            <a:ext cx="1448692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9-dom-5-5-3-3-1-5-outline">
            <a:extLst>
              <a:ext uri="{FF2B5EF4-FFF2-40B4-BE49-F238E27FC236}">
                <a16:creationId xmlns:a16="http://schemas.microsoft.com/office/drawing/2014/main" id="{0ED5EC41-048B-41B1-A33F-C13FB229126C}"/>
              </a:ext>
            </a:extLst>
          </p:cNvPr>
          <p:cNvSpPr>
            <a:spLocks noGrp="1"/>
          </p:cNvSpPr>
          <p:nvPr/>
        </p:nvSpPr>
        <p:spPr>
          <a:xfrm>
            <a:off x="10353526" y="3595985"/>
            <a:ext cx="1420117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9-dom-5-5-3-3-1-5-0-text-0">
            <a:extLst>
              <a:ext uri="{FF2B5EF4-FFF2-40B4-BE49-F238E27FC236}">
                <a16:creationId xmlns:a16="http://schemas.microsoft.com/office/drawing/2014/main" id="{CBC4134E-9DAB-4D1F-88BF-9AF668D8B28D}"/>
              </a:ext>
            </a:extLst>
          </p:cNvPr>
          <p:cNvSpPr>
            <a:spLocks noGrp="1"/>
          </p:cNvSpPr>
          <p:nvPr/>
        </p:nvSpPr>
        <p:spPr>
          <a:xfrm>
            <a:off x="10577364" y="3705523"/>
            <a:ext cx="102006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78" name="!!source-9-dom-5-5-3-3-3-1-0-0-text-0">
            <a:extLst>
              <a:ext uri="{FF2B5EF4-FFF2-40B4-BE49-F238E27FC236}">
                <a16:creationId xmlns:a16="http://schemas.microsoft.com/office/drawing/2014/main" id="{5C5DE6B0-B106-4423-ADC2-DAC2EDA13C57}"/>
              </a:ext>
            </a:extLst>
          </p:cNvPr>
          <p:cNvSpPr>
            <a:spLocks noGrp="1"/>
          </p:cNvSpPr>
          <p:nvPr/>
        </p:nvSpPr>
        <p:spPr>
          <a:xfrm>
            <a:off x="5476875" y="4324648"/>
            <a:ext cx="334818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what this pattern can extract</a:t>
            </a:r>
          </a:p>
        </p:txBody>
      </p:sp>
      <p:sp>
        <p:nvSpPr>
          <p:cNvPr id="79" name="!!source-9-dom-5-5-3-3-3-1-1-0-text-0">
            <a:extLst>
              <a:ext uri="{FF2B5EF4-FFF2-40B4-BE49-F238E27FC236}">
                <a16:creationId xmlns:a16="http://schemas.microsoft.com/office/drawing/2014/main" id="{68B82E59-33CC-4936-BC2C-4C78142CDBFA}"/>
              </a:ext>
            </a:extLst>
          </p:cNvPr>
          <p:cNvSpPr>
            <a:spLocks noGrp="1"/>
          </p:cNvSpPr>
          <p:nvPr/>
        </p:nvSpPr>
        <p:spPr>
          <a:xfrm>
            <a:off x="12966352" y="4372273"/>
            <a:ext cx="28753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</a:t>
            </a:r>
          </a:p>
        </p:txBody>
      </p:sp>
      <p:sp>
        <p:nvSpPr>
          <p:cNvPr id="80" name="!!source-9-dom-5-5-3-3-3-1-1-1-0-text-0">
            <a:extLst>
              <a:ext uri="{FF2B5EF4-FFF2-40B4-BE49-F238E27FC236}">
                <a16:creationId xmlns:a16="http://schemas.microsoft.com/office/drawing/2014/main" id="{C9CB5FFC-315F-42B6-9827-DE0761356056}"/>
              </a:ext>
            </a:extLst>
          </p:cNvPr>
          <p:cNvSpPr>
            <a:spLocks noGrp="1"/>
          </p:cNvSpPr>
          <p:nvPr/>
        </p:nvSpPr>
        <p:spPr>
          <a:xfrm>
            <a:off x="13206264" y="4324648"/>
            <a:ext cx="277267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</a:t>
            </a:r>
          </a:p>
        </p:txBody>
      </p:sp>
      <p:sp>
        <p:nvSpPr>
          <p:cNvPr id="81" name="!!source-9-dom-5-5-3-3-3-1-1-2-text-0">
            <a:extLst>
              <a:ext uri="{FF2B5EF4-FFF2-40B4-BE49-F238E27FC236}">
                <a16:creationId xmlns:a16="http://schemas.microsoft.com/office/drawing/2014/main" id="{C70AFA57-14B8-4D4D-90A1-082551B413CD}"/>
              </a:ext>
            </a:extLst>
          </p:cNvPr>
          <p:cNvSpPr>
            <a:spLocks noGrp="1"/>
          </p:cNvSpPr>
          <p:nvPr/>
        </p:nvSpPr>
        <p:spPr>
          <a:xfrm>
            <a:off x="13435906" y="4372273"/>
            <a:ext cx="109924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= 17.5 kg</a:t>
            </a:r>
          </a:p>
        </p:txBody>
      </p:sp>
      <p:sp>
        <p:nvSpPr>
          <p:cNvPr id="82" name="!!source-9-dom-5-5-3-3-3-3-fill">
            <a:extLst>
              <a:ext uri="{FF2B5EF4-FFF2-40B4-BE49-F238E27FC236}">
                <a16:creationId xmlns:a16="http://schemas.microsoft.com/office/drawing/2014/main" id="{06CE6490-0547-40D0-84F2-5035C972E59F}"/>
              </a:ext>
            </a:extLst>
          </p:cNvPr>
          <p:cNvSpPr>
            <a:spLocks noGrp="1"/>
          </p:cNvSpPr>
          <p:nvPr/>
        </p:nvSpPr>
        <p:spPr>
          <a:xfrm>
            <a:off x="5476875" y="4743748"/>
            <a:ext cx="9010650" cy="66675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3" name="!!source-9-dom-5-5-3-3-3-3-outline">
            <a:extLst>
              <a:ext uri="{FF2B5EF4-FFF2-40B4-BE49-F238E27FC236}">
                <a16:creationId xmlns:a16="http://schemas.microsoft.com/office/drawing/2014/main" id="{2198EB7E-8130-4431-A9A9-E926E1D900A5}"/>
              </a:ext>
            </a:extLst>
          </p:cNvPr>
          <p:cNvSpPr>
            <a:spLocks noGrp="1"/>
          </p:cNvSpPr>
          <p:nvPr/>
        </p:nvSpPr>
        <p:spPr>
          <a:xfrm>
            <a:off x="5486400" y="4753273"/>
            <a:ext cx="8991600" cy="64770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!!source-9-dom-5-5-3-3-3-3-0-fill">
            <a:extLst>
              <a:ext uri="{FF2B5EF4-FFF2-40B4-BE49-F238E27FC236}">
                <a16:creationId xmlns:a16="http://schemas.microsoft.com/office/drawing/2014/main" id="{ABFA48FA-C726-4C05-BB6C-DAF303E95F88}"/>
              </a:ext>
            </a:extLst>
          </p:cNvPr>
          <p:cNvSpPr>
            <a:spLocks noGrp="1"/>
          </p:cNvSpPr>
          <p:nvPr/>
        </p:nvSpPr>
        <p:spPr>
          <a:xfrm>
            <a:off x="5495925" y="4762798"/>
            <a:ext cx="4127301" cy="628650"/>
          </a:xfrm>
          <a:prstGeom prst="rect">
            <a:avLst/>
          </a:prstGeom>
          <a:solidFill>
            <a:srgbClr val="7A5A4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9-dom-5-5-3-3-3-3-0-0-text-0">
            <a:extLst>
              <a:ext uri="{FF2B5EF4-FFF2-40B4-BE49-F238E27FC236}">
                <a16:creationId xmlns:a16="http://schemas.microsoft.com/office/drawing/2014/main" id="{AFAB1527-B0D6-4DCD-92A6-EC1D58F694E1}"/>
              </a:ext>
            </a:extLst>
          </p:cNvPr>
          <p:cNvSpPr>
            <a:spLocks noGrp="1"/>
          </p:cNvSpPr>
          <p:nvPr/>
        </p:nvSpPr>
        <p:spPr>
          <a:xfrm>
            <a:off x="6667946" y="4934248"/>
            <a:ext cx="183073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from A · 8.0 kg</a:t>
            </a:r>
          </a:p>
        </p:txBody>
      </p:sp>
      <p:sp>
        <p:nvSpPr>
          <p:cNvPr id="86" name="!!source-9-dom-5-5-3-3-3-3-1-fill">
            <a:extLst>
              <a:ext uri="{FF2B5EF4-FFF2-40B4-BE49-F238E27FC236}">
                <a16:creationId xmlns:a16="http://schemas.microsoft.com/office/drawing/2014/main" id="{B7F6F3A1-4BF7-4DFD-89D5-6685E9DFA198}"/>
              </a:ext>
            </a:extLst>
          </p:cNvPr>
          <p:cNvSpPr>
            <a:spLocks noGrp="1"/>
          </p:cNvSpPr>
          <p:nvPr/>
        </p:nvSpPr>
        <p:spPr>
          <a:xfrm>
            <a:off x="9623226" y="4762798"/>
            <a:ext cx="4845100" cy="62865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7" name="!!source-9-dom-5-5-3-3-3-3-1-0-text-0">
            <a:extLst>
              <a:ext uri="{FF2B5EF4-FFF2-40B4-BE49-F238E27FC236}">
                <a16:creationId xmlns:a16="http://schemas.microsoft.com/office/drawing/2014/main" id="{C6287D45-338D-4FC1-862F-7E9C75054367}"/>
              </a:ext>
            </a:extLst>
          </p:cNvPr>
          <p:cNvSpPr>
            <a:spLocks noGrp="1"/>
          </p:cNvSpPr>
          <p:nvPr/>
        </p:nvSpPr>
        <p:spPr>
          <a:xfrm>
            <a:off x="11167467" y="4934248"/>
            <a:ext cx="1804094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from B · 9.5 kg</a:t>
            </a:r>
          </a:p>
        </p:txBody>
      </p:sp>
      <p:sp>
        <p:nvSpPr>
          <p:cNvPr id="88" name="!!source-9-dom-5-5-3-3-3-5-0-text-0">
            <a:extLst>
              <a:ext uri="{FF2B5EF4-FFF2-40B4-BE49-F238E27FC236}">
                <a16:creationId xmlns:a16="http://schemas.microsoft.com/office/drawing/2014/main" id="{527442DE-11CE-4DEC-9C1E-64074521FFD3}"/>
              </a:ext>
            </a:extLst>
          </p:cNvPr>
          <p:cNvSpPr>
            <a:spLocks noGrp="1"/>
          </p:cNvSpPr>
          <p:nvPr/>
        </p:nvSpPr>
        <p:spPr>
          <a:xfrm>
            <a:off x="5476875" y="5515273"/>
            <a:ext cx="876419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one expression per pattern, evaluated next to the dynamics at every step. No</a:t>
            </a:r>
          </a:p>
        </p:txBody>
      </p:sp>
      <p:sp>
        <p:nvSpPr>
          <p:cNvPr id="89" name="!!source-9-dom-5-5-3-3-3-5-0-text-1">
            <a:extLst>
              <a:ext uri="{FF2B5EF4-FFF2-40B4-BE49-F238E27FC236}">
                <a16:creationId xmlns:a16="http://schemas.microsoft.com/office/drawing/2014/main" id="{B27B2BAF-1099-42BF-930C-6BE8C43E07DB}"/>
              </a:ext>
            </a:extLst>
          </p:cNvPr>
          <p:cNvSpPr>
            <a:spLocks noGrp="1"/>
          </p:cNvSpPr>
          <p:nvPr/>
        </p:nvSpPr>
        <p:spPr>
          <a:xfrm>
            <a:off x="5476875" y="5812333"/>
            <a:ext cx="13955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extra states.</a:t>
            </a:r>
          </a:p>
        </p:txBody>
      </p:sp>
      <p:sp>
        <p:nvSpPr>
          <p:cNvPr id="90" name="!!source-9-dom-5-5-3-5-0-text-0">
            <a:extLst>
              <a:ext uri="{FF2B5EF4-FFF2-40B4-BE49-F238E27FC236}">
                <a16:creationId xmlns:a16="http://schemas.microsoft.com/office/drawing/2014/main" id="{F39D7155-4FC6-448C-8A4D-103C4571BA50}"/>
              </a:ext>
            </a:extLst>
          </p:cNvPr>
          <p:cNvSpPr>
            <a:spLocks noGrp="1"/>
          </p:cNvSpPr>
          <p:nvPr/>
        </p:nvSpPr>
        <p:spPr>
          <a:xfrm>
            <a:off x="5476875" y="6328916"/>
            <a:ext cx="844048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The solver sees what each pattern can extract, not what the tanks</a:t>
            </a:r>
          </a:p>
        </p:txBody>
      </p:sp>
      <p:sp>
        <p:nvSpPr>
          <p:cNvPr id="91" name="!!source-9-dom-5-5-3-5-0-text-1">
            <a:extLst>
              <a:ext uri="{FF2B5EF4-FFF2-40B4-BE49-F238E27FC236}">
                <a16:creationId xmlns:a16="http://schemas.microsoft.com/office/drawing/2014/main" id="{28D6DE86-DB2B-453C-BA91-4044751D3AED}"/>
              </a:ext>
            </a:extLst>
          </p:cNvPr>
          <p:cNvSpPr>
            <a:spLocks noGrp="1"/>
          </p:cNvSpPr>
          <p:nvPr/>
        </p:nvSpPr>
        <p:spPr>
          <a:xfrm>
            <a:off x="5476875" y="6687889"/>
            <a:ext cx="6794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hold.</a:t>
            </a:r>
          </a:p>
        </p:txBody>
      </p:sp>
      <p:sp>
        <p:nvSpPr>
          <p:cNvPr id="92" name="!!source-9-dom-5-9-fill">
            <a:extLst>
              <a:ext uri="{FF2B5EF4-FFF2-40B4-BE49-F238E27FC236}">
                <a16:creationId xmlns:a16="http://schemas.microsoft.com/office/drawing/2014/main" id="{31E54334-4611-4FE1-98DC-BD8F686D4183}"/>
              </a:ext>
            </a:extLst>
          </p:cNvPr>
          <p:cNvSpPr>
            <a:spLocks noGrp="1"/>
          </p:cNvSpPr>
          <p:nvPr/>
        </p:nvSpPr>
        <p:spPr>
          <a:xfrm>
            <a:off x="9239249" y="2466975"/>
            <a:ext cx="381000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3" name="!!source-9-dom-5-9-outline">
            <a:extLst>
              <a:ext uri="{FF2B5EF4-FFF2-40B4-BE49-F238E27FC236}">
                <a16:creationId xmlns:a16="http://schemas.microsoft.com/office/drawing/2014/main" id="{54604BF0-39C8-4603-B88F-E3FE5877312A}"/>
              </a:ext>
            </a:extLst>
          </p:cNvPr>
          <p:cNvSpPr>
            <a:spLocks noGrp="1"/>
          </p:cNvSpPr>
          <p:nvPr/>
        </p:nvSpPr>
        <p:spPr>
          <a:xfrm>
            <a:off x="9253537" y="2481263"/>
            <a:ext cx="3781425" cy="4789438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!!source-9-dom-5-9-1-1-fill">
            <a:extLst>
              <a:ext uri="{FF2B5EF4-FFF2-40B4-BE49-F238E27FC236}">
                <a16:creationId xmlns:a16="http://schemas.microsoft.com/office/drawing/2014/main" id="{E7D6427A-E305-41D9-9201-324A7325299A}"/>
              </a:ext>
            </a:extLst>
          </p:cNvPr>
          <p:cNvSpPr>
            <a:spLocks noGrp="1"/>
          </p:cNvSpPr>
          <p:nvPr/>
        </p:nvSpPr>
        <p:spPr>
          <a:xfrm>
            <a:off x="10839450" y="3513832"/>
            <a:ext cx="609601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5" name="!!source-9-dom-5-9-1-1-0-text-0">
            <a:extLst>
              <a:ext uri="{FF2B5EF4-FFF2-40B4-BE49-F238E27FC236}">
                <a16:creationId xmlns:a16="http://schemas.microsoft.com/office/drawing/2014/main" id="{7C008BC2-B5AF-45D8-897B-2A0E3B099749}"/>
              </a:ext>
            </a:extLst>
          </p:cNvPr>
          <p:cNvSpPr>
            <a:spLocks noGrp="1"/>
          </p:cNvSpPr>
          <p:nvPr/>
        </p:nvSpPr>
        <p:spPr>
          <a:xfrm>
            <a:off x="11059567" y="3642420"/>
            <a:ext cx="21684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6" name="!!source-9-dom-5-9-1-3-0-text-0">
            <a:extLst>
              <a:ext uri="{FF2B5EF4-FFF2-40B4-BE49-F238E27FC236}">
                <a16:creationId xmlns:a16="http://schemas.microsoft.com/office/drawing/2014/main" id="{4CE02C54-559E-4C2F-AAF8-F1DA47A8D1A0}"/>
              </a:ext>
            </a:extLst>
          </p:cNvPr>
          <p:cNvSpPr>
            <a:spLocks noGrp="1"/>
          </p:cNvSpPr>
          <p:nvPr/>
        </p:nvSpPr>
        <p:spPr>
          <a:xfrm>
            <a:off x="10313044" y="4313932"/>
            <a:ext cx="171003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THRESHOLD</a:t>
            </a:r>
          </a:p>
        </p:txBody>
      </p:sp>
      <p:sp>
        <p:nvSpPr>
          <p:cNvPr id="97" name="!!source-9-dom-5-9-1-5-0-text-0">
            <a:extLst>
              <a:ext uri="{FF2B5EF4-FFF2-40B4-BE49-F238E27FC236}">
                <a16:creationId xmlns:a16="http://schemas.microsoft.com/office/drawing/2014/main" id="{49718AD6-7F94-4CE1-B5C3-91DA5B8C9223}"/>
              </a:ext>
            </a:extLst>
          </p:cNvPr>
          <p:cNvSpPr>
            <a:spLocks noGrp="1"/>
          </p:cNvSpPr>
          <p:nvPr/>
        </p:nvSpPr>
        <p:spPr>
          <a:xfrm>
            <a:off x="10456069" y="4780657"/>
            <a:ext cx="142383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Feasibility</a:t>
            </a:r>
          </a:p>
        </p:txBody>
      </p:sp>
      <p:sp>
        <p:nvSpPr>
          <p:cNvPr id="98" name="!!source-9-dom-5-9-1-7-0-0-text-0">
            <a:extLst>
              <a:ext uri="{FF2B5EF4-FFF2-40B4-BE49-F238E27FC236}">
                <a16:creationId xmlns:a16="http://schemas.microsoft.com/office/drawing/2014/main" id="{0402C424-9F41-4015-B299-6A8841489A72}"/>
              </a:ext>
            </a:extLst>
          </p:cNvPr>
          <p:cNvSpPr>
            <a:spLocks noGrp="1"/>
          </p:cNvSpPr>
          <p:nvPr/>
        </p:nvSpPr>
        <p:spPr>
          <a:xfrm>
            <a:off x="10314385" y="5304532"/>
            <a:ext cx="170735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available mass</a:t>
            </a:r>
          </a:p>
        </p:txBody>
      </p:sp>
      <p:sp>
        <p:nvSpPr>
          <p:cNvPr id="99" name="!!source-9-dom-5-9-1-7-0-0-text-1">
            <a:extLst>
              <a:ext uri="{FF2B5EF4-FFF2-40B4-BE49-F238E27FC236}">
                <a16:creationId xmlns:a16="http://schemas.microsoft.com/office/drawing/2014/main" id="{6B095273-3564-49F8-AB32-4BFB130F657B}"/>
              </a:ext>
            </a:extLst>
          </p:cNvPr>
          <p:cNvSpPr>
            <a:spLocks noGrp="1"/>
          </p:cNvSpPr>
          <p:nvPr/>
        </p:nvSpPr>
        <p:spPr>
          <a:xfrm>
            <a:off x="10558462" y="5590282"/>
            <a:ext cx="121905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≥ demand</a:t>
            </a:r>
          </a:p>
        </p:txBody>
      </p:sp>
      <p:sp>
        <p:nvSpPr>
          <p:cNvPr id="100" name="!!source-9-dom-5-9-1-7-1-0-text-0">
            <a:extLst>
              <a:ext uri="{FF2B5EF4-FFF2-40B4-BE49-F238E27FC236}">
                <a16:creationId xmlns:a16="http://schemas.microsoft.com/office/drawing/2014/main" id="{8CA9A42C-CB28-4C28-BB37-1E0BD9A0899E}"/>
              </a:ext>
            </a:extLst>
          </p:cNvPr>
          <p:cNvSpPr>
            <a:spLocks noGrp="1"/>
          </p:cNvSpPr>
          <p:nvPr/>
        </p:nvSpPr>
        <p:spPr>
          <a:xfrm>
            <a:off x="10496997" y="5952232"/>
            <a:ext cx="134198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per pattern</a:t>
            </a:r>
          </a:p>
        </p:txBody>
      </p:sp>
      <p:sp>
        <p:nvSpPr>
          <p:cNvPr id="101" name="!!source-9-dom-5-9-3-1-0-fill">
            <a:extLst>
              <a:ext uri="{FF2B5EF4-FFF2-40B4-BE49-F238E27FC236}">
                <a16:creationId xmlns:a16="http://schemas.microsoft.com/office/drawing/2014/main" id="{46D8AC2E-AACB-4EFF-AEF2-19B55D52DC9B}"/>
              </a:ext>
            </a:extLst>
          </p:cNvPr>
          <p:cNvSpPr>
            <a:spLocks noGrp="1"/>
          </p:cNvSpPr>
          <p:nvPr/>
        </p:nvSpPr>
        <p:spPr>
          <a:xfrm>
            <a:off x="957262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2" name="!!source-9-dom-5-9-3-1-0-0-text-0">
            <a:extLst>
              <a:ext uri="{FF2B5EF4-FFF2-40B4-BE49-F238E27FC236}">
                <a16:creationId xmlns:a16="http://schemas.microsoft.com/office/drawing/2014/main" id="{BEFB9AB8-7CEE-420D-8AA9-584D458E62C9}"/>
              </a:ext>
            </a:extLst>
          </p:cNvPr>
          <p:cNvSpPr>
            <a:spLocks noGrp="1"/>
          </p:cNvSpPr>
          <p:nvPr/>
        </p:nvSpPr>
        <p:spPr>
          <a:xfrm>
            <a:off x="9741248" y="2886075"/>
            <a:ext cx="205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3" name="!!source-9-dom-5-9-3-1-1-0-0-text-0">
            <a:extLst>
              <a:ext uri="{FF2B5EF4-FFF2-40B4-BE49-F238E27FC236}">
                <a16:creationId xmlns:a16="http://schemas.microsoft.com/office/drawing/2014/main" id="{614A3C56-3779-4377-A2E1-38945983632F}"/>
              </a:ext>
            </a:extLst>
          </p:cNvPr>
          <p:cNvSpPr>
            <a:spLocks noGrp="1"/>
          </p:cNvSpPr>
          <p:nvPr/>
        </p:nvSpPr>
        <p:spPr>
          <a:xfrm>
            <a:off x="10239374" y="2724150"/>
            <a:ext cx="162044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Feasibility</a:t>
            </a:r>
          </a:p>
        </p:txBody>
      </p:sp>
      <p:sp>
        <p:nvSpPr>
          <p:cNvPr id="104" name="!!source-9-dom-5-9-3-1-1-1-0-text-0">
            <a:extLst>
              <a:ext uri="{FF2B5EF4-FFF2-40B4-BE49-F238E27FC236}">
                <a16:creationId xmlns:a16="http://schemas.microsoft.com/office/drawing/2014/main" id="{16B93BF8-DF30-4DCE-8B97-5039381CD50A}"/>
              </a:ext>
            </a:extLst>
          </p:cNvPr>
          <p:cNvSpPr>
            <a:spLocks noGrp="1"/>
          </p:cNvSpPr>
          <p:nvPr/>
        </p:nvSpPr>
        <p:spPr>
          <a:xfrm>
            <a:off x="10239374" y="3095625"/>
            <a:ext cx="526777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 threshold on the available mass, per pattern</a:t>
            </a:r>
          </a:p>
        </p:txBody>
      </p:sp>
      <p:sp>
        <p:nvSpPr>
          <p:cNvPr id="105" name="!!source-9-dom-5-9-3-3-2-0-0-text-0">
            <a:extLst>
              <a:ext uri="{FF2B5EF4-FFF2-40B4-BE49-F238E27FC236}">
                <a16:creationId xmlns:a16="http://schemas.microsoft.com/office/drawing/2014/main" id="{94624D3B-8BF7-42E6-B8FE-65DF4552804E}"/>
              </a:ext>
            </a:extLst>
          </p:cNvPr>
          <p:cNvSpPr>
            <a:spLocks noGrp="1"/>
          </p:cNvSpPr>
          <p:nvPr/>
        </p:nvSpPr>
        <p:spPr>
          <a:xfrm>
            <a:off x="14655106" y="3669209"/>
            <a:ext cx="19030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demand 16 kg ▸</a:t>
            </a:r>
          </a:p>
        </p:txBody>
      </p:sp>
      <p:sp>
        <p:nvSpPr>
          <p:cNvPr id="106" name="!!source-9-dom-5-9-3-3-5-fill">
            <a:extLst>
              <a:ext uri="{FF2B5EF4-FFF2-40B4-BE49-F238E27FC236}">
                <a16:creationId xmlns:a16="http://schemas.microsoft.com/office/drawing/2014/main" id="{3B1AB7FC-CE99-45B2-B683-AC986FE39FF9}"/>
              </a:ext>
            </a:extLst>
          </p:cNvPr>
          <p:cNvSpPr>
            <a:spLocks noGrp="1"/>
          </p:cNvSpPr>
          <p:nvPr/>
        </p:nvSpPr>
        <p:spPr>
          <a:xfrm>
            <a:off x="9572625" y="4069258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E8F3EC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7" name="!!source-9-dom-5-9-3-3-5-outline">
            <a:extLst>
              <a:ext uri="{FF2B5EF4-FFF2-40B4-BE49-F238E27FC236}">
                <a16:creationId xmlns:a16="http://schemas.microsoft.com/office/drawing/2014/main" id="{6385EFC3-134E-41FA-B081-89F6CF9A1212}"/>
              </a:ext>
            </a:extLst>
          </p:cNvPr>
          <p:cNvSpPr>
            <a:spLocks noGrp="1"/>
          </p:cNvSpPr>
          <p:nvPr/>
        </p:nvSpPr>
        <p:spPr>
          <a:xfrm>
            <a:off x="9586913" y="40835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2E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9-dom-5-9-3-3-5-0-text-0">
            <a:extLst>
              <a:ext uri="{FF2B5EF4-FFF2-40B4-BE49-F238E27FC236}">
                <a16:creationId xmlns:a16="http://schemas.microsoft.com/office/drawing/2014/main" id="{BDACE9B8-71D2-42ED-BCF8-8A6C680BC79E}"/>
              </a:ext>
            </a:extLst>
          </p:cNvPr>
          <p:cNvSpPr>
            <a:spLocks noGrp="1"/>
          </p:cNvSpPr>
          <p:nvPr/>
        </p:nvSpPr>
        <p:spPr>
          <a:xfrm>
            <a:off x="9810749" y="4193084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109" name="!!source-9-dom-5-9-3-3-6-fill">
            <a:extLst>
              <a:ext uri="{FF2B5EF4-FFF2-40B4-BE49-F238E27FC236}">
                <a16:creationId xmlns:a16="http://schemas.microsoft.com/office/drawing/2014/main" id="{18FA025E-B8D6-4C77-9541-39858030A127}"/>
              </a:ext>
            </a:extLst>
          </p:cNvPr>
          <p:cNvSpPr>
            <a:spLocks noGrp="1"/>
          </p:cNvSpPr>
          <p:nvPr/>
        </p:nvSpPr>
        <p:spPr>
          <a:xfrm>
            <a:off x="11896726" y="4116884"/>
            <a:ext cx="5886449" cy="47625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9-dom-5-9-3-3-6-outline">
            <a:extLst>
              <a:ext uri="{FF2B5EF4-FFF2-40B4-BE49-F238E27FC236}">
                <a16:creationId xmlns:a16="http://schemas.microsoft.com/office/drawing/2014/main" id="{F06A43F4-22E3-45E0-A4DA-CC608DB74F91}"/>
              </a:ext>
            </a:extLst>
          </p:cNvPr>
          <p:cNvSpPr>
            <a:spLocks noGrp="1"/>
          </p:cNvSpPr>
          <p:nvPr/>
        </p:nvSpPr>
        <p:spPr>
          <a:xfrm>
            <a:off x="11906251" y="4126409"/>
            <a:ext cx="5867399" cy="45720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9-dom-5-9-3-3-6-0-fill">
            <a:extLst>
              <a:ext uri="{FF2B5EF4-FFF2-40B4-BE49-F238E27FC236}">
                <a16:creationId xmlns:a16="http://schemas.microsoft.com/office/drawing/2014/main" id="{736E20E0-C1DE-4CF3-824B-6F45D6C2D05F}"/>
              </a:ext>
            </a:extLst>
          </p:cNvPr>
          <p:cNvSpPr>
            <a:spLocks noGrp="1"/>
          </p:cNvSpPr>
          <p:nvPr/>
        </p:nvSpPr>
        <p:spPr>
          <a:xfrm>
            <a:off x="11915775" y="4135934"/>
            <a:ext cx="5087987" cy="438150"/>
          </a:xfrm>
          <a:prstGeom prst="rect">
            <a:avLst/>
          </a:prstGeom>
          <a:solidFill>
            <a:srgbClr val="2E7D4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9-dom-5-9-3-3-6-1-border-Left">
            <a:extLst>
              <a:ext uri="{FF2B5EF4-FFF2-40B4-BE49-F238E27FC236}">
                <a16:creationId xmlns:a16="http://schemas.microsoft.com/office/drawing/2014/main" id="{72BFD36B-3366-4B15-8E8F-ECC2D2208729}"/>
              </a:ext>
            </a:extLst>
          </p:cNvPr>
          <p:cNvSpPr>
            <a:spLocks noGrp="1"/>
          </p:cNvSpPr>
          <p:nvPr/>
        </p:nvSpPr>
        <p:spPr>
          <a:xfrm>
            <a:off x="16613386" y="40597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13" name="!!source-9-dom-5-9-3-3-7-0-text-0">
            <a:extLst>
              <a:ext uri="{FF2B5EF4-FFF2-40B4-BE49-F238E27FC236}">
                <a16:creationId xmlns:a16="http://schemas.microsoft.com/office/drawing/2014/main" id="{C1264F03-D7AB-47F1-91A4-4F942D5F9ECA}"/>
              </a:ext>
            </a:extLst>
          </p:cNvPr>
          <p:cNvSpPr>
            <a:spLocks noGrp="1"/>
          </p:cNvSpPr>
          <p:nvPr/>
        </p:nvSpPr>
        <p:spPr>
          <a:xfrm>
            <a:off x="18173701" y="4154984"/>
            <a:ext cx="295126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14" name="!!source-9-dom-5-9-3-3-9-fill">
            <a:extLst>
              <a:ext uri="{FF2B5EF4-FFF2-40B4-BE49-F238E27FC236}">
                <a16:creationId xmlns:a16="http://schemas.microsoft.com/office/drawing/2014/main" id="{A57D97AE-B3DE-45E7-B990-92693EB332E9}"/>
              </a:ext>
            </a:extLst>
          </p:cNvPr>
          <p:cNvSpPr>
            <a:spLocks noGrp="1"/>
          </p:cNvSpPr>
          <p:nvPr/>
        </p:nvSpPr>
        <p:spPr>
          <a:xfrm>
            <a:off x="9572625" y="4755059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E8F3EC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9-dom-5-9-3-3-9-outline">
            <a:extLst>
              <a:ext uri="{FF2B5EF4-FFF2-40B4-BE49-F238E27FC236}">
                <a16:creationId xmlns:a16="http://schemas.microsoft.com/office/drawing/2014/main" id="{569C5AFC-D940-44EF-8537-C9FB12AD737B}"/>
              </a:ext>
            </a:extLst>
          </p:cNvPr>
          <p:cNvSpPr>
            <a:spLocks noGrp="1"/>
          </p:cNvSpPr>
          <p:nvPr/>
        </p:nvSpPr>
        <p:spPr>
          <a:xfrm>
            <a:off x="9586913" y="47693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2E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9-dom-5-9-3-3-9-0-text-0">
            <a:extLst>
              <a:ext uri="{FF2B5EF4-FFF2-40B4-BE49-F238E27FC236}">
                <a16:creationId xmlns:a16="http://schemas.microsoft.com/office/drawing/2014/main" id="{B885EAC5-FC1D-4E80-80BA-79A0DBE43354}"/>
              </a:ext>
            </a:extLst>
          </p:cNvPr>
          <p:cNvSpPr>
            <a:spLocks noGrp="1"/>
          </p:cNvSpPr>
          <p:nvPr/>
        </p:nvSpPr>
        <p:spPr>
          <a:xfrm>
            <a:off x="9810749" y="4878883"/>
            <a:ext cx="1106984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117" name="!!source-9-dom-5-9-3-3-10-fill">
            <a:extLst>
              <a:ext uri="{FF2B5EF4-FFF2-40B4-BE49-F238E27FC236}">
                <a16:creationId xmlns:a16="http://schemas.microsoft.com/office/drawing/2014/main" id="{1CF820C5-929A-4EF8-BFE6-E29C50B4E95E}"/>
              </a:ext>
            </a:extLst>
          </p:cNvPr>
          <p:cNvSpPr>
            <a:spLocks noGrp="1"/>
          </p:cNvSpPr>
          <p:nvPr/>
        </p:nvSpPr>
        <p:spPr>
          <a:xfrm>
            <a:off x="11896726" y="4802683"/>
            <a:ext cx="5886449" cy="476251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9-dom-5-9-3-3-10-outline">
            <a:extLst>
              <a:ext uri="{FF2B5EF4-FFF2-40B4-BE49-F238E27FC236}">
                <a16:creationId xmlns:a16="http://schemas.microsoft.com/office/drawing/2014/main" id="{50B83CCF-5588-416E-9FF9-A65DADC48C07}"/>
              </a:ext>
            </a:extLst>
          </p:cNvPr>
          <p:cNvSpPr>
            <a:spLocks noGrp="1"/>
          </p:cNvSpPr>
          <p:nvPr/>
        </p:nvSpPr>
        <p:spPr>
          <a:xfrm>
            <a:off x="11906251" y="4812208"/>
            <a:ext cx="5867399" cy="457201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9-dom-5-9-3-3-10-0-fill">
            <a:extLst>
              <a:ext uri="{FF2B5EF4-FFF2-40B4-BE49-F238E27FC236}">
                <a16:creationId xmlns:a16="http://schemas.microsoft.com/office/drawing/2014/main" id="{4FAC02D1-1E69-488F-8C57-BFA13E8A44E0}"/>
              </a:ext>
            </a:extLst>
          </p:cNvPr>
          <p:cNvSpPr>
            <a:spLocks noGrp="1"/>
          </p:cNvSpPr>
          <p:nvPr/>
        </p:nvSpPr>
        <p:spPr>
          <a:xfrm>
            <a:off x="11915775" y="4821734"/>
            <a:ext cx="4912519" cy="438150"/>
          </a:xfrm>
          <a:prstGeom prst="rect">
            <a:avLst/>
          </a:prstGeom>
          <a:solidFill>
            <a:srgbClr val="2E7D4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9-dom-5-9-3-3-10-1-border-Left">
            <a:extLst>
              <a:ext uri="{FF2B5EF4-FFF2-40B4-BE49-F238E27FC236}">
                <a16:creationId xmlns:a16="http://schemas.microsoft.com/office/drawing/2014/main" id="{8C94CBBB-E3C9-4448-9D8E-C6E2B22FA9BE}"/>
              </a:ext>
            </a:extLst>
          </p:cNvPr>
          <p:cNvSpPr>
            <a:spLocks noGrp="1"/>
          </p:cNvSpPr>
          <p:nvPr/>
        </p:nvSpPr>
        <p:spPr>
          <a:xfrm>
            <a:off x="16613386" y="47455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1" name="!!source-9-dom-5-9-3-3-11-0-text-0">
            <a:extLst>
              <a:ext uri="{FF2B5EF4-FFF2-40B4-BE49-F238E27FC236}">
                <a16:creationId xmlns:a16="http://schemas.microsoft.com/office/drawing/2014/main" id="{1948F1C8-6724-46C5-8935-52A2D98D567F}"/>
              </a:ext>
            </a:extLst>
          </p:cNvPr>
          <p:cNvSpPr>
            <a:spLocks noGrp="1"/>
          </p:cNvSpPr>
          <p:nvPr/>
        </p:nvSpPr>
        <p:spPr>
          <a:xfrm>
            <a:off x="18173701" y="4840784"/>
            <a:ext cx="295126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22" name="!!source-9-dom-5-9-3-3-13-fill">
            <a:extLst>
              <a:ext uri="{FF2B5EF4-FFF2-40B4-BE49-F238E27FC236}">
                <a16:creationId xmlns:a16="http://schemas.microsoft.com/office/drawing/2014/main" id="{28E753A8-6C4F-40CE-A0DE-1EC1360D19F9}"/>
              </a:ext>
            </a:extLst>
          </p:cNvPr>
          <p:cNvSpPr>
            <a:spLocks noGrp="1"/>
          </p:cNvSpPr>
          <p:nvPr/>
        </p:nvSpPr>
        <p:spPr>
          <a:xfrm>
            <a:off x="9572625" y="5440859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9-dom-5-9-3-3-13-outline">
            <a:extLst>
              <a:ext uri="{FF2B5EF4-FFF2-40B4-BE49-F238E27FC236}">
                <a16:creationId xmlns:a16="http://schemas.microsoft.com/office/drawing/2014/main" id="{3143DAB8-D98D-431C-805D-316D7E18A4E8}"/>
              </a:ext>
            </a:extLst>
          </p:cNvPr>
          <p:cNvSpPr>
            <a:spLocks noGrp="1"/>
          </p:cNvSpPr>
          <p:nvPr/>
        </p:nvSpPr>
        <p:spPr>
          <a:xfrm>
            <a:off x="9586913" y="54551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4" name="!!source-9-dom-5-9-3-3-13-0-text-0">
            <a:extLst>
              <a:ext uri="{FF2B5EF4-FFF2-40B4-BE49-F238E27FC236}">
                <a16:creationId xmlns:a16="http://schemas.microsoft.com/office/drawing/2014/main" id="{03A2E4EC-1A3E-4A67-B183-15E0953EF0C2}"/>
              </a:ext>
            </a:extLst>
          </p:cNvPr>
          <p:cNvSpPr>
            <a:spLocks noGrp="1"/>
          </p:cNvSpPr>
          <p:nvPr/>
        </p:nvSpPr>
        <p:spPr>
          <a:xfrm>
            <a:off x="9810749" y="5564683"/>
            <a:ext cx="36671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T4</a:t>
            </a:r>
          </a:p>
        </p:txBody>
      </p:sp>
      <p:sp>
        <p:nvSpPr>
          <p:cNvPr id="125" name="!!source-9-dom-5-9-3-3-14-fill">
            <a:extLst>
              <a:ext uri="{FF2B5EF4-FFF2-40B4-BE49-F238E27FC236}">
                <a16:creationId xmlns:a16="http://schemas.microsoft.com/office/drawing/2014/main" id="{416E9E1E-0B01-4751-A551-2493EE24DD2C}"/>
              </a:ext>
            </a:extLst>
          </p:cNvPr>
          <p:cNvSpPr>
            <a:spLocks noGrp="1"/>
          </p:cNvSpPr>
          <p:nvPr/>
        </p:nvSpPr>
        <p:spPr>
          <a:xfrm>
            <a:off x="11896726" y="5488484"/>
            <a:ext cx="5886449" cy="47625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9-dom-5-9-3-3-14-outline">
            <a:extLst>
              <a:ext uri="{FF2B5EF4-FFF2-40B4-BE49-F238E27FC236}">
                <a16:creationId xmlns:a16="http://schemas.microsoft.com/office/drawing/2014/main" id="{B2D045E6-C9EE-459A-BA2F-AC44858227F9}"/>
              </a:ext>
            </a:extLst>
          </p:cNvPr>
          <p:cNvSpPr>
            <a:spLocks noGrp="1"/>
          </p:cNvSpPr>
          <p:nvPr/>
        </p:nvSpPr>
        <p:spPr>
          <a:xfrm>
            <a:off x="11906251" y="5498009"/>
            <a:ext cx="5867399" cy="45720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7" name="!!source-9-dom-5-9-3-3-14-0-fill">
            <a:extLst>
              <a:ext uri="{FF2B5EF4-FFF2-40B4-BE49-F238E27FC236}">
                <a16:creationId xmlns:a16="http://schemas.microsoft.com/office/drawing/2014/main" id="{CA0FF373-C167-436B-B9F4-08B35E6CBB09}"/>
              </a:ext>
            </a:extLst>
          </p:cNvPr>
          <p:cNvSpPr>
            <a:spLocks noGrp="1"/>
          </p:cNvSpPr>
          <p:nvPr/>
        </p:nvSpPr>
        <p:spPr>
          <a:xfrm>
            <a:off x="11915775" y="5507534"/>
            <a:ext cx="2807197" cy="438150"/>
          </a:xfrm>
          <a:prstGeom prst="rect">
            <a:avLst/>
          </a:prstGeom>
          <a:solidFill>
            <a:srgbClr val="C9B8AD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8" name="!!source-9-dom-5-9-3-3-14-1-border-Left">
            <a:extLst>
              <a:ext uri="{FF2B5EF4-FFF2-40B4-BE49-F238E27FC236}">
                <a16:creationId xmlns:a16="http://schemas.microsoft.com/office/drawing/2014/main" id="{095B06CE-6877-433C-836D-B2E13AB33DAF}"/>
              </a:ext>
            </a:extLst>
          </p:cNvPr>
          <p:cNvSpPr>
            <a:spLocks noGrp="1"/>
          </p:cNvSpPr>
          <p:nvPr/>
        </p:nvSpPr>
        <p:spPr>
          <a:xfrm>
            <a:off x="16613386" y="54313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9-dom-5-9-3-3-15-0-text-0">
            <a:extLst>
              <a:ext uri="{FF2B5EF4-FFF2-40B4-BE49-F238E27FC236}">
                <a16:creationId xmlns:a16="http://schemas.microsoft.com/office/drawing/2014/main" id="{C74A5AB9-D6F8-4018-BD1B-6CC612FEF766}"/>
              </a:ext>
            </a:extLst>
          </p:cNvPr>
          <p:cNvSpPr>
            <a:spLocks noGrp="1"/>
          </p:cNvSpPr>
          <p:nvPr/>
        </p:nvSpPr>
        <p:spPr>
          <a:xfrm>
            <a:off x="18204954" y="5526583"/>
            <a:ext cx="232618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✗</a:t>
            </a:r>
          </a:p>
        </p:txBody>
      </p:sp>
      <p:sp>
        <p:nvSpPr>
          <p:cNvPr id="130" name="!!source-9-dom-5-9-3-5-0-text-0">
            <a:extLst>
              <a:ext uri="{FF2B5EF4-FFF2-40B4-BE49-F238E27FC236}">
                <a16:creationId xmlns:a16="http://schemas.microsoft.com/office/drawing/2014/main" id="{FBB055AA-1D02-4CCE-966B-A74AD11E397D}"/>
              </a:ext>
            </a:extLst>
          </p:cNvPr>
          <p:cNvSpPr>
            <a:spLocks noGrp="1"/>
          </p:cNvSpPr>
          <p:nvPr/>
        </p:nvSpPr>
        <p:spPr>
          <a:xfrm>
            <a:off x="9572625" y="6328916"/>
            <a:ext cx="857979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Feasible: the pattern delivers at least the demand. The set changes</a:t>
            </a:r>
          </a:p>
        </p:txBody>
      </p:sp>
      <p:sp>
        <p:nvSpPr>
          <p:cNvPr id="131" name="!!source-9-dom-5-9-3-5-0-text-1">
            <a:extLst>
              <a:ext uri="{FF2B5EF4-FFF2-40B4-BE49-F238E27FC236}">
                <a16:creationId xmlns:a16="http://schemas.microsoft.com/office/drawing/2014/main" id="{E218D837-3F9B-43E7-B00B-B1DBFC27CB2F}"/>
              </a:ext>
            </a:extLst>
          </p:cNvPr>
          <p:cNvSpPr>
            <a:spLocks noGrp="1"/>
          </p:cNvSpPr>
          <p:nvPr/>
        </p:nvSpPr>
        <p:spPr>
          <a:xfrm>
            <a:off x="9572625" y="6687889"/>
            <a:ext cx="32614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with every tank pressure.</a:t>
            </a:r>
          </a:p>
        </p:txBody>
      </p:sp>
      <p:sp>
        <p:nvSpPr>
          <p:cNvPr id="132" name="!!source-9-dom-5-13-fill">
            <a:extLst>
              <a:ext uri="{FF2B5EF4-FFF2-40B4-BE49-F238E27FC236}">
                <a16:creationId xmlns:a16="http://schemas.microsoft.com/office/drawing/2014/main" id="{21F18A69-2173-4316-9494-2D3ECD83D0BF}"/>
              </a:ext>
            </a:extLst>
          </p:cNvPr>
          <p:cNvSpPr>
            <a:spLocks noGrp="1"/>
          </p:cNvSpPr>
          <p:nvPr/>
        </p:nvSpPr>
        <p:spPr>
          <a:xfrm>
            <a:off x="13335000" y="2466975"/>
            <a:ext cx="381000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3" name="!!source-9-dom-5-13-outline">
            <a:extLst>
              <a:ext uri="{FF2B5EF4-FFF2-40B4-BE49-F238E27FC236}">
                <a16:creationId xmlns:a16="http://schemas.microsoft.com/office/drawing/2014/main" id="{AA0FB036-8E65-49C6-98CC-31C8EBD49968}"/>
              </a:ext>
            </a:extLst>
          </p:cNvPr>
          <p:cNvSpPr>
            <a:spLocks noGrp="1"/>
          </p:cNvSpPr>
          <p:nvPr/>
        </p:nvSpPr>
        <p:spPr>
          <a:xfrm>
            <a:off x="13349287" y="2481263"/>
            <a:ext cx="3781425" cy="4789438"/>
          </a:xfrm>
          <a:prstGeom prst="rect">
            <a:avLst/>
          </a:prstGeom>
          <a:noFill/>
          <a:ln w="28575">
            <a:solidFill>
              <a:srgbClr val="8A7B71">
                <a:alpha val="10000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9-dom-5-13-1-1-fill">
            <a:extLst>
              <a:ext uri="{FF2B5EF4-FFF2-40B4-BE49-F238E27FC236}">
                <a16:creationId xmlns:a16="http://schemas.microsoft.com/office/drawing/2014/main" id="{A38E43E6-A63B-4CFC-8D6A-3D1AF85BD768}"/>
              </a:ext>
            </a:extLst>
          </p:cNvPr>
          <p:cNvSpPr>
            <a:spLocks noGrp="1"/>
          </p:cNvSpPr>
          <p:nvPr/>
        </p:nvSpPr>
        <p:spPr>
          <a:xfrm>
            <a:off x="14935200" y="3656707"/>
            <a:ext cx="609599" cy="609600"/>
          </a:xfrm>
          <a:prstGeom prst="ellipse">
            <a:avLst/>
          </a:prstGeom>
          <a:solidFill>
            <a:srgbClr val="8A7B71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5" name="!!source-9-dom-5-13-1-1-0-text-0">
            <a:extLst>
              <a:ext uri="{FF2B5EF4-FFF2-40B4-BE49-F238E27FC236}">
                <a16:creationId xmlns:a16="http://schemas.microsoft.com/office/drawing/2014/main" id="{502CAEFF-E60A-45AB-8B66-2B72175F80DF}"/>
              </a:ext>
            </a:extLst>
          </p:cNvPr>
          <p:cNvSpPr>
            <a:spLocks noGrp="1"/>
          </p:cNvSpPr>
          <p:nvPr/>
        </p:nvSpPr>
        <p:spPr>
          <a:xfrm>
            <a:off x="15141476" y="3785295"/>
            <a:ext cx="24452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36" name="!!source-9-dom-5-13-1-3-0-text-0">
            <a:extLst>
              <a:ext uri="{FF2B5EF4-FFF2-40B4-BE49-F238E27FC236}">
                <a16:creationId xmlns:a16="http://schemas.microsoft.com/office/drawing/2014/main" id="{2544E716-2984-4328-A4CE-AD7D789F96E5}"/>
              </a:ext>
            </a:extLst>
          </p:cNvPr>
          <p:cNvSpPr>
            <a:spLocks noGrp="1"/>
          </p:cNvSpPr>
          <p:nvPr/>
        </p:nvSpPr>
        <p:spPr>
          <a:xfrm>
            <a:off x="14584562" y="4456807"/>
            <a:ext cx="135850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ONGOING</a:t>
            </a:r>
          </a:p>
        </p:txBody>
      </p:sp>
      <p:sp>
        <p:nvSpPr>
          <p:cNvPr id="137" name="!!source-9-dom-5-13-1-5-0-text-0">
            <a:extLst>
              <a:ext uri="{FF2B5EF4-FFF2-40B4-BE49-F238E27FC236}">
                <a16:creationId xmlns:a16="http://schemas.microsoft.com/office/drawing/2014/main" id="{97DBB41C-1731-4F75-9428-02D9C622EB37}"/>
              </a:ext>
            </a:extLst>
          </p:cNvPr>
          <p:cNvSpPr>
            <a:spLocks noGrp="1"/>
          </p:cNvSpPr>
          <p:nvPr/>
        </p:nvSpPr>
        <p:spPr>
          <a:xfrm>
            <a:off x="14494669" y="4923532"/>
            <a:ext cx="1538287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138" name="!!source-9-dom-5-13-1-7-0-0-text-0">
            <a:extLst>
              <a:ext uri="{FF2B5EF4-FFF2-40B4-BE49-F238E27FC236}">
                <a16:creationId xmlns:a16="http://schemas.microsoft.com/office/drawing/2014/main" id="{5B6656EB-5872-4B9D-945F-2A7F189E35F1}"/>
              </a:ext>
            </a:extLst>
          </p:cNvPr>
          <p:cNvSpPr>
            <a:spLocks noGrp="1"/>
          </p:cNvSpPr>
          <p:nvPr/>
        </p:nvSpPr>
        <p:spPr>
          <a:xfrm>
            <a:off x="14453145" y="5447407"/>
            <a:ext cx="162133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disjoint count</a:t>
            </a:r>
          </a:p>
        </p:txBody>
      </p:sp>
      <p:sp>
        <p:nvSpPr>
          <p:cNvPr id="139" name="!!source-9-dom-5-13-1-7-1-0-text-0">
            <a:extLst>
              <a:ext uri="{FF2B5EF4-FFF2-40B4-BE49-F238E27FC236}">
                <a16:creationId xmlns:a16="http://schemas.microsoft.com/office/drawing/2014/main" id="{9B3BFA73-AE97-4DDD-BF69-A815AFCFB0D5}"/>
              </a:ext>
            </a:extLst>
          </p:cNvPr>
          <p:cNvSpPr>
            <a:spLocks noGrp="1"/>
          </p:cNvSpPr>
          <p:nvPr/>
        </p:nvSpPr>
        <p:spPr>
          <a:xfrm>
            <a:off x="14794558" y="5809357"/>
            <a:ext cx="9383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≥ target</a:t>
            </a:r>
          </a:p>
        </p:txBody>
      </p:sp>
      <p:sp>
        <p:nvSpPr>
          <p:cNvPr id="140" name="!!source-9-dom-5-13-3-1-0-0-fill">
            <a:extLst>
              <a:ext uri="{FF2B5EF4-FFF2-40B4-BE49-F238E27FC236}">
                <a16:creationId xmlns:a16="http://schemas.microsoft.com/office/drawing/2014/main" id="{A6B22E0B-977F-4AC8-91A7-4D656682C50F}"/>
              </a:ext>
            </a:extLst>
          </p:cNvPr>
          <p:cNvSpPr>
            <a:spLocks noGrp="1"/>
          </p:cNvSpPr>
          <p:nvPr/>
        </p:nvSpPr>
        <p:spPr>
          <a:xfrm>
            <a:off x="13668375" y="2800350"/>
            <a:ext cx="495300" cy="495300"/>
          </a:xfrm>
          <a:prstGeom prst="ellipse">
            <a:avLst/>
          </a:prstGeom>
          <a:solidFill>
            <a:srgbClr val="8A7B71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1" name="!!source-9-dom-5-13-3-1-0-0-0-text-0">
            <a:extLst>
              <a:ext uri="{FF2B5EF4-FFF2-40B4-BE49-F238E27FC236}">
                <a16:creationId xmlns:a16="http://schemas.microsoft.com/office/drawing/2014/main" id="{AFC0D93F-B9F0-421F-A7A3-8252F0709DC4}"/>
              </a:ext>
            </a:extLst>
          </p:cNvPr>
          <p:cNvSpPr>
            <a:spLocks noGrp="1"/>
          </p:cNvSpPr>
          <p:nvPr/>
        </p:nvSpPr>
        <p:spPr>
          <a:xfrm>
            <a:off x="13824049" y="2886075"/>
            <a:ext cx="2314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42" name="!!source-9-dom-5-13-3-1-0-1-0-0-text-0">
            <a:extLst>
              <a:ext uri="{FF2B5EF4-FFF2-40B4-BE49-F238E27FC236}">
                <a16:creationId xmlns:a16="http://schemas.microsoft.com/office/drawing/2014/main" id="{C8271DD1-1D8B-436D-A7FD-6A5BC54EF961}"/>
              </a:ext>
            </a:extLst>
          </p:cNvPr>
          <p:cNvSpPr>
            <a:spLocks noGrp="1"/>
          </p:cNvSpPr>
          <p:nvPr/>
        </p:nvSpPr>
        <p:spPr>
          <a:xfrm>
            <a:off x="14335125" y="2724150"/>
            <a:ext cx="175126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143" name="!!source-9-dom-5-13-3-1-0-1-1-0-text-0">
            <a:extLst>
              <a:ext uri="{FF2B5EF4-FFF2-40B4-BE49-F238E27FC236}">
                <a16:creationId xmlns:a16="http://schemas.microsoft.com/office/drawing/2014/main" id="{127AAE45-945B-4E98-AA55-D756BD22D285}"/>
              </a:ext>
            </a:extLst>
          </p:cNvPr>
          <p:cNvSpPr>
            <a:spLocks noGrp="1"/>
          </p:cNvSpPr>
          <p:nvPr/>
        </p:nvSpPr>
        <p:spPr>
          <a:xfrm>
            <a:off x="14335125" y="3095625"/>
            <a:ext cx="588094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count the disjoint feasible patterns against a target</a:t>
            </a:r>
          </a:p>
        </p:txBody>
      </p:sp>
      <p:sp>
        <p:nvSpPr>
          <p:cNvPr id="144" name="!!source-9-dom-5-13-3-1-1-outline">
            <a:extLst>
              <a:ext uri="{FF2B5EF4-FFF2-40B4-BE49-F238E27FC236}">
                <a16:creationId xmlns:a16="http://schemas.microsoft.com/office/drawing/2014/main" id="{92CEDFA5-6F8E-4152-BD3A-AF6F5FB9A234}"/>
              </a:ext>
            </a:extLst>
          </p:cNvPr>
          <p:cNvSpPr>
            <a:spLocks noGrp="1"/>
          </p:cNvSpPr>
          <p:nvPr/>
        </p:nvSpPr>
        <p:spPr>
          <a:xfrm>
            <a:off x="20364449" y="2852738"/>
            <a:ext cx="2305051" cy="390525"/>
          </a:xfrm>
          <a:prstGeom prst="rect">
            <a:avLst/>
          </a:prstGeom>
          <a:noFill/>
          <a:ln w="19050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9-dom-5-13-3-1-1-0-text-0">
            <a:extLst>
              <a:ext uri="{FF2B5EF4-FFF2-40B4-BE49-F238E27FC236}">
                <a16:creationId xmlns:a16="http://schemas.microsoft.com/office/drawing/2014/main" id="{A2453442-CDFD-4937-926A-B17005D25E9A}"/>
              </a:ext>
            </a:extLst>
          </p:cNvPr>
          <p:cNvSpPr>
            <a:spLocks noGrp="1"/>
          </p:cNvSpPr>
          <p:nvPr/>
        </p:nvSpPr>
        <p:spPr>
          <a:xfrm>
            <a:off x="20507326" y="2919413"/>
            <a:ext cx="206692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9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ONGOING WORK</a:t>
            </a:r>
          </a:p>
        </p:txBody>
      </p:sp>
      <p:sp>
        <p:nvSpPr>
          <p:cNvPr id="146" name="!!source-9-dom-5-13-3-3-1-1-0-text-0">
            <a:extLst>
              <a:ext uri="{FF2B5EF4-FFF2-40B4-BE49-F238E27FC236}">
                <a16:creationId xmlns:a16="http://schemas.microsoft.com/office/drawing/2014/main" id="{57FCF53A-83A0-4CCB-8318-9A778CFDBBA0}"/>
              </a:ext>
            </a:extLst>
          </p:cNvPr>
          <p:cNvSpPr>
            <a:spLocks noGrp="1"/>
          </p:cNvSpPr>
          <p:nvPr/>
        </p:nvSpPr>
        <p:spPr>
          <a:xfrm>
            <a:off x="13668375" y="3738265"/>
            <a:ext cx="284603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FEASIBLE PATTERNS</a:t>
            </a:r>
          </a:p>
        </p:txBody>
      </p:sp>
      <p:sp>
        <p:nvSpPr>
          <p:cNvPr id="147" name="!!source-9-dom-5-13-3-3-1-3-0-fill">
            <a:extLst>
              <a:ext uri="{FF2B5EF4-FFF2-40B4-BE49-F238E27FC236}">
                <a16:creationId xmlns:a16="http://schemas.microsoft.com/office/drawing/2014/main" id="{32189692-3EF9-4504-B336-F169664B2E71}"/>
              </a:ext>
            </a:extLst>
          </p:cNvPr>
          <p:cNvSpPr>
            <a:spLocks noGrp="1"/>
          </p:cNvSpPr>
          <p:nvPr/>
        </p:nvSpPr>
        <p:spPr>
          <a:xfrm>
            <a:off x="13668375" y="4128790"/>
            <a:ext cx="1535609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8" name="!!source-9-dom-5-13-3-3-1-3-0-outline">
            <a:extLst>
              <a:ext uri="{FF2B5EF4-FFF2-40B4-BE49-F238E27FC236}">
                <a16:creationId xmlns:a16="http://schemas.microsoft.com/office/drawing/2014/main" id="{68982CF0-5F56-4096-9774-079198392C69}"/>
              </a:ext>
            </a:extLst>
          </p:cNvPr>
          <p:cNvSpPr>
            <a:spLocks noGrp="1"/>
          </p:cNvSpPr>
          <p:nvPr/>
        </p:nvSpPr>
        <p:spPr>
          <a:xfrm>
            <a:off x="13682663" y="4143077"/>
            <a:ext cx="1507034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9" name="!!source-9-dom-5-13-3-3-1-3-0-0-text-0">
            <a:extLst>
              <a:ext uri="{FF2B5EF4-FFF2-40B4-BE49-F238E27FC236}">
                <a16:creationId xmlns:a16="http://schemas.microsoft.com/office/drawing/2014/main" id="{FBDBFA93-C0D1-4966-9076-1E5085A213BD}"/>
              </a:ext>
            </a:extLst>
          </p:cNvPr>
          <p:cNvSpPr>
            <a:spLocks noGrp="1"/>
          </p:cNvSpPr>
          <p:nvPr/>
        </p:nvSpPr>
        <p:spPr>
          <a:xfrm>
            <a:off x="13906500" y="4252615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150" name="!!source-9-dom-5-13-3-3-1-3-1-fill">
            <a:extLst>
              <a:ext uri="{FF2B5EF4-FFF2-40B4-BE49-F238E27FC236}">
                <a16:creationId xmlns:a16="http://schemas.microsoft.com/office/drawing/2014/main" id="{1AB30D37-B1D6-4FF5-B0FC-AD825576C831}"/>
              </a:ext>
            </a:extLst>
          </p:cNvPr>
          <p:cNvSpPr>
            <a:spLocks noGrp="1"/>
          </p:cNvSpPr>
          <p:nvPr/>
        </p:nvSpPr>
        <p:spPr>
          <a:xfrm>
            <a:off x="15299233" y="4128790"/>
            <a:ext cx="1535610" cy="571500"/>
          </a:xfrm>
          <a:prstGeom prst="roundRect">
            <a:avLst>
              <a:gd name="adj" fmla="val 10000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1" name="!!source-9-dom-5-13-3-3-1-3-1-outline">
            <a:extLst>
              <a:ext uri="{FF2B5EF4-FFF2-40B4-BE49-F238E27FC236}">
                <a16:creationId xmlns:a16="http://schemas.microsoft.com/office/drawing/2014/main" id="{D0ABFFC8-CB20-4794-A9AD-5C28F319F328}"/>
              </a:ext>
            </a:extLst>
          </p:cNvPr>
          <p:cNvSpPr>
            <a:spLocks noGrp="1"/>
          </p:cNvSpPr>
          <p:nvPr/>
        </p:nvSpPr>
        <p:spPr>
          <a:xfrm>
            <a:off x="15313521" y="4143077"/>
            <a:ext cx="150703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2" name="!!source-9-dom-5-13-3-3-1-3-1-0-text-0">
            <a:extLst>
              <a:ext uri="{FF2B5EF4-FFF2-40B4-BE49-F238E27FC236}">
                <a16:creationId xmlns:a16="http://schemas.microsoft.com/office/drawing/2014/main" id="{3D72C26D-358C-4E6C-A58E-F80E3D5A0906}"/>
              </a:ext>
            </a:extLst>
          </p:cNvPr>
          <p:cNvSpPr>
            <a:spLocks noGrp="1"/>
          </p:cNvSpPr>
          <p:nvPr/>
        </p:nvSpPr>
        <p:spPr>
          <a:xfrm>
            <a:off x="15537359" y="4252615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153" name="!!source-9-dom-5-13-3-3-1-3-2-fill">
            <a:extLst>
              <a:ext uri="{FF2B5EF4-FFF2-40B4-BE49-F238E27FC236}">
                <a16:creationId xmlns:a16="http://schemas.microsoft.com/office/drawing/2014/main" id="{F691AE80-AFDB-412A-8CFD-CC8CB963466E}"/>
              </a:ext>
            </a:extLst>
          </p:cNvPr>
          <p:cNvSpPr>
            <a:spLocks noGrp="1"/>
          </p:cNvSpPr>
          <p:nvPr/>
        </p:nvSpPr>
        <p:spPr>
          <a:xfrm>
            <a:off x="16930092" y="4128790"/>
            <a:ext cx="1649760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4" name="!!source-9-dom-5-13-3-3-1-3-2-outline">
            <a:extLst>
              <a:ext uri="{FF2B5EF4-FFF2-40B4-BE49-F238E27FC236}">
                <a16:creationId xmlns:a16="http://schemas.microsoft.com/office/drawing/2014/main" id="{4AA67647-F795-46DD-900E-72297EC7E814}"/>
              </a:ext>
            </a:extLst>
          </p:cNvPr>
          <p:cNvSpPr>
            <a:spLocks noGrp="1"/>
          </p:cNvSpPr>
          <p:nvPr/>
        </p:nvSpPr>
        <p:spPr>
          <a:xfrm>
            <a:off x="16944380" y="4143077"/>
            <a:ext cx="162118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9-dom-5-13-3-3-1-3-2-0-text-0">
            <a:extLst>
              <a:ext uri="{FF2B5EF4-FFF2-40B4-BE49-F238E27FC236}">
                <a16:creationId xmlns:a16="http://schemas.microsoft.com/office/drawing/2014/main" id="{70345627-8095-43E3-A2E4-15B8FF4E0073}"/>
              </a:ext>
            </a:extLst>
          </p:cNvPr>
          <p:cNvSpPr>
            <a:spLocks noGrp="1"/>
          </p:cNvSpPr>
          <p:nvPr/>
        </p:nvSpPr>
        <p:spPr>
          <a:xfrm>
            <a:off x="17168217" y="4252615"/>
            <a:ext cx="122113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T3₁ → T3₃</a:t>
            </a:r>
          </a:p>
        </p:txBody>
      </p:sp>
      <p:sp>
        <p:nvSpPr>
          <p:cNvPr id="156" name="!!source-9-dom-5-13-3-3-1-5-0-text-0">
            <a:extLst>
              <a:ext uri="{FF2B5EF4-FFF2-40B4-BE49-F238E27FC236}">
                <a16:creationId xmlns:a16="http://schemas.microsoft.com/office/drawing/2014/main" id="{2E83FBF7-7D3C-42BD-90D2-5A90E23BF1D3}"/>
              </a:ext>
            </a:extLst>
          </p:cNvPr>
          <p:cNvSpPr>
            <a:spLocks noGrp="1"/>
          </p:cNvSpPr>
          <p:nvPr/>
        </p:nvSpPr>
        <p:spPr>
          <a:xfrm>
            <a:off x="13668375" y="4824115"/>
            <a:ext cx="475416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two share T4: only one of them can count</a:t>
            </a:r>
          </a:p>
        </p:txBody>
      </p:sp>
      <p:sp>
        <p:nvSpPr>
          <p:cNvPr id="157" name="!!source-9-dom-5-13-3-3-3-0-fill">
            <a:extLst>
              <a:ext uri="{FF2B5EF4-FFF2-40B4-BE49-F238E27FC236}">
                <a16:creationId xmlns:a16="http://schemas.microsoft.com/office/drawing/2014/main" id="{2EA8D3A2-633F-4406-AFE0-89EF1D7DDB06}"/>
              </a:ext>
            </a:extLst>
          </p:cNvPr>
          <p:cNvSpPr>
            <a:spLocks noGrp="1"/>
          </p:cNvSpPr>
          <p:nvPr/>
        </p:nvSpPr>
        <p:spPr>
          <a:xfrm>
            <a:off x="13668375" y="5302151"/>
            <a:ext cx="1510307" cy="10001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8" name="!!source-9-dom-5-13-3-3-3-0-outline">
            <a:extLst>
              <a:ext uri="{FF2B5EF4-FFF2-40B4-BE49-F238E27FC236}">
                <a16:creationId xmlns:a16="http://schemas.microsoft.com/office/drawing/2014/main" id="{DD5F1704-8406-4551-8943-519B68E0B6F7}"/>
              </a:ext>
            </a:extLst>
          </p:cNvPr>
          <p:cNvSpPr>
            <a:spLocks noGrp="1"/>
          </p:cNvSpPr>
          <p:nvPr/>
        </p:nvSpPr>
        <p:spPr>
          <a:xfrm>
            <a:off x="13677900" y="5311676"/>
            <a:ext cx="1491257" cy="981075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9" name="!!source-9-dom-5-13-3-3-3-0-0-0-text-0">
            <a:extLst>
              <a:ext uri="{FF2B5EF4-FFF2-40B4-BE49-F238E27FC236}">
                <a16:creationId xmlns:a16="http://schemas.microsoft.com/office/drawing/2014/main" id="{CF180D4F-B3CA-4798-B563-B3CA323EB01E}"/>
              </a:ext>
            </a:extLst>
          </p:cNvPr>
          <p:cNvSpPr>
            <a:spLocks noGrp="1"/>
          </p:cNvSpPr>
          <p:nvPr/>
        </p:nvSpPr>
        <p:spPr>
          <a:xfrm>
            <a:off x="13839825" y="5435501"/>
            <a:ext cx="121503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DISJOINT</a:t>
            </a:r>
          </a:p>
        </p:txBody>
      </p:sp>
      <p:sp>
        <p:nvSpPr>
          <p:cNvPr id="160" name="!!source-9-dom-5-13-3-3-3-0-1-0-text-0">
            <a:extLst>
              <a:ext uri="{FF2B5EF4-FFF2-40B4-BE49-F238E27FC236}">
                <a16:creationId xmlns:a16="http://schemas.microsoft.com/office/drawing/2014/main" id="{AD98EC98-C42D-42EA-BD41-1DFAB1F4ABE5}"/>
              </a:ext>
            </a:extLst>
          </p:cNvPr>
          <p:cNvSpPr>
            <a:spLocks noGrp="1"/>
          </p:cNvSpPr>
          <p:nvPr/>
        </p:nvSpPr>
        <p:spPr>
          <a:xfrm>
            <a:off x="14322623" y="5711726"/>
            <a:ext cx="249436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</a:t>
            </a:r>
          </a:p>
        </p:txBody>
      </p:sp>
      <p:sp>
        <p:nvSpPr>
          <p:cNvPr id="161" name="!!source-9-dom-5-13-3-3-3-1-0-text-0">
            <a:extLst>
              <a:ext uri="{FF2B5EF4-FFF2-40B4-BE49-F238E27FC236}">
                <a16:creationId xmlns:a16="http://schemas.microsoft.com/office/drawing/2014/main" id="{4EC60B9E-44C2-4D3D-B5B8-646223A64B58}"/>
              </a:ext>
            </a:extLst>
          </p:cNvPr>
          <p:cNvSpPr>
            <a:spLocks noGrp="1"/>
          </p:cNvSpPr>
          <p:nvPr/>
        </p:nvSpPr>
        <p:spPr>
          <a:xfrm>
            <a:off x="15313968" y="5592663"/>
            <a:ext cx="253156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≥</a:t>
            </a:r>
          </a:p>
        </p:txBody>
      </p:sp>
      <p:sp>
        <p:nvSpPr>
          <p:cNvPr id="162" name="!!source-9-dom-5-13-3-3-3-2-fill">
            <a:extLst>
              <a:ext uri="{FF2B5EF4-FFF2-40B4-BE49-F238E27FC236}">
                <a16:creationId xmlns:a16="http://schemas.microsoft.com/office/drawing/2014/main" id="{A36C0F80-BE74-46D9-BA46-AF36875E6164}"/>
              </a:ext>
            </a:extLst>
          </p:cNvPr>
          <p:cNvSpPr>
            <a:spLocks noGrp="1"/>
          </p:cNvSpPr>
          <p:nvPr/>
        </p:nvSpPr>
        <p:spPr>
          <a:xfrm>
            <a:off x="15654933" y="5302151"/>
            <a:ext cx="1311919" cy="10001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3" name="!!source-9-dom-5-13-3-3-3-2-outline">
            <a:extLst>
              <a:ext uri="{FF2B5EF4-FFF2-40B4-BE49-F238E27FC236}">
                <a16:creationId xmlns:a16="http://schemas.microsoft.com/office/drawing/2014/main" id="{CF5FCBE2-F317-413B-A101-DD41709CC0A2}"/>
              </a:ext>
            </a:extLst>
          </p:cNvPr>
          <p:cNvSpPr>
            <a:spLocks noGrp="1"/>
          </p:cNvSpPr>
          <p:nvPr/>
        </p:nvSpPr>
        <p:spPr>
          <a:xfrm>
            <a:off x="15664458" y="5311676"/>
            <a:ext cx="1292869" cy="981075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4" name="!!source-9-dom-5-13-3-3-3-2-0-0-text-0">
            <a:extLst>
              <a:ext uri="{FF2B5EF4-FFF2-40B4-BE49-F238E27FC236}">
                <a16:creationId xmlns:a16="http://schemas.microsoft.com/office/drawing/2014/main" id="{4AF3DA94-87AD-4F5E-A7B3-A6BAED77F666}"/>
              </a:ext>
            </a:extLst>
          </p:cNvPr>
          <p:cNvSpPr>
            <a:spLocks noGrp="1"/>
          </p:cNvSpPr>
          <p:nvPr/>
        </p:nvSpPr>
        <p:spPr>
          <a:xfrm>
            <a:off x="15826382" y="5435501"/>
            <a:ext cx="101664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TARGET</a:t>
            </a:r>
          </a:p>
        </p:txBody>
      </p:sp>
      <p:sp>
        <p:nvSpPr>
          <p:cNvPr id="165" name="!!source-9-dom-5-13-3-3-3-2-1-0-text-0">
            <a:extLst>
              <a:ext uri="{FF2B5EF4-FFF2-40B4-BE49-F238E27FC236}">
                <a16:creationId xmlns:a16="http://schemas.microsoft.com/office/drawing/2014/main" id="{B7C9444D-24E5-401E-9637-82FD6706908B}"/>
              </a:ext>
            </a:extLst>
          </p:cNvPr>
          <p:cNvSpPr>
            <a:spLocks noGrp="1"/>
          </p:cNvSpPr>
          <p:nvPr/>
        </p:nvSpPr>
        <p:spPr>
          <a:xfrm>
            <a:off x="16209913" y="5711726"/>
            <a:ext cx="249436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</a:t>
            </a:r>
          </a:p>
        </p:txBody>
      </p:sp>
      <p:sp>
        <p:nvSpPr>
          <p:cNvPr id="166" name="!!source-9-dom-5-13-3-3-3-3-0-text-0">
            <a:extLst>
              <a:ext uri="{FF2B5EF4-FFF2-40B4-BE49-F238E27FC236}">
                <a16:creationId xmlns:a16="http://schemas.microsoft.com/office/drawing/2014/main" id="{C855A60E-95B3-46D7-832C-35E7238D0F22}"/>
              </a:ext>
            </a:extLst>
          </p:cNvPr>
          <p:cNvSpPr>
            <a:spLocks noGrp="1"/>
          </p:cNvSpPr>
          <p:nvPr/>
        </p:nvSpPr>
        <p:spPr>
          <a:xfrm>
            <a:off x="17037696" y="5602189"/>
            <a:ext cx="382041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⇔</a:t>
            </a:r>
          </a:p>
        </p:txBody>
      </p:sp>
      <p:sp>
        <p:nvSpPr>
          <p:cNvPr id="167" name="!!source-9-dom-5-13-3-3-3-4-fill">
            <a:extLst>
              <a:ext uri="{FF2B5EF4-FFF2-40B4-BE49-F238E27FC236}">
                <a16:creationId xmlns:a16="http://schemas.microsoft.com/office/drawing/2014/main" id="{12E3EE74-22CF-4B1C-858E-C10BD50E40AE}"/>
              </a:ext>
            </a:extLst>
          </p:cNvPr>
          <p:cNvSpPr>
            <a:spLocks noGrp="1"/>
          </p:cNvSpPr>
          <p:nvPr/>
        </p:nvSpPr>
        <p:spPr>
          <a:xfrm>
            <a:off x="17443103" y="5302151"/>
            <a:ext cx="1739354" cy="1000125"/>
          </a:xfrm>
          <a:prstGeom prst="rect">
            <a:avLst/>
          </a:prstGeom>
          <a:solidFill>
            <a:srgbClr val="E8F3EC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8" name="!!source-9-dom-5-13-3-3-3-4-outline">
            <a:extLst>
              <a:ext uri="{FF2B5EF4-FFF2-40B4-BE49-F238E27FC236}">
                <a16:creationId xmlns:a16="http://schemas.microsoft.com/office/drawing/2014/main" id="{FD17F77E-EE88-4B67-B817-EFD13DF5D003}"/>
              </a:ext>
            </a:extLst>
          </p:cNvPr>
          <p:cNvSpPr>
            <a:spLocks noGrp="1"/>
          </p:cNvSpPr>
          <p:nvPr/>
        </p:nvSpPr>
        <p:spPr>
          <a:xfrm>
            <a:off x="17452628" y="5311676"/>
            <a:ext cx="1720304" cy="981075"/>
          </a:xfrm>
          <a:prstGeom prst="rect">
            <a:avLst/>
          </a:prstGeom>
          <a:noFill/>
          <a:ln w="19050">
            <a:solidFill>
              <a:srgbClr val="2E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9" name="!!source-9-dom-5-13-3-3-3-4-0-0-text-0">
            <a:extLst>
              <a:ext uri="{FF2B5EF4-FFF2-40B4-BE49-F238E27FC236}">
                <a16:creationId xmlns:a16="http://schemas.microsoft.com/office/drawing/2014/main" id="{F178DB1B-808C-40F9-BD0E-4BA4D57C5A99}"/>
              </a:ext>
            </a:extLst>
          </p:cNvPr>
          <p:cNvSpPr>
            <a:spLocks noGrp="1"/>
          </p:cNvSpPr>
          <p:nvPr/>
        </p:nvSpPr>
        <p:spPr>
          <a:xfrm>
            <a:off x="17614552" y="5435501"/>
            <a:ext cx="144408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AVAILABLE</a:t>
            </a:r>
          </a:p>
        </p:txBody>
      </p:sp>
      <p:sp>
        <p:nvSpPr>
          <p:cNvPr id="170" name="!!source-9-dom-5-13-3-3-3-4-1-0-text-0">
            <a:extLst>
              <a:ext uri="{FF2B5EF4-FFF2-40B4-BE49-F238E27FC236}">
                <a16:creationId xmlns:a16="http://schemas.microsoft.com/office/drawing/2014/main" id="{5E6ED424-7B26-440A-9028-BF0B261587A9}"/>
              </a:ext>
            </a:extLst>
          </p:cNvPr>
          <p:cNvSpPr>
            <a:spLocks noGrp="1"/>
          </p:cNvSpPr>
          <p:nvPr/>
        </p:nvSpPr>
        <p:spPr>
          <a:xfrm>
            <a:off x="18152566" y="5711726"/>
            <a:ext cx="367904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2E7D4F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2E7D4F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✓</a:t>
            </a:r>
          </a:p>
        </p:txBody>
      </p:sp>
      <p:sp>
        <p:nvSpPr>
          <p:cNvPr id="171" name="!!source-9-dom-5-13-3-5-0-text-0">
            <a:extLst>
              <a:ext uri="{FF2B5EF4-FFF2-40B4-BE49-F238E27FC236}">
                <a16:creationId xmlns:a16="http://schemas.microsoft.com/office/drawing/2014/main" id="{CF4DDB5B-5C03-4318-8C09-A530F1EEA46B}"/>
              </a:ext>
            </a:extLst>
          </p:cNvPr>
          <p:cNvSpPr>
            <a:spLocks noGrp="1"/>
          </p:cNvSpPr>
          <p:nvPr/>
        </p:nvSpPr>
        <p:spPr>
          <a:xfrm>
            <a:off x="13668375" y="6687889"/>
            <a:ext cx="820831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The target is time-varying: raise it at rush hours, relax it at night.</a:t>
            </a:r>
          </a:p>
        </p:txBody>
      </p:sp>
      <p:sp>
        <p:nvSpPr>
          <p:cNvPr id="172" name="!!source-9-dom-7-1-outline">
            <a:extLst>
              <a:ext uri="{FF2B5EF4-FFF2-40B4-BE49-F238E27FC236}">
                <a16:creationId xmlns:a16="http://schemas.microsoft.com/office/drawing/2014/main" id="{1FED36D3-4244-46B9-AA57-E5F1FBCA520C}"/>
              </a:ext>
            </a:extLst>
          </p:cNvPr>
          <p:cNvSpPr>
            <a:spLocks noGrp="1"/>
          </p:cNvSpPr>
          <p:nvPr/>
        </p:nvSpPr>
        <p:spPr>
          <a:xfrm>
            <a:off x="1062037" y="7800082"/>
            <a:ext cx="4834682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3" name="!!source-9-dom-7-1-0-text-0">
            <a:extLst>
              <a:ext uri="{FF2B5EF4-FFF2-40B4-BE49-F238E27FC236}">
                <a16:creationId xmlns:a16="http://schemas.microsoft.com/office/drawing/2014/main" id="{BE937AD0-1F04-4C3F-BA7D-4A7EFDC10BA8}"/>
              </a:ext>
            </a:extLst>
          </p:cNvPr>
          <p:cNvSpPr>
            <a:spLocks noGrp="1"/>
          </p:cNvSpPr>
          <p:nvPr/>
        </p:nvSpPr>
        <p:spPr>
          <a:xfrm>
            <a:off x="1304925" y="7928669"/>
            <a:ext cx="4396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Feasible: per pattern, per client</a:t>
            </a:r>
          </a:p>
        </p:txBody>
      </p:sp>
      <p:sp>
        <p:nvSpPr>
          <p:cNvPr id="174" name="!!source-9-dom-7-3-outline">
            <a:extLst>
              <a:ext uri="{FF2B5EF4-FFF2-40B4-BE49-F238E27FC236}">
                <a16:creationId xmlns:a16="http://schemas.microsoft.com/office/drawing/2014/main" id="{67FBE5DF-5F24-4FDF-AF34-1EE27BB1A34F}"/>
              </a:ext>
            </a:extLst>
          </p:cNvPr>
          <p:cNvSpPr>
            <a:spLocks noGrp="1"/>
          </p:cNvSpPr>
          <p:nvPr/>
        </p:nvSpPr>
        <p:spPr>
          <a:xfrm>
            <a:off x="6153894" y="7800082"/>
            <a:ext cx="5006876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5" name="!!source-9-dom-7-3-0-text-0">
            <a:extLst>
              <a:ext uri="{FF2B5EF4-FFF2-40B4-BE49-F238E27FC236}">
                <a16:creationId xmlns:a16="http://schemas.microsoft.com/office/drawing/2014/main" id="{BDDF6917-B1E9-4F94-8C24-BA30158606D9}"/>
              </a:ext>
            </a:extLst>
          </p:cNvPr>
          <p:cNvSpPr>
            <a:spLocks noGrp="1"/>
          </p:cNvSpPr>
          <p:nvPr/>
        </p:nvSpPr>
        <p:spPr>
          <a:xfrm>
            <a:off x="6396782" y="7928669"/>
            <a:ext cx="45687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Available: disjoint count ≥ target</a:t>
            </a:r>
          </a:p>
        </p:txBody>
      </p:sp>
      <p:sp>
        <p:nvSpPr>
          <p:cNvPr id="176" name="!!source-9-dom-7-5-0-text-0">
            <a:extLst>
              <a:ext uri="{FF2B5EF4-FFF2-40B4-BE49-F238E27FC236}">
                <a16:creationId xmlns:a16="http://schemas.microsoft.com/office/drawing/2014/main" id="{4147F213-5E0B-48C5-A3C3-CE6F491E2618}"/>
              </a:ext>
            </a:extLst>
          </p:cNvPr>
          <p:cNvSpPr>
            <a:spLocks noGrp="1"/>
          </p:cNvSpPr>
          <p:nvPr/>
        </p:nvSpPr>
        <p:spPr>
          <a:xfrm>
            <a:off x="11403657" y="7580263"/>
            <a:ext cx="4520804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Availability is a quantity the solver</a:t>
            </a:r>
          </a:p>
        </p:txBody>
      </p:sp>
      <p:sp>
        <p:nvSpPr>
          <p:cNvPr id="177" name="!!source-9-dom-7-5-0-text-1">
            <a:extLst>
              <a:ext uri="{FF2B5EF4-FFF2-40B4-BE49-F238E27FC236}">
                <a16:creationId xmlns:a16="http://schemas.microsoft.com/office/drawing/2014/main" id="{52B071A3-9017-492F-B68E-20BF8984A02C}"/>
              </a:ext>
            </a:extLst>
          </p:cNvPr>
          <p:cNvSpPr>
            <a:spLocks noGrp="1"/>
          </p:cNvSpPr>
          <p:nvPr/>
        </p:nvSpPr>
        <p:spPr>
          <a:xfrm>
            <a:off x="11403657" y="7926883"/>
            <a:ext cx="544145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optimises, not a stored mass. All of it can</a:t>
            </a:r>
          </a:p>
        </p:txBody>
      </p:sp>
      <p:sp>
        <p:nvSpPr>
          <p:cNvPr id="178" name="!!source-9-dom-7-5-0-text-2">
            <a:extLst>
              <a:ext uri="{FF2B5EF4-FFF2-40B4-BE49-F238E27FC236}">
                <a16:creationId xmlns:a16="http://schemas.microsoft.com/office/drawing/2014/main" id="{FB64CA99-E42B-4EEA-96A5-7BD36EE54794}"/>
              </a:ext>
            </a:extLst>
          </p:cNvPr>
          <p:cNvSpPr>
            <a:spLocks noGrp="1"/>
          </p:cNvSpPr>
          <p:nvPr/>
        </p:nvSpPr>
        <p:spPr>
          <a:xfrm>
            <a:off x="11403657" y="8273504"/>
            <a:ext cx="166657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vary in time.</a:t>
            </a:r>
          </a:p>
        </p:txBody>
      </p:sp>
      <p:pic>
        <p:nvPicPr>
          <p:cNvPr id="360" name="!!source-9-dom-9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361" name="!!source-9-dom-9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308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!!source-9-dom-fill">
            <a:extLst>
              <a:ext uri="{FF2B5EF4-FFF2-40B4-BE49-F238E27FC236}">
                <a16:creationId xmlns:a16="http://schemas.microsoft.com/office/drawing/2014/main" id="{03307E37-EBCC-45B4-AD52-164281F5D3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9-dom-1-0-0-0-text-0">
            <a:extLst>
              <a:ext uri="{FF2B5EF4-FFF2-40B4-BE49-F238E27FC236}">
                <a16:creationId xmlns:a16="http://schemas.microsoft.com/office/drawing/2014/main" id="{17C043DF-D4B9-4432-9028-B1263D3D90FD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9-dom-1-0-1-0-text-0">
            <a:extLst>
              <a:ext uri="{FF2B5EF4-FFF2-40B4-BE49-F238E27FC236}">
                <a16:creationId xmlns:a16="http://schemas.microsoft.com/office/drawing/2014/main" id="{FFBC6311-9743-4712-B90F-46DA7CD15ABC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9-dom-1-0-2-border-Bottom">
            <a:extLst>
              <a:ext uri="{FF2B5EF4-FFF2-40B4-BE49-F238E27FC236}">
                <a16:creationId xmlns:a16="http://schemas.microsoft.com/office/drawing/2014/main" id="{FA14467A-69BD-4D31-A9F6-282A145E4F99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9-dom-1-0-2-0-text-0">
            <a:extLst>
              <a:ext uri="{FF2B5EF4-FFF2-40B4-BE49-F238E27FC236}">
                <a16:creationId xmlns:a16="http://schemas.microsoft.com/office/drawing/2014/main" id="{9C4ECDB9-C7AD-4CC8-9B10-D649F0D77508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9-dom-1-0-3-0-text-0">
            <a:extLst>
              <a:ext uri="{FF2B5EF4-FFF2-40B4-BE49-F238E27FC236}">
                <a16:creationId xmlns:a16="http://schemas.microsoft.com/office/drawing/2014/main" id="{D63005FC-EFE4-4566-8D0F-338D73FAB942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9-dom-1-0-4-0-text-0">
            <a:extLst>
              <a:ext uri="{FF2B5EF4-FFF2-40B4-BE49-F238E27FC236}">
                <a16:creationId xmlns:a16="http://schemas.microsoft.com/office/drawing/2014/main" id="{25C4A04F-7B57-4AC2-A49B-98E5DD1DA7A6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9-dom-1-0-5-0-text-0">
            <a:extLst>
              <a:ext uri="{FF2B5EF4-FFF2-40B4-BE49-F238E27FC236}">
                <a16:creationId xmlns:a16="http://schemas.microsoft.com/office/drawing/2014/main" id="{1859C7D1-6093-42DE-9531-476DB0FD418C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9-dom-1-1-0-text-0">
            <a:extLst>
              <a:ext uri="{FF2B5EF4-FFF2-40B4-BE49-F238E27FC236}">
                <a16:creationId xmlns:a16="http://schemas.microsoft.com/office/drawing/2014/main" id="{BFBAA04B-044F-4F78-8690-BDC085991792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10 / 17</a:t>
            </a:r>
          </a:p>
        </p:txBody>
      </p:sp>
      <p:sp>
        <p:nvSpPr>
          <p:cNvPr id="10" name="!!source-9-dom-3-1-0-0-text-0">
            <a:extLst>
              <a:ext uri="{FF2B5EF4-FFF2-40B4-BE49-F238E27FC236}">
                <a16:creationId xmlns:a16="http://schemas.microsoft.com/office/drawing/2014/main" id="{80661C82-A14C-4FEC-920B-0F35E96CAE2E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6440686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The availability objective</a:t>
            </a:r>
          </a:p>
        </p:txBody>
      </p:sp>
      <p:sp>
        <p:nvSpPr>
          <p:cNvPr id="11" name="!!source-9-dom-3-1-1-0-0-text-0">
            <a:extLst>
              <a:ext uri="{FF2B5EF4-FFF2-40B4-BE49-F238E27FC236}">
                <a16:creationId xmlns:a16="http://schemas.microsoft.com/office/drawing/2014/main" id="{FDAAA45E-53DB-413F-9766-9BF6C0156B5D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531093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Who must the station stay ready for?</a:t>
            </a:r>
          </a:p>
        </p:txBody>
      </p:sp>
      <p:sp>
        <p:nvSpPr>
          <p:cNvPr id="12" name="!!source-9-dom-5-1-fill">
            <a:extLst>
              <a:ext uri="{FF2B5EF4-FFF2-40B4-BE49-F238E27FC236}">
                <a16:creationId xmlns:a16="http://schemas.microsoft.com/office/drawing/2014/main" id="{3144238F-BFE8-4554-92B2-BBBA93C8887D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962025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9-dom-5-1-outline">
            <a:extLst>
              <a:ext uri="{FF2B5EF4-FFF2-40B4-BE49-F238E27FC236}">
                <a16:creationId xmlns:a16="http://schemas.microsoft.com/office/drawing/2014/main" id="{EFBBC3E4-0E94-4327-8DB9-15293A8A6698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9591675" cy="4789438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9-dom-5-1-1-1-fill">
            <a:extLst>
              <a:ext uri="{FF2B5EF4-FFF2-40B4-BE49-F238E27FC236}">
                <a16:creationId xmlns:a16="http://schemas.microsoft.com/office/drawing/2014/main" id="{A7A3E266-31AD-4D7B-BA51-2592B1F44878}"/>
              </a:ext>
            </a:extLst>
          </p:cNvPr>
          <p:cNvSpPr>
            <a:spLocks noGrp="1"/>
          </p:cNvSpPr>
          <p:nvPr/>
        </p:nvSpPr>
        <p:spPr>
          <a:xfrm>
            <a:off x="5553075" y="3347144"/>
            <a:ext cx="609600" cy="6096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9-dom-5-1-1-1-0-text-0">
            <a:extLst>
              <a:ext uri="{FF2B5EF4-FFF2-40B4-BE49-F238E27FC236}">
                <a16:creationId xmlns:a16="http://schemas.microsoft.com/office/drawing/2014/main" id="{1F44577B-130A-4C9B-B46C-ADFD9748CBF9}"/>
              </a:ext>
            </a:extLst>
          </p:cNvPr>
          <p:cNvSpPr>
            <a:spLocks noGrp="1"/>
          </p:cNvSpPr>
          <p:nvPr/>
        </p:nvSpPr>
        <p:spPr>
          <a:xfrm>
            <a:off x="5801767" y="3475732"/>
            <a:ext cx="15969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9-dom-5-1-1-3-0-text-0">
            <a:extLst>
              <a:ext uri="{FF2B5EF4-FFF2-40B4-BE49-F238E27FC236}">
                <a16:creationId xmlns:a16="http://schemas.microsoft.com/office/drawing/2014/main" id="{D55834FD-F191-4C37-9454-E6CEFB9535B4}"/>
              </a:ext>
            </a:extLst>
          </p:cNvPr>
          <p:cNvSpPr>
            <a:spLocks noGrp="1"/>
          </p:cNvSpPr>
          <p:nvPr/>
        </p:nvSpPr>
        <p:spPr>
          <a:xfrm>
            <a:off x="5441008" y="4147245"/>
            <a:ext cx="88136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INPUT</a:t>
            </a:r>
          </a:p>
        </p:txBody>
      </p:sp>
      <p:sp>
        <p:nvSpPr>
          <p:cNvPr id="17" name="!!source-9-dom-5-1-1-5-0-text-0">
            <a:extLst>
              <a:ext uri="{FF2B5EF4-FFF2-40B4-BE49-F238E27FC236}">
                <a16:creationId xmlns:a16="http://schemas.microsoft.com/office/drawing/2014/main" id="{65DC36CB-9BF9-4DC6-AB7D-06CE192697F2}"/>
              </a:ext>
            </a:extLst>
          </p:cNvPr>
          <p:cNvSpPr>
            <a:spLocks noGrp="1"/>
          </p:cNvSpPr>
          <p:nvPr/>
        </p:nvSpPr>
        <p:spPr>
          <a:xfrm>
            <a:off x="4972199" y="4613969"/>
            <a:ext cx="181882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Hypothetical</a:t>
            </a:r>
          </a:p>
        </p:txBody>
      </p:sp>
      <p:sp>
        <p:nvSpPr>
          <p:cNvPr id="18" name="!!source-9-dom-5-1-1-5-0-text-1">
            <a:extLst>
              <a:ext uri="{FF2B5EF4-FFF2-40B4-BE49-F238E27FC236}">
                <a16:creationId xmlns:a16="http://schemas.microsoft.com/office/drawing/2014/main" id="{4E05C1B5-37DF-4A19-9BA7-E39F0BE6887A}"/>
              </a:ext>
            </a:extLst>
          </p:cNvPr>
          <p:cNvSpPr>
            <a:spLocks noGrp="1"/>
          </p:cNvSpPr>
          <p:nvPr/>
        </p:nvSpPr>
        <p:spPr>
          <a:xfrm>
            <a:off x="5473154" y="4947345"/>
            <a:ext cx="8170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client</a:t>
            </a:r>
          </a:p>
        </p:txBody>
      </p:sp>
      <p:sp>
        <p:nvSpPr>
          <p:cNvPr id="19" name="!!source-9-dom-5-1-1-7-0-0-text-0">
            <a:extLst>
              <a:ext uri="{FF2B5EF4-FFF2-40B4-BE49-F238E27FC236}">
                <a16:creationId xmlns:a16="http://schemas.microsoft.com/office/drawing/2014/main" id="{1E9DA523-EAE5-48A4-96CA-78BDF8309236}"/>
              </a:ext>
            </a:extLst>
          </p:cNvPr>
          <p:cNvSpPr>
            <a:spLocks noGrp="1"/>
          </p:cNvSpPr>
          <p:nvPr/>
        </p:nvSpPr>
        <p:spPr>
          <a:xfrm>
            <a:off x="5002857" y="5471219"/>
            <a:ext cx="175766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mass on arrival</a:t>
            </a:r>
          </a:p>
        </p:txBody>
      </p:sp>
      <p:sp>
        <p:nvSpPr>
          <p:cNvPr id="20" name="!!source-9-dom-5-1-1-7-1-0-text-0">
            <a:extLst>
              <a:ext uri="{FF2B5EF4-FFF2-40B4-BE49-F238E27FC236}">
                <a16:creationId xmlns:a16="http://schemas.microsoft.com/office/drawing/2014/main" id="{25C67816-E15F-4EC9-BF47-031A5FF750D1}"/>
              </a:ext>
            </a:extLst>
          </p:cNvPr>
          <p:cNvSpPr>
            <a:spLocks noGrp="1"/>
          </p:cNvSpPr>
          <p:nvPr/>
        </p:nvSpPr>
        <p:spPr>
          <a:xfrm>
            <a:off x="5304383" y="5833169"/>
            <a:ext cx="115460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hydrogen</a:t>
            </a:r>
          </a:p>
        </p:txBody>
      </p:sp>
      <p:sp>
        <p:nvSpPr>
          <p:cNvPr id="21" name="!!source-9-dom-5-1-1-7-1-0-text-1">
            <a:extLst>
              <a:ext uri="{FF2B5EF4-FFF2-40B4-BE49-F238E27FC236}">
                <a16:creationId xmlns:a16="http://schemas.microsoft.com/office/drawing/2014/main" id="{16BEE172-1D13-49D5-B099-63F1023E2E06}"/>
              </a:ext>
            </a:extLst>
          </p:cNvPr>
          <p:cNvSpPr>
            <a:spLocks noGrp="1"/>
          </p:cNvSpPr>
          <p:nvPr/>
        </p:nvSpPr>
        <p:spPr>
          <a:xfrm>
            <a:off x="5367784" y="6118919"/>
            <a:ext cx="102765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demand</a:t>
            </a:r>
          </a:p>
        </p:txBody>
      </p:sp>
      <p:sp>
        <p:nvSpPr>
          <p:cNvPr id="22" name="!!source-9-dom-5-1-3-1-0-fill">
            <a:extLst>
              <a:ext uri="{FF2B5EF4-FFF2-40B4-BE49-F238E27FC236}">
                <a16:creationId xmlns:a16="http://schemas.microsoft.com/office/drawing/2014/main" id="{23C8BCB0-3ADA-4B1B-9A6B-17E6B799055A}"/>
              </a:ext>
            </a:extLst>
          </p:cNvPr>
          <p:cNvSpPr>
            <a:spLocks noGrp="1"/>
          </p:cNvSpPr>
          <p:nvPr/>
        </p:nvSpPr>
        <p:spPr>
          <a:xfrm>
            <a:off x="1381125" y="2800350"/>
            <a:ext cx="495300" cy="4953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" name="!!source-9-dom-5-1-3-1-0-0-text-0">
            <a:extLst>
              <a:ext uri="{FF2B5EF4-FFF2-40B4-BE49-F238E27FC236}">
                <a16:creationId xmlns:a16="http://schemas.microsoft.com/office/drawing/2014/main" id="{D0161383-110A-4CFE-A4C2-EFEA43031A98}"/>
              </a:ext>
            </a:extLst>
          </p:cNvPr>
          <p:cNvSpPr>
            <a:spLocks noGrp="1"/>
          </p:cNvSpPr>
          <p:nvPr/>
        </p:nvSpPr>
        <p:spPr>
          <a:xfrm>
            <a:off x="1576388" y="288607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4" name="!!source-9-dom-5-1-3-1-1-0-0-text-0">
            <a:extLst>
              <a:ext uri="{FF2B5EF4-FFF2-40B4-BE49-F238E27FC236}">
                <a16:creationId xmlns:a16="http://schemas.microsoft.com/office/drawing/2014/main" id="{553C1C26-46F6-44C1-BFC9-A2E743E4D795}"/>
              </a:ext>
            </a:extLst>
          </p:cNvPr>
          <p:cNvSpPr>
            <a:spLocks noGrp="1"/>
          </p:cNvSpPr>
          <p:nvPr/>
        </p:nvSpPr>
        <p:spPr>
          <a:xfrm>
            <a:off x="2047875" y="2724150"/>
            <a:ext cx="330577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 hypothetical client</a:t>
            </a:r>
          </a:p>
        </p:txBody>
      </p:sp>
      <p:sp>
        <p:nvSpPr>
          <p:cNvPr id="25" name="!!source-9-dom-5-1-3-1-1-1-0-text-0">
            <a:extLst>
              <a:ext uri="{FF2B5EF4-FFF2-40B4-BE49-F238E27FC236}">
                <a16:creationId xmlns:a16="http://schemas.microsoft.com/office/drawing/2014/main" id="{FBECF16B-50B7-4B37-9A15-80D3D49EB2E1}"/>
              </a:ext>
            </a:extLst>
          </p:cNvPr>
          <p:cNvSpPr>
            <a:spLocks noGrp="1"/>
          </p:cNvSpPr>
          <p:nvPr/>
        </p:nvSpPr>
        <p:spPr>
          <a:xfrm>
            <a:off x="2047875" y="3095625"/>
            <a:ext cx="446201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the one the station must stay ready for</a:t>
            </a:r>
          </a:p>
        </p:txBody>
      </p:sp>
      <p:sp>
        <p:nvSpPr>
          <p:cNvPr id="26" name="!!source-9-dom-5-1-3-3-1-0-0-text-0">
            <a:extLst>
              <a:ext uri="{FF2B5EF4-FFF2-40B4-BE49-F238E27FC236}">
                <a16:creationId xmlns:a16="http://schemas.microsoft.com/office/drawing/2014/main" id="{0A99AD61-A67D-40DD-97A8-7F299FF8EDF5}"/>
              </a:ext>
            </a:extLst>
          </p:cNvPr>
          <p:cNvSpPr>
            <a:spLocks noGrp="1"/>
          </p:cNvSpPr>
          <p:nvPr/>
        </p:nvSpPr>
        <p:spPr>
          <a:xfrm>
            <a:off x="1381125" y="3896320"/>
            <a:ext cx="196676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on arrival</a:t>
            </a:r>
          </a:p>
        </p:txBody>
      </p:sp>
      <p:sp>
        <p:nvSpPr>
          <p:cNvPr id="27" name="!!source-9-dom-5-1-3-3-1-1-fill">
            <a:extLst>
              <a:ext uri="{FF2B5EF4-FFF2-40B4-BE49-F238E27FC236}">
                <a16:creationId xmlns:a16="http://schemas.microsoft.com/office/drawing/2014/main" id="{2337855A-DAE5-4CC9-A408-B4AA5DEE051A}"/>
              </a:ext>
            </a:extLst>
          </p:cNvPr>
          <p:cNvSpPr>
            <a:spLocks noGrp="1"/>
          </p:cNvSpPr>
          <p:nvPr/>
        </p:nvSpPr>
        <p:spPr>
          <a:xfrm>
            <a:off x="1788170" y="4277320"/>
            <a:ext cx="1104900" cy="1485900"/>
          </a:xfrm>
          <a:prstGeom prst="roundRect">
            <a:avLst>
              <a:gd name="adj" fmla="val 12069"/>
            </a:avLst>
          </a:prstGeom>
          <a:solidFill>
            <a:srgbClr val="FFF5F5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9-dom-5-1-3-3-1-1-outline">
            <a:extLst>
              <a:ext uri="{FF2B5EF4-FFF2-40B4-BE49-F238E27FC236}">
                <a16:creationId xmlns:a16="http://schemas.microsoft.com/office/drawing/2014/main" id="{94F4B33D-ACB8-4F00-A0F3-45449FF13A99}"/>
              </a:ext>
            </a:extLst>
          </p:cNvPr>
          <p:cNvSpPr>
            <a:spLocks noGrp="1"/>
          </p:cNvSpPr>
          <p:nvPr/>
        </p:nvSpPr>
        <p:spPr>
          <a:xfrm>
            <a:off x="1802457" y="4291608"/>
            <a:ext cx="1076325" cy="1457325"/>
          </a:xfrm>
          <a:prstGeom prst="roundRect">
            <a:avLst>
              <a:gd name="adj" fmla="val 12389"/>
            </a:avLst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9-dom-5-1-3-3-1-1-0-fill">
            <a:extLst>
              <a:ext uri="{FF2B5EF4-FFF2-40B4-BE49-F238E27FC236}">
                <a16:creationId xmlns:a16="http://schemas.microsoft.com/office/drawing/2014/main" id="{09A64B27-CCA5-4E71-BD14-1C1235C5FCB3}"/>
              </a:ext>
            </a:extLst>
          </p:cNvPr>
          <p:cNvSpPr>
            <a:spLocks noGrp="1"/>
          </p:cNvSpPr>
          <p:nvPr/>
        </p:nvSpPr>
        <p:spPr>
          <a:xfrm>
            <a:off x="1816745" y="5420320"/>
            <a:ext cx="1047750" cy="314325"/>
          </a:xfrm>
          <a:custGeom>
            <a:avLst/>
            <a:gdLst/>
            <a:ahLst/>
            <a:cxnLst/>
            <a:rect l="0" t="0" r="0" b="0"/>
            <a:pathLst>
              <a:path w="1047750" h="314325">
                <a:moveTo>
                  <a:pt x="0" y="0"/>
                </a:moveTo>
                <a:lnTo>
                  <a:pt x="1047750" y="0"/>
                </a:lnTo>
                <a:lnTo>
                  <a:pt x="1047750" y="209550"/>
                </a:lnTo>
                <a:lnTo>
                  <a:pt x="1045737" y="229990"/>
                </a:lnTo>
                <a:lnTo>
                  <a:pt x="1039775" y="249646"/>
                </a:lnTo>
                <a:lnTo>
                  <a:pt x="1030092" y="267760"/>
                </a:lnTo>
                <a:lnTo>
                  <a:pt x="1017062" y="283637"/>
                </a:lnTo>
                <a:lnTo>
                  <a:pt x="1001185" y="296667"/>
                </a:lnTo>
                <a:lnTo>
                  <a:pt x="983071" y="306349"/>
                </a:lnTo>
                <a:lnTo>
                  <a:pt x="963416" y="312312"/>
                </a:lnTo>
                <a:lnTo>
                  <a:pt x="942975" y="314325"/>
                </a:lnTo>
                <a:lnTo>
                  <a:pt x="104775" y="314325"/>
                </a:lnTo>
                <a:lnTo>
                  <a:pt x="84334" y="312312"/>
                </a:lnTo>
                <a:lnTo>
                  <a:pt x="64679" y="306349"/>
                </a:lnTo>
                <a:lnTo>
                  <a:pt x="46565" y="296667"/>
                </a:lnTo>
                <a:lnTo>
                  <a:pt x="30688" y="283637"/>
                </a:lnTo>
                <a:lnTo>
                  <a:pt x="17658" y="267760"/>
                </a:lnTo>
                <a:lnTo>
                  <a:pt x="7976" y="249646"/>
                </a:lnTo>
                <a:lnTo>
                  <a:pt x="2013" y="229990"/>
                </a:lnTo>
                <a:lnTo>
                  <a:pt x="0" y="209550"/>
                </a:lnTo>
                <a:close/>
              </a:path>
            </a:pathLst>
          </a:cu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9-dom-5-1-3-3-1-2-0-text-0">
            <a:extLst>
              <a:ext uri="{FF2B5EF4-FFF2-40B4-BE49-F238E27FC236}">
                <a16:creationId xmlns:a16="http://schemas.microsoft.com/office/drawing/2014/main" id="{BFBD222B-42FB-48B3-821F-72087FD715E1}"/>
              </a:ext>
            </a:extLst>
          </p:cNvPr>
          <p:cNvSpPr>
            <a:spLocks noGrp="1"/>
          </p:cNvSpPr>
          <p:nvPr/>
        </p:nvSpPr>
        <p:spPr>
          <a:xfrm>
            <a:off x="1889224" y="5839420"/>
            <a:ext cx="95056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31" name="!!source-9-dom-5-1-3-3-3-0-fill">
            <a:extLst>
              <a:ext uri="{FF2B5EF4-FFF2-40B4-BE49-F238E27FC236}">
                <a16:creationId xmlns:a16="http://schemas.microsoft.com/office/drawing/2014/main" id="{9D1510BB-8F40-4E6C-B70A-4E3AA2A17239}"/>
              </a:ext>
            </a:extLst>
          </p:cNvPr>
          <p:cNvSpPr>
            <a:spLocks noGrp="1"/>
          </p:cNvSpPr>
          <p:nvPr/>
        </p:nvSpPr>
        <p:spPr>
          <a:xfrm>
            <a:off x="3643164" y="5001220"/>
            <a:ext cx="514350" cy="38099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9-dom-5-1-3-3-3-1-border-Top">
            <a:extLst>
              <a:ext uri="{FF2B5EF4-FFF2-40B4-BE49-F238E27FC236}">
                <a16:creationId xmlns:a16="http://schemas.microsoft.com/office/drawing/2014/main" id="{B321C6E9-1884-451B-965C-C925B9035269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9-dom-5-1-3-3-3-1-border-Bottom">
            <a:extLst>
              <a:ext uri="{FF2B5EF4-FFF2-40B4-BE49-F238E27FC236}">
                <a16:creationId xmlns:a16="http://schemas.microsoft.com/office/drawing/2014/main" id="{D06E5AA4-6E37-4580-B1B4-435D6E139225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9-dom-5-1-3-3-3-1-border-Left">
            <a:extLst>
              <a:ext uri="{FF2B5EF4-FFF2-40B4-BE49-F238E27FC236}">
                <a16:creationId xmlns:a16="http://schemas.microsoft.com/office/drawing/2014/main" id="{D833E09D-DB79-45D1-B09B-1B56FF645455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9-dom-5-1-3-3-5-fill">
            <a:extLst>
              <a:ext uri="{FF2B5EF4-FFF2-40B4-BE49-F238E27FC236}">
                <a16:creationId xmlns:a16="http://schemas.microsoft.com/office/drawing/2014/main" id="{053E14ED-48FB-44B7-B7D3-53CCFE46749C}"/>
              </a:ext>
            </a:extLst>
          </p:cNvPr>
          <p:cNvSpPr>
            <a:spLocks noGrp="1"/>
          </p:cNvSpPr>
          <p:nvPr/>
        </p:nvSpPr>
        <p:spPr>
          <a:xfrm>
            <a:off x="4652814" y="4734520"/>
            <a:ext cx="1842344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9-dom-5-1-3-3-5-outline">
            <a:extLst>
              <a:ext uri="{FF2B5EF4-FFF2-40B4-BE49-F238E27FC236}">
                <a16:creationId xmlns:a16="http://schemas.microsoft.com/office/drawing/2014/main" id="{D8D3064D-C83C-43E7-8DB3-C24C2B8B941A}"/>
              </a:ext>
            </a:extLst>
          </p:cNvPr>
          <p:cNvSpPr>
            <a:spLocks noGrp="1"/>
          </p:cNvSpPr>
          <p:nvPr/>
        </p:nvSpPr>
        <p:spPr>
          <a:xfrm>
            <a:off x="4667101" y="4748808"/>
            <a:ext cx="1813769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9-dom-5-1-3-3-5-0-text-0">
            <a:extLst>
              <a:ext uri="{FF2B5EF4-FFF2-40B4-BE49-F238E27FC236}">
                <a16:creationId xmlns:a16="http://schemas.microsoft.com/office/drawing/2014/main" id="{314A6595-2586-4B7D-9DFF-4FA9F945546F}"/>
              </a:ext>
            </a:extLst>
          </p:cNvPr>
          <p:cNvSpPr>
            <a:spLocks noGrp="1"/>
          </p:cNvSpPr>
          <p:nvPr/>
        </p:nvSpPr>
        <p:spPr>
          <a:xfrm>
            <a:off x="4890939" y="4858345"/>
            <a:ext cx="141371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asks 16 kg</a:t>
            </a:r>
          </a:p>
        </p:txBody>
      </p:sp>
      <p:sp>
        <p:nvSpPr>
          <p:cNvPr id="38" name="!!source-9-dom-5-1-3-3-7-1-0-text-0">
            <a:extLst>
              <a:ext uri="{FF2B5EF4-FFF2-40B4-BE49-F238E27FC236}">
                <a16:creationId xmlns:a16="http://schemas.microsoft.com/office/drawing/2014/main" id="{0E102C0A-27B0-45C7-98CF-F66CEDDE15DA}"/>
              </a:ext>
            </a:extLst>
          </p:cNvPr>
          <p:cNvSpPr>
            <a:spLocks noGrp="1"/>
          </p:cNvSpPr>
          <p:nvPr/>
        </p:nvSpPr>
        <p:spPr>
          <a:xfrm>
            <a:off x="6838057" y="4042172"/>
            <a:ext cx="298177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ALONG THE HORIZON</a:t>
            </a:r>
          </a:p>
        </p:txBody>
      </p:sp>
      <p:sp>
        <p:nvSpPr>
          <p:cNvPr id="39" name="!!source-9-dom-5-1-3-3-7-3-0-fill">
            <a:extLst>
              <a:ext uri="{FF2B5EF4-FFF2-40B4-BE49-F238E27FC236}">
                <a16:creationId xmlns:a16="http://schemas.microsoft.com/office/drawing/2014/main" id="{78E07712-18EB-44DF-88C1-81AD4CA6E5F1}"/>
              </a:ext>
            </a:extLst>
          </p:cNvPr>
          <p:cNvSpPr>
            <a:spLocks noGrp="1"/>
          </p:cNvSpPr>
          <p:nvPr/>
        </p:nvSpPr>
        <p:spPr>
          <a:xfrm>
            <a:off x="6838057" y="4861322"/>
            <a:ext cx="381000" cy="428625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9-dom-5-1-3-3-7-3-1-fill">
            <a:extLst>
              <a:ext uri="{FF2B5EF4-FFF2-40B4-BE49-F238E27FC236}">
                <a16:creationId xmlns:a16="http://schemas.microsoft.com/office/drawing/2014/main" id="{E8C64B7E-7028-4DF8-92FE-47CD8D1824AA}"/>
              </a:ext>
            </a:extLst>
          </p:cNvPr>
          <p:cNvSpPr>
            <a:spLocks noGrp="1"/>
          </p:cNvSpPr>
          <p:nvPr/>
        </p:nvSpPr>
        <p:spPr>
          <a:xfrm>
            <a:off x="7295257" y="4561285"/>
            <a:ext cx="381000" cy="728662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9-dom-5-1-3-3-7-3-2-fill">
            <a:extLst>
              <a:ext uri="{FF2B5EF4-FFF2-40B4-BE49-F238E27FC236}">
                <a16:creationId xmlns:a16="http://schemas.microsoft.com/office/drawing/2014/main" id="{83613D64-B7E8-4FE1-AC01-6DF11A36FD3F}"/>
              </a:ext>
            </a:extLst>
          </p:cNvPr>
          <p:cNvSpPr>
            <a:spLocks noGrp="1"/>
          </p:cNvSpPr>
          <p:nvPr/>
        </p:nvSpPr>
        <p:spPr>
          <a:xfrm>
            <a:off x="7752457" y="4561285"/>
            <a:ext cx="381000" cy="728662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9-dom-5-1-3-3-7-3-3-fill">
            <a:extLst>
              <a:ext uri="{FF2B5EF4-FFF2-40B4-BE49-F238E27FC236}">
                <a16:creationId xmlns:a16="http://schemas.microsoft.com/office/drawing/2014/main" id="{7AAFED30-61BC-4DE8-B93C-FC57EB7B7DA7}"/>
              </a:ext>
            </a:extLst>
          </p:cNvPr>
          <p:cNvSpPr>
            <a:spLocks noGrp="1"/>
          </p:cNvSpPr>
          <p:nvPr/>
        </p:nvSpPr>
        <p:spPr>
          <a:xfrm>
            <a:off x="8209657" y="4775597"/>
            <a:ext cx="381000" cy="514350"/>
          </a:xfrm>
          <a:prstGeom prst="rect">
            <a:avLst/>
          </a:prstGeom>
          <a:solidFill>
            <a:srgbClr val="E6D9D0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3" name="!!source-9-dom-5-1-3-3-7-5-0-text-0">
            <a:extLst>
              <a:ext uri="{FF2B5EF4-FFF2-40B4-BE49-F238E27FC236}">
                <a16:creationId xmlns:a16="http://schemas.microsoft.com/office/drawing/2014/main" id="{33C3EBD7-FE35-4CDF-BB98-86A64618F002}"/>
              </a:ext>
            </a:extLst>
          </p:cNvPr>
          <p:cNvSpPr>
            <a:spLocks noGrp="1"/>
          </p:cNvSpPr>
          <p:nvPr/>
        </p:nvSpPr>
        <p:spPr>
          <a:xfrm>
            <a:off x="6838057" y="5413772"/>
            <a:ext cx="348540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both are parameters: they can</a:t>
            </a:r>
          </a:p>
        </p:txBody>
      </p:sp>
      <p:sp>
        <p:nvSpPr>
          <p:cNvPr id="44" name="!!source-9-dom-5-1-3-3-7-5-0-text-1">
            <a:extLst>
              <a:ext uri="{FF2B5EF4-FFF2-40B4-BE49-F238E27FC236}">
                <a16:creationId xmlns:a16="http://schemas.microsoft.com/office/drawing/2014/main" id="{9327B542-0306-4C00-8FA4-D8E2FB18181B}"/>
              </a:ext>
            </a:extLst>
          </p:cNvPr>
          <p:cNvSpPr>
            <a:spLocks noGrp="1"/>
          </p:cNvSpPr>
          <p:nvPr/>
        </p:nvSpPr>
        <p:spPr>
          <a:xfrm>
            <a:off x="6838057" y="5710833"/>
            <a:ext cx="327094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change with the time of day</a:t>
            </a:r>
          </a:p>
        </p:txBody>
      </p:sp>
      <p:sp>
        <p:nvSpPr>
          <p:cNvPr id="45" name="!!source-9-dom-5-1-3-5-0-text-0">
            <a:extLst>
              <a:ext uri="{FF2B5EF4-FFF2-40B4-BE49-F238E27FC236}">
                <a16:creationId xmlns:a16="http://schemas.microsoft.com/office/drawing/2014/main" id="{8080482F-A72E-4C34-95EA-DB973A6DC873}"/>
              </a:ext>
            </a:extLst>
          </p:cNvPr>
          <p:cNvSpPr>
            <a:spLocks noGrp="1"/>
          </p:cNvSpPr>
          <p:nvPr/>
        </p:nvSpPr>
        <p:spPr>
          <a:xfrm>
            <a:off x="1381125" y="6687889"/>
            <a:ext cx="894844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Not a booked client. The objective is written for whoever might arrive.</a:t>
            </a:r>
          </a:p>
        </p:txBody>
      </p:sp>
      <p:sp>
        <p:nvSpPr>
          <p:cNvPr id="46" name="!!source-9-dom-5-5-fill">
            <a:extLst>
              <a:ext uri="{FF2B5EF4-FFF2-40B4-BE49-F238E27FC236}">
                <a16:creationId xmlns:a16="http://schemas.microsoft.com/office/drawing/2014/main" id="{F318A4DD-DB31-46A7-870E-CAA9EBE2D240}"/>
              </a:ext>
            </a:extLst>
          </p:cNvPr>
          <p:cNvSpPr>
            <a:spLocks noGrp="1"/>
          </p:cNvSpPr>
          <p:nvPr/>
        </p:nvSpPr>
        <p:spPr>
          <a:xfrm>
            <a:off x="10953750" y="2466975"/>
            <a:ext cx="190500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9-dom-5-5-outline">
            <a:extLst>
              <a:ext uri="{FF2B5EF4-FFF2-40B4-BE49-F238E27FC236}">
                <a16:creationId xmlns:a16="http://schemas.microsoft.com/office/drawing/2014/main" id="{B21B444E-B2B3-45FD-8C31-47824F584DD6}"/>
              </a:ext>
            </a:extLst>
          </p:cNvPr>
          <p:cNvSpPr>
            <a:spLocks noGrp="1"/>
          </p:cNvSpPr>
          <p:nvPr/>
        </p:nvSpPr>
        <p:spPr>
          <a:xfrm>
            <a:off x="10968038" y="2481263"/>
            <a:ext cx="1876425" cy="4789438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!!source-9-dom-5-5-1-1-fill">
            <a:extLst>
              <a:ext uri="{FF2B5EF4-FFF2-40B4-BE49-F238E27FC236}">
                <a16:creationId xmlns:a16="http://schemas.microsoft.com/office/drawing/2014/main" id="{CFF9AED4-C137-4894-ADF8-1C3ECE50EAFF}"/>
              </a:ext>
            </a:extLst>
          </p:cNvPr>
          <p:cNvSpPr>
            <a:spLocks noGrp="1"/>
          </p:cNvSpPr>
          <p:nvPr/>
        </p:nvSpPr>
        <p:spPr>
          <a:xfrm>
            <a:off x="11601451" y="3180457"/>
            <a:ext cx="609599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9-dom-5-5-1-1-0-text-0">
            <a:extLst>
              <a:ext uri="{FF2B5EF4-FFF2-40B4-BE49-F238E27FC236}">
                <a16:creationId xmlns:a16="http://schemas.microsoft.com/office/drawing/2014/main" id="{A95F25E7-0AA8-4581-96AC-C64F2D7238EC}"/>
              </a:ext>
            </a:extLst>
          </p:cNvPr>
          <p:cNvSpPr>
            <a:spLocks noGrp="1"/>
          </p:cNvSpPr>
          <p:nvPr/>
        </p:nvSpPr>
        <p:spPr>
          <a:xfrm>
            <a:off x="11821865" y="3309045"/>
            <a:ext cx="21624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0" name="!!source-9-dom-5-5-1-3-0-text-0">
            <a:extLst>
              <a:ext uri="{FF2B5EF4-FFF2-40B4-BE49-F238E27FC236}">
                <a16:creationId xmlns:a16="http://schemas.microsoft.com/office/drawing/2014/main" id="{001CB61D-9E69-4FD0-9F7D-A01A2E3202A9}"/>
              </a:ext>
            </a:extLst>
          </p:cNvPr>
          <p:cNvSpPr>
            <a:spLocks noGrp="1"/>
          </p:cNvSpPr>
          <p:nvPr/>
        </p:nvSpPr>
        <p:spPr>
          <a:xfrm>
            <a:off x="11414671" y="3980557"/>
            <a:ext cx="103063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MODEL</a:t>
            </a:r>
          </a:p>
        </p:txBody>
      </p:sp>
      <p:sp>
        <p:nvSpPr>
          <p:cNvPr id="51" name="!!source-9-dom-5-5-1-5-0-text-0">
            <a:extLst>
              <a:ext uri="{FF2B5EF4-FFF2-40B4-BE49-F238E27FC236}">
                <a16:creationId xmlns:a16="http://schemas.microsoft.com/office/drawing/2014/main" id="{2AD1F7C5-A85C-4A0B-BDD7-6668DB0C133B}"/>
              </a:ext>
            </a:extLst>
          </p:cNvPr>
          <p:cNvSpPr>
            <a:spLocks noGrp="1"/>
          </p:cNvSpPr>
          <p:nvPr/>
        </p:nvSpPr>
        <p:spPr>
          <a:xfrm>
            <a:off x="11283999" y="4447282"/>
            <a:ext cx="12921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</a:t>
            </a:r>
          </a:p>
        </p:txBody>
      </p:sp>
      <p:sp>
        <p:nvSpPr>
          <p:cNvPr id="52" name="!!source-9-dom-5-5-1-5-0-text-1">
            <a:extLst>
              <a:ext uri="{FF2B5EF4-FFF2-40B4-BE49-F238E27FC236}">
                <a16:creationId xmlns:a16="http://schemas.microsoft.com/office/drawing/2014/main" id="{61756393-B63B-4CAF-BF2D-4BDC426911FD}"/>
              </a:ext>
            </a:extLst>
          </p:cNvPr>
          <p:cNvSpPr>
            <a:spLocks noGrp="1"/>
          </p:cNvSpPr>
          <p:nvPr/>
        </p:nvSpPr>
        <p:spPr>
          <a:xfrm>
            <a:off x="11280280" y="4780657"/>
            <a:ext cx="129956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per</a:t>
            </a:r>
          </a:p>
        </p:txBody>
      </p:sp>
      <p:sp>
        <p:nvSpPr>
          <p:cNvPr id="53" name="!!source-9-dom-5-5-1-5-0-text-2">
            <a:extLst>
              <a:ext uri="{FF2B5EF4-FFF2-40B4-BE49-F238E27FC236}">
                <a16:creationId xmlns:a16="http://schemas.microsoft.com/office/drawing/2014/main" id="{10175951-6074-457F-9516-DC1D9A5349F8}"/>
              </a:ext>
            </a:extLst>
          </p:cNvPr>
          <p:cNvSpPr>
            <a:spLocks noGrp="1"/>
          </p:cNvSpPr>
          <p:nvPr/>
        </p:nvSpPr>
        <p:spPr>
          <a:xfrm>
            <a:off x="11396068" y="5114032"/>
            <a:ext cx="106784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pattern</a:t>
            </a:r>
          </a:p>
        </p:txBody>
      </p:sp>
      <p:sp>
        <p:nvSpPr>
          <p:cNvPr id="54" name="!!source-9-dom-5-5-1-7-0-0-text-0">
            <a:extLst>
              <a:ext uri="{FF2B5EF4-FFF2-40B4-BE49-F238E27FC236}">
                <a16:creationId xmlns:a16="http://schemas.microsoft.com/office/drawing/2014/main" id="{E1F81AB4-3F85-44A0-8621-CDBAEC74A333}"/>
              </a:ext>
            </a:extLst>
          </p:cNvPr>
          <p:cNvSpPr>
            <a:spLocks noGrp="1"/>
          </p:cNvSpPr>
          <p:nvPr/>
        </p:nvSpPr>
        <p:spPr>
          <a:xfrm>
            <a:off x="11232505" y="5637907"/>
            <a:ext cx="139511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closed form</a:t>
            </a:r>
          </a:p>
        </p:txBody>
      </p:sp>
      <p:sp>
        <p:nvSpPr>
          <p:cNvPr id="55" name="!!source-9-dom-5-5-1-7-1-0-text-0">
            <a:extLst>
              <a:ext uri="{FF2B5EF4-FFF2-40B4-BE49-F238E27FC236}">
                <a16:creationId xmlns:a16="http://schemas.microsoft.com/office/drawing/2014/main" id="{FA30673E-2E5B-4273-8A25-80CABBFB29AD}"/>
              </a:ext>
            </a:extLst>
          </p:cNvPr>
          <p:cNvSpPr>
            <a:spLocks noGrp="1"/>
          </p:cNvSpPr>
          <p:nvPr/>
        </p:nvSpPr>
        <p:spPr>
          <a:xfrm>
            <a:off x="11161812" y="5999857"/>
            <a:ext cx="153650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linear in tank</a:t>
            </a:r>
          </a:p>
        </p:txBody>
      </p:sp>
      <p:sp>
        <p:nvSpPr>
          <p:cNvPr id="56" name="!!source-9-dom-5-5-1-7-1-0-text-1">
            <a:extLst>
              <a:ext uri="{FF2B5EF4-FFF2-40B4-BE49-F238E27FC236}">
                <a16:creationId xmlns:a16="http://schemas.microsoft.com/office/drawing/2014/main" id="{C6374DB1-71CA-42A5-88EB-651FBCB6D288}"/>
              </a:ext>
            </a:extLst>
          </p:cNvPr>
          <p:cNvSpPr>
            <a:spLocks noGrp="1"/>
          </p:cNvSpPr>
          <p:nvPr/>
        </p:nvSpPr>
        <p:spPr>
          <a:xfrm>
            <a:off x="11481048" y="6285607"/>
            <a:ext cx="89788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masses</a:t>
            </a:r>
          </a:p>
        </p:txBody>
      </p:sp>
      <p:sp>
        <p:nvSpPr>
          <p:cNvPr id="57" name="!!source-9-dom-5-5-3-1-0-fill">
            <a:extLst>
              <a:ext uri="{FF2B5EF4-FFF2-40B4-BE49-F238E27FC236}">
                <a16:creationId xmlns:a16="http://schemas.microsoft.com/office/drawing/2014/main" id="{C8644453-E4DB-40F1-9EE8-4F8B7B2556AB}"/>
              </a:ext>
            </a:extLst>
          </p:cNvPr>
          <p:cNvSpPr>
            <a:spLocks noGrp="1"/>
          </p:cNvSpPr>
          <p:nvPr/>
        </p:nvSpPr>
        <p:spPr>
          <a:xfrm>
            <a:off x="1128712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9-dom-5-5-3-1-0-0-text-0">
            <a:extLst>
              <a:ext uri="{FF2B5EF4-FFF2-40B4-BE49-F238E27FC236}">
                <a16:creationId xmlns:a16="http://schemas.microsoft.com/office/drawing/2014/main" id="{1E1DC5F8-249B-4940-BD68-8C8FFCB538A8}"/>
              </a:ext>
            </a:extLst>
          </p:cNvPr>
          <p:cNvSpPr>
            <a:spLocks noGrp="1"/>
          </p:cNvSpPr>
          <p:nvPr/>
        </p:nvSpPr>
        <p:spPr>
          <a:xfrm>
            <a:off x="11456045" y="2886075"/>
            <a:ext cx="2050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9" name="!!source-9-dom-5-5-3-1-1-0-0-text-0">
            <a:extLst>
              <a:ext uri="{FF2B5EF4-FFF2-40B4-BE49-F238E27FC236}">
                <a16:creationId xmlns:a16="http://schemas.microsoft.com/office/drawing/2014/main" id="{6E9E1FC0-D3C9-4223-9E67-B52A1A990E7A}"/>
              </a:ext>
            </a:extLst>
          </p:cNvPr>
          <p:cNvSpPr>
            <a:spLocks noGrp="1"/>
          </p:cNvSpPr>
          <p:nvPr/>
        </p:nvSpPr>
        <p:spPr>
          <a:xfrm>
            <a:off x="11953875" y="2724150"/>
            <a:ext cx="423475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 mass per pattern</a:t>
            </a:r>
          </a:p>
        </p:txBody>
      </p:sp>
      <p:sp>
        <p:nvSpPr>
          <p:cNvPr id="60" name="!!source-9-dom-5-5-3-1-1-1-0-text-0">
            <a:extLst>
              <a:ext uri="{FF2B5EF4-FFF2-40B4-BE49-F238E27FC236}">
                <a16:creationId xmlns:a16="http://schemas.microsoft.com/office/drawing/2014/main" id="{D6A763CA-7355-4F89-95C6-A55800812BFF}"/>
              </a:ext>
            </a:extLst>
          </p:cNvPr>
          <p:cNvSpPr>
            <a:spLocks noGrp="1"/>
          </p:cNvSpPr>
          <p:nvPr/>
        </p:nvSpPr>
        <p:spPr>
          <a:xfrm>
            <a:off x="11953875" y="3095625"/>
            <a:ext cx="434771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closed form, linear in the tank masses</a:t>
            </a:r>
          </a:p>
        </p:txBody>
      </p:sp>
      <p:sp>
        <p:nvSpPr>
          <p:cNvPr id="61" name="!!source-9-dom-5-5-3-3-1-1-fill">
            <a:extLst>
              <a:ext uri="{FF2B5EF4-FFF2-40B4-BE49-F238E27FC236}">
                <a16:creationId xmlns:a16="http://schemas.microsoft.com/office/drawing/2014/main" id="{DCD977A9-D0F0-43D3-BB7E-8793C8959772}"/>
              </a:ext>
            </a:extLst>
          </p:cNvPr>
          <p:cNvSpPr>
            <a:spLocks noGrp="1"/>
          </p:cNvSpPr>
          <p:nvPr/>
        </p:nvSpPr>
        <p:spPr>
          <a:xfrm>
            <a:off x="11287125" y="3581698"/>
            <a:ext cx="1941909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2" name="!!source-9-dom-5-5-3-3-1-1-outline">
            <a:extLst>
              <a:ext uri="{FF2B5EF4-FFF2-40B4-BE49-F238E27FC236}">
                <a16:creationId xmlns:a16="http://schemas.microsoft.com/office/drawing/2014/main" id="{3070D754-F1BA-4558-98F3-32AA1BF8C35B}"/>
              </a:ext>
            </a:extLst>
          </p:cNvPr>
          <p:cNvSpPr>
            <a:spLocks noGrp="1"/>
          </p:cNvSpPr>
          <p:nvPr/>
        </p:nvSpPr>
        <p:spPr>
          <a:xfrm>
            <a:off x="11301413" y="3595985"/>
            <a:ext cx="1913334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!!source-9-dom-5-5-3-3-1-1-0-text-0">
            <a:extLst>
              <a:ext uri="{FF2B5EF4-FFF2-40B4-BE49-F238E27FC236}">
                <a16:creationId xmlns:a16="http://schemas.microsoft.com/office/drawing/2014/main" id="{31FE7AF2-C6C3-4F1B-83D3-5CAC19D62E0F}"/>
              </a:ext>
            </a:extLst>
          </p:cNvPr>
          <p:cNvSpPr>
            <a:spLocks noGrp="1"/>
          </p:cNvSpPr>
          <p:nvPr/>
        </p:nvSpPr>
        <p:spPr>
          <a:xfrm>
            <a:off x="11525250" y="3705523"/>
            <a:ext cx="151328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· 300 bar</a:t>
            </a:r>
          </a:p>
        </p:txBody>
      </p:sp>
      <p:sp>
        <p:nvSpPr>
          <p:cNvPr id="64" name="!!source-9-dom-5-5-3-3-1-2-0-fill">
            <a:extLst>
              <a:ext uri="{FF2B5EF4-FFF2-40B4-BE49-F238E27FC236}">
                <a16:creationId xmlns:a16="http://schemas.microsoft.com/office/drawing/2014/main" id="{2CFC70AA-C082-444E-AD43-0DE1EFD70E3F}"/>
              </a:ext>
            </a:extLst>
          </p:cNvPr>
          <p:cNvSpPr>
            <a:spLocks noGrp="1"/>
          </p:cNvSpPr>
          <p:nvPr/>
        </p:nvSpPr>
        <p:spPr>
          <a:xfrm>
            <a:off x="13229034" y="3848398"/>
            <a:ext cx="323851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9-dom-5-5-3-3-1-2-1-border-Top">
            <a:extLst>
              <a:ext uri="{FF2B5EF4-FFF2-40B4-BE49-F238E27FC236}">
                <a16:creationId xmlns:a16="http://schemas.microsoft.com/office/drawing/2014/main" id="{50B67704-AB5E-4816-BEC5-FA4D2CB868DD}"/>
              </a:ext>
            </a:extLst>
          </p:cNvPr>
          <p:cNvSpPr>
            <a:spLocks noGrp="1"/>
          </p:cNvSpPr>
          <p:nvPr/>
        </p:nvSpPr>
        <p:spPr>
          <a:xfrm>
            <a:off x="13552885" y="3772198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0"/>
                </a:moveTo>
                <a:lnTo>
                  <a:pt x="152399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9-dom-5-5-3-3-1-2-1-border-Bottom">
            <a:extLst>
              <a:ext uri="{FF2B5EF4-FFF2-40B4-BE49-F238E27FC236}">
                <a16:creationId xmlns:a16="http://schemas.microsoft.com/office/drawing/2014/main" id="{E2755571-105A-4489-880B-8658668D08A4}"/>
              </a:ext>
            </a:extLst>
          </p:cNvPr>
          <p:cNvSpPr>
            <a:spLocks noGrp="1"/>
          </p:cNvSpPr>
          <p:nvPr/>
        </p:nvSpPr>
        <p:spPr>
          <a:xfrm>
            <a:off x="13552885" y="3772198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190500"/>
                </a:moveTo>
                <a:lnTo>
                  <a:pt x="152400" y="95250"/>
                </a:lnTo>
                <a:lnTo>
                  <a:pt x="152399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7" name="!!source-9-dom-5-5-3-3-1-2-1-border-Left">
            <a:extLst>
              <a:ext uri="{FF2B5EF4-FFF2-40B4-BE49-F238E27FC236}">
                <a16:creationId xmlns:a16="http://schemas.microsoft.com/office/drawing/2014/main" id="{82348736-9A30-4476-B414-E73CA97FCECF}"/>
              </a:ext>
            </a:extLst>
          </p:cNvPr>
          <p:cNvSpPr>
            <a:spLocks noGrp="1"/>
          </p:cNvSpPr>
          <p:nvPr/>
        </p:nvSpPr>
        <p:spPr>
          <a:xfrm>
            <a:off x="13552885" y="3772198"/>
            <a:ext cx="152399" cy="190500"/>
          </a:xfrm>
          <a:custGeom>
            <a:avLst/>
            <a:gdLst/>
            <a:ahLst/>
            <a:cxnLst/>
            <a:rect l="0" t="0" r="0" b="0"/>
            <a:pathLst>
              <a:path w="152399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9-dom-5-5-3-3-1-3-fill">
            <a:extLst>
              <a:ext uri="{FF2B5EF4-FFF2-40B4-BE49-F238E27FC236}">
                <a16:creationId xmlns:a16="http://schemas.microsoft.com/office/drawing/2014/main" id="{0D7DDF7C-F923-4B54-8BC7-7AF6441E70C8}"/>
              </a:ext>
            </a:extLst>
          </p:cNvPr>
          <p:cNvSpPr>
            <a:spLocks noGrp="1"/>
          </p:cNvSpPr>
          <p:nvPr/>
        </p:nvSpPr>
        <p:spPr>
          <a:xfrm>
            <a:off x="13705284" y="3581698"/>
            <a:ext cx="1967955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9-dom-5-5-3-3-1-3-outline">
            <a:extLst>
              <a:ext uri="{FF2B5EF4-FFF2-40B4-BE49-F238E27FC236}">
                <a16:creationId xmlns:a16="http://schemas.microsoft.com/office/drawing/2014/main" id="{AD21FA9C-744D-4779-B6EE-5F43B1826C35}"/>
              </a:ext>
            </a:extLst>
          </p:cNvPr>
          <p:cNvSpPr>
            <a:spLocks noGrp="1"/>
          </p:cNvSpPr>
          <p:nvPr/>
        </p:nvSpPr>
        <p:spPr>
          <a:xfrm>
            <a:off x="13719571" y="3595985"/>
            <a:ext cx="1939380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!!source-9-dom-5-5-3-3-1-3-0-text-0">
            <a:extLst>
              <a:ext uri="{FF2B5EF4-FFF2-40B4-BE49-F238E27FC236}">
                <a16:creationId xmlns:a16="http://schemas.microsoft.com/office/drawing/2014/main" id="{206373A5-FB23-4209-AE38-AC43C91195E6}"/>
              </a:ext>
            </a:extLst>
          </p:cNvPr>
          <p:cNvSpPr>
            <a:spLocks noGrp="1"/>
          </p:cNvSpPr>
          <p:nvPr/>
        </p:nvSpPr>
        <p:spPr>
          <a:xfrm>
            <a:off x="13943409" y="3705523"/>
            <a:ext cx="153933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 · 480 bar</a:t>
            </a:r>
          </a:p>
        </p:txBody>
      </p:sp>
      <p:sp>
        <p:nvSpPr>
          <p:cNvPr id="71" name="!!source-9-dom-5-5-3-3-1-4-0-fill">
            <a:extLst>
              <a:ext uri="{FF2B5EF4-FFF2-40B4-BE49-F238E27FC236}">
                <a16:creationId xmlns:a16="http://schemas.microsoft.com/office/drawing/2014/main" id="{FCFC5069-6641-4E7E-9DC9-95D519A231C0}"/>
              </a:ext>
            </a:extLst>
          </p:cNvPr>
          <p:cNvSpPr>
            <a:spLocks noGrp="1"/>
          </p:cNvSpPr>
          <p:nvPr/>
        </p:nvSpPr>
        <p:spPr>
          <a:xfrm>
            <a:off x="15673239" y="3848398"/>
            <a:ext cx="323851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9-dom-5-5-3-3-1-4-1-border-Top">
            <a:extLst>
              <a:ext uri="{FF2B5EF4-FFF2-40B4-BE49-F238E27FC236}">
                <a16:creationId xmlns:a16="http://schemas.microsoft.com/office/drawing/2014/main" id="{115D2C1A-628C-4007-B7FB-7F98AFD00380}"/>
              </a:ext>
            </a:extLst>
          </p:cNvPr>
          <p:cNvSpPr>
            <a:spLocks noGrp="1"/>
          </p:cNvSpPr>
          <p:nvPr/>
        </p:nvSpPr>
        <p:spPr>
          <a:xfrm>
            <a:off x="1599708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9-dom-5-5-3-3-1-4-1-border-Bottom">
            <a:extLst>
              <a:ext uri="{FF2B5EF4-FFF2-40B4-BE49-F238E27FC236}">
                <a16:creationId xmlns:a16="http://schemas.microsoft.com/office/drawing/2014/main" id="{535266A4-E901-4237-9FCE-BDA833322A80}"/>
              </a:ext>
            </a:extLst>
          </p:cNvPr>
          <p:cNvSpPr>
            <a:spLocks noGrp="1"/>
          </p:cNvSpPr>
          <p:nvPr/>
        </p:nvSpPr>
        <p:spPr>
          <a:xfrm>
            <a:off x="1599708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4" name="!!source-9-dom-5-5-3-3-1-4-1-border-Left">
            <a:extLst>
              <a:ext uri="{FF2B5EF4-FFF2-40B4-BE49-F238E27FC236}">
                <a16:creationId xmlns:a16="http://schemas.microsoft.com/office/drawing/2014/main" id="{DA1EC7C0-601B-4FA5-B411-87CA3D903470}"/>
              </a:ext>
            </a:extLst>
          </p:cNvPr>
          <p:cNvSpPr>
            <a:spLocks noGrp="1"/>
          </p:cNvSpPr>
          <p:nvPr/>
        </p:nvSpPr>
        <p:spPr>
          <a:xfrm>
            <a:off x="1599708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5" name="!!source-9-dom-5-5-3-3-1-5-fill">
            <a:extLst>
              <a:ext uri="{FF2B5EF4-FFF2-40B4-BE49-F238E27FC236}">
                <a16:creationId xmlns:a16="http://schemas.microsoft.com/office/drawing/2014/main" id="{98C0532A-0DDA-466E-B30A-D3357C0E0DC2}"/>
              </a:ext>
            </a:extLst>
          </p:cNvPr>
          <p:cNvSpPr>
            <a:spLocks noGrp="1"/>
          </p:cNvSpPr>
          <p:nvPr/>
        </p:nvSpPr>
        <p:spPr>
          <a:xfrm>
            <a:off x="16149489" y="3581698"/>
            <a:ext cx="1448692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9-dom-5-5-3-3-1-5-outline">
            <a:extLst>
              <a:ext uri="{FF2B5EF4-FFF2-40B4-BE49-F238E27FC236}">
                <a16:creationId xmlns:a16="http://schemas.microsoft.com/office/drawing/2014/main" id="{3ED81BBA-3435-4118-BB3F-5A8B3739E5F1}"/>
              </a:ext>
            </a:extLst>
          </p:cNvPr>
          <p:cNvSpPr>
            <a:spLocks noGrp="1"/>
          </p:cNvSpPr>
          <p:nvPr/>
        </p:nvSpPr>
        <p:spPr>
          <a:xfrm>
            <a:off x="16163777" y="3595985"/>
            <a:ext cx="1420117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9-dom-5-5-3-3-1-5-0-text-0">
            <a:extLst>
              <a:ext uri="{FF2B5EF4-FFF2-40B4-BE49-F238E27FC236}">
                <a16:creationId xmlns:a16="http://schemas.microsoft.com/office/drawing/2014/main" id="{198F98D0-C7F5-46AE-88DE-83D0A283305B}"/>
              </a:ext>
            </a:extLst>
          </p:cNvPr>
          <p:cNvSpPr>
            <a:spLocks noGrp="1"/>
          </p:cNvSpPr>
          <p:nvPr/>
        </p:nvSpPr>
        <p:spPr>
          <a:xfrm>
            <a:off x="16387614" y="3705523"/>
            <a:ext cx="102006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78" name="!!source-9-dom-5-5-3-3-3-1-0-0-text-0">
            <a:extLst>
              <a:ext uri="{FF2B5EF4-FFF2-40B4-BE49-F238E27FC236}">
                <a16:creationId xmlns:a16="http://schemas.microsoft.com/office/drawing/2014/main" id="{BDAB5880-D0CC-4F20-89B0-69C69B62DF71}"/>
              </a:ext>
            </a:extLst>
          </p:cNvPr>
          <p:cNvSpPr>
            <a:spLocks noGrp="1"/>
          </p:cNvSpPr>
          <p:nvPr/>
        </p:nvSpPr>
        <p:spPr>
          <a:xfrm>
            <a:off x="11287125" y="4324648"/>
            <a:ext cx="334818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what this pattern can extract</a:t>
            </a:r>
          </a:p>
        </p:txBody>
      </p:sp>
      <p:sp>
        <p:nvSpPr>
          <p:cNvPr id="79" name="!!source-9-dom-5-5-3-3-3-1-1-0-text-0">
            <a:extLst>
              <a:ext uri="{FF2B5EF4-FFF2-40B4-BE49-F238E27FC236}">
                <a16:creationId xmlns:a16="http://schemas.microsoft.com/office/drawing/2014/main" id="{10DDC28C-AAA8-4F5A-9242-B6B5A253716A}"/>
              </a:ext>
            </a:extLst>
          </p:cNvPr>
          <p:cNvSpPr>
            <a:spLocks noGrp="1"/>
          </p:cNvSpPr>
          <p:nvPr/>
        </p:nvSpPr>
        <p:spPr>
          <a:xfrm>
            <a:off x="18776603" y="4372273"/>
            <a:ext cx="28753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</a:t>
            </a:r>
          </a:p>
        </p:txBody>
      </p:sp>
      <p:sp>
        <p:nvSpPr>
          <p:cNvPr id="80" name="!!source-9-dom-5-5-3-3-3-1-1-1-0-text-0">
            <a:extLst>
              <a:ext uri="{FF2B5EF4-FFF2-40B4-BE49-F238E27FC236}">
                <a16:creationId xmlns:a16="http://schemas.microsoft.com/office/drawing/2014/main" id="{705A369A-847D-4620-8146-149FB8C0F10B}"/>
              </a:ext>
            </a:extLst>
          </p:cNvPr>
          <p:cNvSpPr>
            <a:spLocks noGrp="1"/>
          </p:cNvSpPr>
          <p:nvPr/>
        </p:nvSpPr>
        <p:spPr>
          <a:xfrm>
            <a:off x="19016513" y="4324648"/>
            <a:ext cx="277267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</a:t>
            </a:r>
          </a:p>
        </p:txBody>
      </p:sp>
      <p:sp>
        <p:nvSpPr>
          <p:cNvPr id="81" name="!!source-9-dom-5-5-3-3-3-1-1-2-text-0">
            <a:extLst>
              <a:ext uri="{FF2B5EF4-FFF2-40B4-BE49-F238E27FC236}">
                <a16:creationId xmlns:a16="http://schemas.microsoft.com/office/drawing/2014/main" id="{AEBD8A7E-230D-4237-BF91-E4F46661EE7D}"/>
              </a:ext>
            </a:extLst>
          </p:cNvPr>
          <p:cNvSpPr>
            <a:spLocks noGrp="1"/>
          </p:cNvSpPr>
          <p:nvPr/>
        </p:nvSpPr>
        <p:spPr>
          <a:xfrm>
            <a:off x="19246155" y="4372273"/>
            <a:ext cx="109924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= 17.5 kg</a:t>
            </a:r>
          </a:p>
        </p:txBody>
      </p:sp>
      <p:sp>
        <p:nvSpPr>
          <p:cNvPr id="82" name="!!source-9-dom-5-5-3-3-3-3-fill">
            <a:extLst>
              <a:ext uri="{FF2B5EF4-FFF2-40B4-BE49-F238E27FC236}">
                <a16:creationId xmlns:a16="http://schemas.microsoft.com/office/drawing/2014/main" id="{84B3BF58-A454-424D-B6D5-9EA5C6A2784E}"/>
              </a:ext>
            </a:extLst>
          </p:cNvPr>
          <p:cNvSpPr>
            <a:spLocks noGrp="1"/>
          </p:cNvSpPr>
          <p:nvPr/>
        </p:nvSpPr>
        <p:spPr>
          <a:xfrm>
            <a:off x="11287125" y="4743748"/>
            <a:ext cx="9010650" cy="66675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3" name="!!source-9-dom-5-5-3-3-3-3-outline">
            <a:extLst>
              <a:ext uri="{FF2B5EF4-FFF2-40B4-BE49-F238E27FC236}">
                <a16:creationId xmlns:a16="http://schemas.microsoft.com/office/drawing/2014/main" id="{1281058E-7255-4B76-92EA-1ACB6487F9BF}"/>
              </a:ext>
            </a:extLst>
          </p:cNvPr>
          <p:cNvSpPr>
            <a:spLocks noGrp="1"/>
          </p:cNvSpPr>
          <p:nvPr/>
        </p:nvSpPr>
        <p:spPr>
          <a:xfrm>
            <a:off x="11296650" y="4753273"/>
            <a:ext cx="8991600" cy="64770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!!source-9-dom-5-5-3-3-3-3-0-fill">
            <a:extLst>
              <a:ext uri="{FF2B5EF4-FFF2-40B4-BE49-F238E27FC236}">
                <a16:creationId xmlns:a16="http://schemas.microsoft.com/office/drawing/2014/main" id="{B698B61D-E0A0-4DE2-BDA7-57C2DFB841DB}"/>
              </a:ext>
            </a:extLst>
          </p:cNvPr>
          <p:cNvSpPr>
            <a:spLocks noGrp="1"/>
          </p:cNvSpPr>
          <p:nvPr/>
        </p:nvSpPr>
        <p:spPr>
          <a:xfrm>
            <a:off x="11306175" y="4762798"/>
            <a:ext cx="4127301" cy="628650"/>
          </a:xfrm>
          <a:prstGeom prst="rect">
            <a:avLst/>
          </a:prstGeom>
          <a:solidFill>
            <a:srgbClr val="7A5A4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9-dom-5-5-3-3-3-3-0-0-text-0">
            <a:extLst>
              <a:ext uri="{FF2B5EF4-FFF2-40B4-BE49-F238E27FC236}">
                <a16:creationId xmlns:a16="http://schemas.microsoft.com/office/drawing/2014/main" id="{38B91970-C1D1-4242-9DEE-F23FE9C2FA2C}"/>
              </a:ext>
            </a:extLst>
          </p:cNvPr>
          <p:cNvSpPr>
            <a:spLocks noGrp="1"/>
          </p:cNvSpPr>
          <p:nvPr/>
        </p:nvSpPr>
        <p:spPr>
          <a:xfrm>
            <a:off x="12478197" y="4934248"/>
            <a:ext cx="183073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from A · 8.0 kg</a:t>
            </a:r>
          </a:p>
        </p:txBody>
      </p:sp>
      <p:sp>
        <p:nvSpPr>
          <p:cNvPr id="86" name="!!source-9-dom-5-5-3-3-3-3-1-fill">
            <a:extLst>
              <a:ext uri="{FF2B5EF4-FFF2-40B4-BE49-F238E27FC236}">
                <a16:creationId xmlns:a16="http://schemas.microsoft.com/office/drawing/2014/main" id="{958E83E6-9B7C-409F-980D-5F5DD51CF68A}"/>
              </a:ext>
            </a:extLst>
          </p:cNvPr>
          <p:cNvSpPr>
            <a:spLocks noGrp="1"/>
          </p:cNvSpPr>
          <p:nvPr/>
        </p:nvSpPr>
        <p:spPr>
          <a:xfrm>
            <a:off x="15433476" y="4762798"/>
            <a:ext cx="4845102" cy="62865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7" name="!!source-9-dom-5-5-3-3-3-3-1-0-text-0">
            <a:extLst>
              <a:ext uri="{FF2B5EF4-FFF2-40B4-BE49-F238E27FC236}">
                <a16:creationId xmlns:a16="http://schemas.microsoft.com/office/drawing/2014/main" id="{02488883-1AA3-480B-9B06-884B527F3574}"/>
              </a:ext>
            </a:extLst>
          </p:cNvPr>
          <p:cNvSpPr>
            <a:spLocks noGrp="1"/>
          </p:cNvSpPr>
          <p:nvPr/>
        </p:nvSpPr>
        <p:spPr>
          <a:xfrm>
            <a:off x="16977718" y="4934248"/>
            <a:ext cx="1804094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from B · 9.5 kg</a:t>
            </a:r>
          </a:p>
        </p:txBody>
      </p:sp>
      <p:sp>
        <p:nvSpPr>
          <p:cNvPr id="88" name="!!source-9-dom-5-5-3-3-3-5-0-text-0">
            <a:extLst>
              <a:ext uri="{FF2B5EF4-FFF2-40B4-BE49-F238E27FC236}">
                <a16:creationId xmlns:a16="http://schemas.microsoft.com/office/drawing/2014/main" id="{74AB9BA7-6FB8-44C4-8963-662FB428BD55}"/>
              </a:ext>
            </a:extLst>
          </p:cNvPr>
          <p:cNvSpPr>
            <a:spLocks noGrp="1"/>
          </p:cNvSpPr>
          <p:nvPr/>
        </p:nvSpPr>
        <p:spPr>
          <a:xfrm>
            <a:off x="11287125" y="5515273"/>
            <a:ext cx="876419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one expression per pattern, evaluated next to the dynamics at every step. No</a:t>
            </a:r>
          </a:p>
        </p:txBody>
      </p:sp>
      <p:sp>
        <p:nvSpPr>
          <p:cNvPr id="89" name="!!source-9-dom-5-5-3-3-3-5-0-text-1">
            <a:extLst>
              <a:ext uri="{FF2B5EF4-FFF2-40B4-BE49-F238E27FC236}">
                <a16:creationId xmlns:a16="http://schemas.microsoft.com/office/drawing/2014/main" id="{FC652014-0C90-4EC2-A691-BAF5DAC59B98}"/>
              </a:ext>
            </a:extLst>
          </p:cNvPr>
          <p:cNvSpPr>
            <a:spLocks noGrp="1"/>
          </p:cNvSpPr>
          <p:nvPr/>
        </p:nvSpPr>
        <p:spPr>
          <a:xfrm>
            <a:off x="11287125" y="5812333"/>
            <a:ext cx="139556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extra states.</a:t>
            </a:r>
          </a:p>
        </p:txBody>
      </p:sp>
      <p:sp>
        <p:nvSpPr>
          <p:cNvPr id="90" name="!!source-9-dom-5-5-3-5-0-text-0">
            <a:extLst>
              <a:ext uri="{FF2B5EF4-FFF2-40B4-BE49-F238E27FC236}">
                <a16:creationId xmlns:a16="http://schemas.microsoft.com/office/drawing/2014/main" id="{C4479C29-5C86-4FAA-ABC6-E0807B31E9FC}"/>
              </a:ext>
            </a:extLst>
          </p:cNvPr>
          <p:cNvSpPr>
            <a:spLocks noGrp="1"/>
          </p:cNvSpPr>
          <p:nvPr/>
        </p:nvSpPr>
        <p:spPr>
          <a:xfrm>
            <a:off x="11287125" y="6328916"/>
            <a:ext cx="844049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The solver sees what each pattern can extract, not what the tanks</a:t>
            </a:r>
          </a:p>
        </p:txBody>
      </p:sp>
      <p:sp>
        <p:nvSpPr>
          <p:cNvPr id="91" name="!!source-9-dom-5-5-3-5-0-text-1">
            <a:extLst>
              <a:ext uri="{FF2B5EF4-FFF2-40B4-BE49-F238E27FC236}">
                <a16:creationId xmlns:a16="http://schemas.microsoft.com/office/drawing/2014/main" id="{93EF34A4-34C5-4315-A4B2-18C8E5BEBF0E}"/>
              </a:ext>
            </a:extLst>
          </p:cNvPr>
          <p:cNvSpPr>
            <a:spLocks noGrp="1"/>
          </p:cNvSpPr>
          <p:nvPr/>
        </p:nvSpPr>
        <p:spPr>
          <a:xfrm>
            <a:off x="11287125" y="6687889"/>
            <a:ext cx="6794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hold.</a:t>
            </a:r>
          </a:p>
        </p:txBody>
      </p:sp>
      <p:sp>
        <p:nvSpPr>
          <p:cNvPr id="92" name="!!source-9-dom-5-9-fill">
            <a:extLst>
              <a:ext uri="{FF2B5EF4-FFF2-40B4-BE49-F238E27FC236}">
                <a16:creationId xmlns:a16="http://schemas.microsoft.com/office/drawing/2014/main" id="{640DBD02-8E90-40CC-A5CA-608BFABE30CA}"/>
              </a:ext>
            </a:extLst>
          </p:cNvPr>
          <p:cNvSpPr>
            <a:spLocks noGrp="1"/>
          </p:cNvSpPr>
          <p:nvPr/>
        </p:nvSpPr>
        <p:spPr>
          <a:xfrm>
            <a:off x="13144500" y="2466975"/>
            <a:ext cx="190500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3" name="!!source-9-dom-5-9-outline">
            <a:extLst>
              <a:ext uri="{FF2B5EF4-FFF2-40B4-BE49-F238E27FC236}">
                <a16:creationId xmlns:a16="http://schemas.microsoft.com/office/drawing/2014/main" id="{61958FC2-47FE-4ECC-A9B9-58A318E30FD6}"/>
              </a:ext>
            </a:extLst>
          </p:cNvPr>
          <p:cNvSpPr>
            <a:spLocks noGrp="1"/>
          </p:cNvSpPr>
          <p:nvPr/>
        </p:nvSpPr>
        <p:spPr>
          <a:xfrm>
            <a:off x="13158788" y="2481263"/>
            <a:ext cx="1876425" cy="4789438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!!source-9-dom-5-9-1-1-fill">
            <a:extLst>
              <a:ext uri="{FF2B5EF4-FFF2-40B4-BE49-F238E27FC236}">
                <a16:creationId xmlns:a16="http://schemas.microsoft.com/office/drawing/2014/main" id="{3F2644E1-F750-4B27-A3EB-A043F1416AE9}"/>
              </a:ext>
            </a:extLst>
          </p:cNvPr>
          <p:cNvSpPr>
            <a:spLocks noGrp="1"/>
          </p:cNvSpPr>
          <p:nvPr/>
        </p:nvSpPr>
        <p:spPr>
          <a:xfrm>
            <a:off x="13792200" y="3513832"/>
            <a:ext cx="609599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5" name="!!source-9-dom-5-9-1-1-0-text-0">
            <a:extLst>
              <a:ext uri="{FF2B5EF4-FFF2-40B4-BE49-F238E27FC236}">
                <a16:creationId xmlns:a16="http://schemas.microsoft.com/office/drawing/2014/main" id="{C7B8FFE3-5D5E-474D-B5E2-FBAF76E7147B}"/>
              </a:ext>
            </a:extLst>
          </p:cNvPr>
          <p:cNvSpPr>
            <a:spLocks noGrp="1"/>
          </p:cNvSpPr>
          <p:nvPr/>
        </p:nvSpPr>
        <p:spPr>
          <a:xfrm>
            <a:off x="14012317" y="3642420"/>
            <a:ext cx="21684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6" name="!!source-9-dom-5-9-1-3-0-text-0">
            <a:extLst>
              <a:ext uri="{FF2B5EF4-FFF2-40B4-BE49-F238E27FC236}">
                <a16:creationId xmlns:a16="http://schemas.microsoft.com/office/drawing/2014/main" id="{31E73812-EB07-4A43-AF88-74E75463DC9E}"/>
              </a:ext>
            </a:extLst>
          </p:cNvPr>
          <p:cNvSpPr>
            <a:spLocks noGrp="1"/>
          </p:cNvSpPr>
          <p:nvPr/>
        </p:nvSpPr>
        <p:spPr>
          <a:xfrm>
            <a:off x="13265794" y="4313932"/>
            <a:ext cx="171003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THRESHOLD</a:t>
            </a:r>
          </a:p>
        </p:txBody>
      </p:sp>
      <p:sp>
        <p:nvSpPr>
          <p:cNvPr id="97" name="!!source-9-dom-5-9-1-5-0-text-0">
            <a:extLst>
              <a:ext uri="{FF2B5EF4-FFF2-40B4-BE49-F238E27FC236}">
                <a16:creationId xmlns:a16="http://schemas.microsoft.com/office/drawing/2014/main" id="{8B990B73-7050-42AF-9B51-6371C2A53D6D}"/>
              </a:ext>
            </a:extLst>
          </p:cNvPr>
          <p:cNvSpPr>
            <a:spLocks noGrp="1"/>
          </p:cNvSpPr>
          <p:nvPr/>
        </p:nvSpPr>
        <p:spPr>
          <a:xfrm>
            <a:off x="13408819" y="4780657"/>
            <a:ext cx="142383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Feasibility</a:t>
            </a:r>
          </a:p>
        </p:txBody>
      </p:sp>
      <p:sp>
        <p:nvSpPr>
          <p:cNvPr id="98" name="!!source-9-dom-5-9-1-7-0-0-text-0">
            <a:extLst>
              <a:ext uri="{FF2B5EF4-FFF2-40B4-BE49-F238E27FC236}">
                <a16:creationId xmlns:a16="http://schemas.microsoft.com/office/drawing/2014/main" id="{3EC00FA7-0F09-4AE2-A132-E5BBE251224B}"/>
              </a:ext>
            </a:extLst>
          </p:cNvPr>
          <p:cNvSpPr>
            <a:spLocks noGrp="1"/>
          </p:cNvSpPr>
          <p:nvPr/>
        </p:nvSpPr>
        <p:spPr>
          <a:xfrm>
            <a:off x="13267135" y="5304532"/>
            <a:ext cx="170735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available mass</a:t>
            </a:r>
          </a:p>
        </p:txBody>
      </p:sp>
      <p:sp>
        <p:nvSpPr>
          <p:cNvPr id="99" name="!!source-9-dom-5-9-1-7-0-0-text-1">
            <a:extLst>
              <a:ext uri="{FF2B5EF4-FFF2-40B4-BE49-F238E27FC236}">
                <a16:creationId xmlns:a16="http://schemas.microsoft.com/office/drawing/2014/main" id="{B696E770-274F-4BC3-A604-91A997D2A231}"/>
              </a:ext>
            </a:extLst>
          </p:cNvPr>
          <p:cNvSpPr>
            <a:spLocks noGrp="1"/>
          </p:cNvSpPr>
          <p:nvPr/>
        </p:nvSpPr>
        <p:spPr>
          <a:xfrm>
            <a:off x="13511213" y="5590282"/>
            <a:ext cx="121905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≥ demand</a:t>
            </a:r>
          </a:p>
        </p:txBody>
      </p:sp>
      <p:sp>
        <p:nvSpPr>
          <p:cNvPr id="100" name="!!source-9-dom-5-9-1-7-1-0-text-0">
            <a:extLst>
              <a:ext uri="{FF2B5EF4-FFF2-40B4-BE49-F238E27FC236}">
                <a16:creationId xmlns:a16="http://schemas.microsoft.com/office/drawing/2014/main" id="{87FF22B1-8FE3-4EF5-BD22-FF7C1F664B2C}"/>
              </a:ext>
            </a:extLst>
          </p:cNvPr>
          <p:cNvSpPr>
            <a:spLocks noGrp="1"/>
          </p:cNvSpPr>
          <p:nvPr/>
        </p:nvSpPr>
        <p:spPr>
          <a:xfrm>
            <a:off x="13449746" y="5952232"/>
            <a:ext cx="134198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per pattern</a:t>
            </a:r>
          </a:p>
        </p:txBody>
      </p:sp>
      <p:sp>
        <p:nvSpPr>
          <p:cNvPr id="101" name="!!source-9-dom-5-9-3-1-0-fill">
            <a:extLst>
              <a:ext uri="{FF2B5EF4-FFF2-40B4-BE49-F238E27FC236}">
                <a16:creationId xmlns:a16="http://schemas.microsoft.com/office/drawing/2014/main" id="{90B47F63-F544-4A3C-9B5E-294AC28F2E64}"/>
              </a:ext>
            </a:extLst>
          </p:cNvPr>
          <p:cNvSpPr>
            <a:spLocks noGrp="1"/>
          </p:cNvSpPr>
          <p:nvPr/>
        </p:nvSpPr>
        <p:spPr>
          <a:xfrm>
            <a:off x="1347787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2" name="!!source-9-dom-5-9-3-1-0-0-text-0">
            <a:extLst>
              <a:ext uri="{FF2B5EF4-FFF2-40B4-BE49-F238E27FC236}">
                <a16:creationId xmlns:a16="http://schemas.microsoft.com/office/drawing/2014/main" id="{072802EB-FCE8-4942-A584-C9CFA2183E56}"/>
              </a:ext>
            </a:extLst>
          </p:cNvPr>
          <p:cNvSpPr>
            <a:spLocks noGrp="1"/>
          </p:cNvSpPr>
          <p:nvPr/>
        </p:nvSpPr>
        <p:spPr>
          <a:xfrm>
            <a:off x="13646497" y="2886075"/>
            <a:ext cx="205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3" name="!!source-9-dom-5-9-3-1-1-0-0-text-0">
            <a:extLst>
              <a:ext uri="{FF2B5EF4-FFF2-40B4-BE49-F238E27FC236}">
                <a16:creationId xmlns:a16="http://schemas.microsoft.com/office/drawing/2014/main" id="{5348FB51-6201-4FBD-A305-58AAA1D82502}"/>
              </a:ext>
            </a:extLst>
          </p:cNvPr>
          <p:cNvSpPr>
            <a:spLocks noGrp="1"/>
          </p:cNvSpPr>
          <p:nvPr/>
        </p:nvSpPr>
        <p:spPr>
          <a:xfrm>
            <a:off x="14144625" y="2724150"/>
            <a:ext cx="162044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Feasibility</a:t>
            </a:r>
          </a:p>
        </p:txBody>
      </p:sp>
      <p:sp>
        <p:nvSpPr>
          <p:cNvPr id="104" name="!!source-9-dom-5-9-3-1-1-1-0-text-0">
            <a:extLst>
              <a:ext uri="{FF2B5EF4-FFF2-40B4-BE49-F238E27FC236}">
                <a16:creationId xmlns:a16="http://schemas.microsoft.com/office/drawing/2014/main" id="{95939BC1-6A00-4795-952C-88AE5015FE2D}"/>
              </a:ext>
            </a:extLst>
          </p:cNvPr>
          <p:cNvSpPr>
            <a:spLocks noGrp="1"/>
          </p:cNvSpPr>
          <p:nvPr/>
        </p:nvSpPr>
        <p:spPr>
          <a:xfrm>
            <a:off x="14144625" y="3095625"/>
            <a:ext cx="52677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 threshold on the available mass, per pattern</a:t>
            </a:r>
          </a:p>
        </p:txBody>
      </p:sp>
      <p:sp>
        <p:nvSpPr>
          <p:cNvPr id="105" name="!!source-9-dom-5-9-3-3-2-0-0-text-0">
            <a:extLst>
              <a:ext uri="{FF2B5EF4-FFF2-40B4-BE49-F238E27FC236}">
                <a16:creationId xmlns:a16="http://schemas.microsoft.com/office/drawing/2014/main" id="{F5E32557-B8E8-4A12-B8B4-509D3C585D49}"/>
              </a:ext>
            </a:extLst>
          </p:cNvPr>
          <p:cNvSpPr>
            <a:spLocks noGrp="1"/>
          </p:cNvSpPr>
          <p:nvPr/>
        </p:nvSpPr>
        <p:spPr>
          <a:xfrm>
            <a:off x="18560355" y="3669209"/>
            <a:ext cx="190306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demand 16 kg ▸</a:t>
            </a:r>
          </a:p>
        </p:txBody>
      </p:sp>
      <p:sp>
        <p:nvSpPr>
          <p:cNvPr id="106" name="!!source-9-dom-5-9-3-3-5-fill">
            <a:extLst>
              <a:ext uri="{FF2B5EF4-FFF2-40B4-BE49-F238E27FC236}">
                <a16:creationId xmlns:a16="http://schemas.microsoft.com/office/drawing/2014/main" id="{F7712B77-8CCA-4591-ACB7-4BF9356D9AB4}"/>
              </a:ext>
            </a:extLst>
          </p:cNvPr>
          <p:cNvSpPr>
            <a:spLocks noGrp="1"/>
          </p:cNvSpPr>
          <p:nvPr/>
        </p:nvSpPr>
        <p:spPr>
          <a:xfrm>
            <a:off x="13477875" y="4069258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E8F3EC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7" name="!!source-9-dom-5-9-3-3-5-outline">
            <a:extLst>
              <a:ext uri="{FF2B5EF4-FFF2-40B4-BE49-F238E27FC236}">
                <a16:creationId xmlns:a16="http://schemas.microsoft.com/office/drawing/2014/main" id="{B489D7BF-B8DD-4865-BBB1-EEBA6E952FD6}"/>
              </a:ext>
            </a:extLst>
          </p:cNvPr>
          <p:cNvSpPr>
            <a:spLocks noGrp="1"/>
          </p:cNvSpPr>
          <p:nvPr/>
        </p:nvSpPr>
        <p:spPr>
          <a:xfrm>
            <a:off x="13492162" y="40835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2E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9-dom-5-9-3-3-5-0-text-0">
            <a:extLst>
              <a:ext uri="{FF2B5EF4-FFF2-40B4-BE49-F238E27FC236}">
                <a16:creationId xmlns:a16="http://schemas.microsoft.com/office/drawing/2014/main" id="{522E2CF5-CCEC-40B0-ABEF-ACB549B30726}"/>
              </a:ext>
            </a:extLst>
          </p:cNvPr>
          <p:cNvSpPr>
            <a:spLocks noGrp="1"/>
          </p:cNvSpPr>
          <p:nvPr/>
        </p:nvSpPr>
        <p:spPr>
          <a:xfrm>
            <a:off x="13716000" y="4193084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109" name="!!source-9-dom-5-9-3-3-6-fill">
            <a:extLst>
              <a:ext uri="{FF2B5EF4-FFF2-40B4-BE49-F238E27FC236}">
                <a16:creationId xmlns:a16="http://schemas.microsoft.com/office/drawing/2014/main" id="{EA94D5FA-0495-4338-B51C-F276C2532543}"/>
              </a:ext>
            </a:extLst>
          </p:cNvPr>
          <p:cNvSpPr>
            <a:spLocks noGrp="1"/>
          </p:cNvSpPr>
          <p:nvPr/>
        </p:nvSpPr>
        <p:spPr>
          <a:xfrm>
            <a:off x="15801975" y="4116884"/>
            <a:ext cx="5886449" cy="47625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9-dom-5-9-3-3-6-outline">
            <a:extLst>
              <a:ext uri="{FF2B5EF4-FFF2-40B4-BE49-F238E27FC236}">
                <a16:creationId xmlns:a16="http://schemas.microsoft.com/office/drawing/2014/main" id="{A5CDF0BD-D7AA-42EA-A1FD-AF9F1D0FCC11}"/>
              </a:ext>
            </a:extLst>
          </p:cNvPr>
          <p:cNvSpPr>
            <a:spLocks noGrp="1"/>
          </p:cNvSpPr>
          <p:nvPr/>
        </p:nvSpPr>
        <p:spPr>
          <a:xfrm>
            <a:off x="15811500" y="4126409"/>
            <a:ext cx="5867399" cy="45720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9-dom-5-9-3-3-6-0-fill">
            <a:extLst>
              <a:ext uri="{FF2B5EF4-FFF2-40B4-BE49-F238E27FC236}">
                <a16:creationId xmlns:a16="http://schemas.microsoft.com/office/drawing/2014/main" id="{1B53659C-C117-440F-A849-3222B4C70AF1}"/>
              </a:ext>
            </a:extLst>
          </p:cNvPr>
          <p:cNvSpPr>
            <a:spLocks noGrp="1"/>
          </p:cNvSpPr>
          <p:nvPr/>
        </p:nvSpPr>
        <p:spPr>
          <a:xfrm>
            <a:off x="15821026" y="4135934"/>
            <a:ext cx="5087987" cy="438150"/>
          </a:xfrm>
          <a:prstGeom prst="rect">
            <a:avLst/>
          </a:prstGeom>
          <a:solidFill>
            <a:srgbClr val="2E7D4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9-dom-5-9-3-3-6-1-border-Left">
            <a:extLst>
              <a:ext uri="{FF2B5EF4-FFF2-40B4-BE49-F238E27FC236}">
                <a16:creationId xmlns:a16="http://schemas.microsoft.com/office/drawing/2014/main" id="{B5AC44EF-6E8C-4E6D-9C8D-3A0F164A89E2}"/>
              </a:ext>
            </a:extLst>
          </p:cNvPr>
          <p:cNvSpPr>
            <a:spLocks noGrp="1"/>
          </p:cNvSpPr>
          <p:nvPr/>
        </p:nvSpPr>
        <p:spPr>
          <a:xfrm>
            <a:off x="20518638" y="40597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13" name="!!source-9-dom-5-9-3-3-7-0-text-0">
            <a:extLst>
              <a:ext uri="{FF2B5EF4-FFF2-40B4-BE49-F238E27FC236}">
                <a16:creationId xmlns:a16="http://schemas.microsoft.com/office/drawing/2014/main" id="{5CC28F26-B2DE-4E20-B57A-11B083AB8F64}"/>
              </a:ext>
            </a:extLst>
          </p:cNvPr>
          <p:cNvSpPr>
            <a:spLocks noGrp="1"/>
          </p:cNvSpPr>
          <p:nvPr/>
        </p:nvSpPr>
        <p:spPr>
          <a:xfrm>
            <a:off x="22078951" y="4154984"/>
            <a:ext cx="295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14" name="!!source-9-dom-5-9-3-3-9-fill">
            <a:extLst>
              <a:ext uri="{FF2B5EF4-FFF2-40B4-BE49-F238E27FC236}">
                <a16:creationId xmlns:a16="http://schemas.microsoft.com/office/drawing/2014/main" id="{72AEA31C-4105-43C7-8F77-ACC80759376A}"/>
              </a:ext>
            </a:extLst>
          </p:cNvPr>
          <p:cNvSpPr>
            <a:spLocks noGrp="1"/>
          </p:cNvSpPr>
          <p:nvPr/>
        </p:nvSpPr>
        <p:spPr>
          <a:xfrm>
            <a:off x="13477875" y="4755059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E8F3EC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9-dom-5-9-3-3-9-outline">
            <a:extLst>
              <a:ext uri="{FF2B5EF4-FFF2-40B4-BE49-F238E27FC236}">
                <a16:creationId xmlns:a16="http://schemas.microsoft.com/office/drawing/2014/main" id="{29673242-91B9-45F2-8495-BA8C8ACB6B94}"/>
              </a:ext>
            </a:extLst>
          </p:cNvPr>
          <p:cNvSpPr>
            <a:spLocks noGrp="1"/>
          </p:cNvSpPr>
          <p:nvPr/>
        </p:nvSpPr>
        <p:spPr>
          <a:xfrm>
            <a:off x="13492162" y="47693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2E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9-dom-5-9-3-3-9-0-text-0">
            <a:extLst>
              <a:ext uri="{FF2B5EF4-FFF2-40B4-BE49-F238E27FC236}">
                <a16:creationId xmlns:a16="http://schemas.microsoft.com/office/drawing/2014/main" id="{187AF55F-83DC-4976-9773-B2465DD0EE77}"/>
              </a:ext>
            </a:extLst>
          </p:cNvPr>
          <p:cNvSpPr>
            <a:spLocks noGrp="1"/>
          </p:cNvSpPr>
          <p:nvPr/>
        </p:nvSpPr>
        <p:spPr>
          <a:xfrm>
            <a:off x="13716000" y="4878883"/>
            <a:ext cx="1106984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117" name="!!source-9-dom-5-9-3-3-10-fill">
            <a:extLst>
              <a:ext uri="{FF2B5EF4-FFF2-40B4-BE49-F238E27FC236}">
                <a16:creationId xmlns:a16="http://schemas.microsoft.com/office/drawing/2014/main" id="{94EE0431-0F50-4D14-8AD2-2968AE059938}"/>
              </a:ext>
            </a:extLst>
          </p:cNvPr>
          <p:cNvSpPr>
            <a:spLocks noGrp="1"/>
          </p:cNvSpPr>
          <p:nvPr/>
        </p:nvSpPr>
        <p:spPr>
          <a:xfrm>
            <a:off x="15801975" y="4802683"/>
            <a:ext cx="5886449" cy="476251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9-dom-5-9-3-3-10-outline">
            <a:extLst>
              <a:ext uri="{FF2B5EF4-FFF2-40B4-BE49-F238E27FC236}">
                <a16:creationId xmlns:a16="http://schemas.microsoft.com/office/drawing/2014/main" id="{94C764A0-3380-40ED-9840-3F62A020DCC5}"/>
              </a:ext>
            </a:extLst>
          </p:cNvPr>
          <p:cNvSpPr>
            <a:spLocks noGrp="1"/>
          </p:cNvSpPr>
          <p:nvPr/>
        </p:nvSpPr>
        <p:spPr>
          <a:xfrm>
            <a:off x="15811500" y="4812208"/>
            <a:ext cx="5867399" cy="457201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9-dom-5-9-3-3-10-0-fill">
            <a:extLst>
              <a:ext uri="{FF2B5EF4-FFF2-40B4-BE49-F238E27FC236}">
                <a16:creationId xmlns:a16="http://schemas.microsoft.com/office/drawing/2014/main" id="{7B3A1D92-8046-4C2D-ADE6-924B8BF7F032}"/>
              </a:ext>
            </a:extLst>
          </p:cNvPr>
          <p:cNvSpPr>
            <a:spLocks noGrp="1"/>
          </p:cNvSpPr>
          <p:nvPr/>
        </p:nvSpPr>
        <p:spPr>
          <a:xfrm>
            <a:off x="15821026" y="4821734"/>
            <a:ext cx="4912518" cy="438150"/>
          </a:xfrm>
          <a:prstGeom prst="rect">
            <a:avLst/>
          </a:prstGeom>
          <a:solidFill>
            <a:srgbClr val="2E7D4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9-dom-5-9-3-3-10-1-border-Left">
            <a:extLst>
              <a:ext uri="{FF2B5EF4-FFF2-40B4-BE49-F238E27FC236}">
                <a16:creationId xmlns:a16="http://schemas.microsoft.com/office/drawing/2014/main" id="{530EE912-48B9-495B-93BE-5293665D8DAC}"/>
              </a:ext>
            </a:extLst>
          </p:cNvPr>
          <p:cNvSpPr>
            <a:spLocks noGrp="1"/>
          </p:cNvSpPr>
          <p:nvPr/>
        </p:nvSpPr>
        <p:spPr>
          <a:xfrm>
            <a:off x="20518638" y="47455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1" name="!!source-9-dom-5-9-3-3-11-0-text-0">
            <a:extLst>
              <a:ext uri="{FF2B5EF4-FFF2-40B4-BE49-F238E27FC236}">
                <a16:creationId xmlns:a16="http://schemas.microsoft.com/office/drawing/2014/main" id="{FB03B4B7-ABC4-4AE1-A676-57B73AF64295}"/>
              </a:ext>
            </a:extLst>
          </p:cNvPr>
          <p:cNvSpPr>
            <a:spLocks noGrp="1"/>
          </p:cNvSpPr>
          <p:nvPr/>
        </p:nvSpPr>
        <p:spPr>
          <a:xfrm>
            <a:off x="22078951" y="4840784"/>
            <a:ext cx="295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22" name="!!source-9-dom-5-9-3-3-13-fill">
            <a:extLst>
              <a:ext uri="{FF2B5EF4-FFF2-40B4-BE49-F238E27FC236}">
                <a16:creationId xmlns:a16="http://schemas.microsoft.com/office/drawing/2014/main" id="{0552E82A-965D-441A-A4D4-DFE61D8AB804}"/>
              </a:ext>
            </a:extLst>
          </p:cNvPr>
          <p:cNvSpPr>
            <a:spLocks noGrp="1"/>
          </p:cNvSpPr>
          <p:nvPr/>
        </p:nvSpPr>
        <p:spPr>
          <a:xfrm>
            <a:off x="13477875" y="5440859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9-dom-5-9-3-3-13-outline">
            <a:extLst>
              <a:ext uri="{FF2B5EF4-FFF2-40B4-BE49-F238E27FC236}">
                <a16:creationId xmlns:a16="http://schemas.microsoft.com/office/drawing/2014/main" id="{BB89D74D-371F-4B31-BCA1-48303DF0F4B5}"/>
              </a:ext>
            </a:extLst>
          </p:cNvPr>
          <p:cNvSpPr>
            <a:spLocks noGrp="1"/>
          </p:cNvSpPr>
          <p:nvPr/>
        </p:nvSpPr>
        <p:spPr>
          <a:xfrm>
            <a:off x="13492162" y="54551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4" name="!!source-9-dom-5-9-3-3-13-0-text-0">
            <a:extLst>
              <a:ext uri="{FF2B5EF4-FFF2-40B4-BE49-F238E27FC236}">
                <a16:creationId xmlns:a16="http://schemas.microsoft.com/office/drawing/2014/main" id="{32B04B18-E34C-4BC8-A086-C9F326644895}"/>
              </a:ext>
            </a:extLst>
          </p:cNvPr>
          <p:cNvSpPr>
            <a:spLocks noGrp="1"/>
          </p:cNvSpPr>
          <p:nvPr/>
        </p:nvSpPr>
        <p:spPr>
          <a:xfrm>
            <a:off x="13716000" y="5564683"/>
            <a:ext cx="36671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T4</a:t>
            </a:r>
          </a:p>
        </p:txBody>
      </p:sp>
      <p:sp>
        <p:nvSpPr>
          <p:cNvPr id="125" name="!!source-9-dom-5-9-3-3-14-fill">
            <a:extLst>
              <a:ext uri="{FF2B5EF4-FFF2-40B4-BE49-F238E27FC236}">
                <a16:creationId xmlns:a16="http://schemas.microsoft.com/office/drawing/2014/main" id="{7FBB8741-ABB4-41B6-91AD-288930D642DB}"/>
              </a:ext>
            </a:extLst>
          </p:cNvPr>
          <p:cNvSpPr>
            <a:spLocks noGrp="1"/>
          </p:cNvSpPr>
          <p:nvPr/>
        </p:nvSpPr>
        <p:spPr>
          <a:xfrm>
            <a:off x="15801975" y="5488484"/>
            <a:ext cx="5886449" cy="47625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9-dom-5-9-3-3-14-outline">
            <a:extLst>
              <a:ext uri="{FF2B5EF4-FFF2-40B4-BE49-F238E27FC236}">
                <a16:creationId xmlns:a16="http://schemas.microsoft.com/office/drawing/2014/main" id="{9C0CB355-9F02-46E7-87DD-9DAF5DA3881F}"/>
              </a:ext>
            </a:extLst>
          </p:cNvPr>
          <p:cNvSpPr>
            <a:spLocks noGrp="1"/>
          </p:cNvSpPr>
          <p:nvPr/>
        </p:nvSpPr>
        <p:spPr>
          <a:xfrm>
            <a:off x="15811500" y="5498009"/>
            <a:ext cx="5867399" cy="45720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7" name="!!source-9-dom-5-9-3-3-14-0-fill">
            <a:extLst>
              <a:ext uri="{FF2B5EF4-FFF2-40B4-BE49-F238E27FC236}">
                <a16:creationId xmlns:a16="http://schemas.microsoft.com/office/drawing/2014/main" id="{CE086098-9613-4C7F-B846-F6E2A7223FA2}"/>
              </a:ext>
            </a:extLst>
          </p:cNvPr>
          <p:cNvSpPr>
            <a:spLocks noGrp="1"/>
          </p:cNvSpPr>
          <p:nvPr/>
        </p:nvSpPr>
        <p:spPr>
          <a:xfrm>
            <a:off x="15821026" y="5507534"/>
            <a:ext cx="2807196" cy="438150"/>
          </a:xfrm>
          <a:prstGeom prst="rect">
            <a:avLst/>
          </a:prstGeom>
          <a:solidFill>
            <a:srgbClr val="C9B8AD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8" name="!!source-9-dom-5-9-3-3-14-1-border-Left">
            <a:extLst>
              <a:ext uri="{FF2B5EF4-FFF2-40B4-BE49-F238E27FC236}">
                <a16:creationId xmlns:a16="http://schemas.microsoft.com/office/drawing/2014/main" id="{8E09B165-C260-430D-A7CC-CAE5D8611BB9}"/>
              </a:ext>
            </a:extLst>
          </p:cNvPr>
          <p:cNvSpPr>
            <a:spLocks noGrp="1"/>
          </p:cNvSpPr>
          <p:nvPr/>
        </p:nvSpPr>
        <p:spPr>
          <a:xfrm>
            <a:off x="20518638" y="54313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9-dom-5-9-3-3-15-0-text-0">
            <a:extLst>
              <a:ext uri="{FF2B5EF4-FFF2-40B4-BE49-F238E27FC236}">
                <a16:creationId xmlns:a16="http://schemas.microsoft.com/office/drawing/2014/main" id="{A3DE2F52-9800-45F9-B456-E486F57C68B7}"/>
              </a:ext>
            </a:extLst>
          </p:cNvPr>
          <p:cNvSpPr>
            <a:spLocks noGrp="1"/>
          </p:cNvSpPr>
          <p:nvPr/>
        </p:nvSpPr>
        <p:spPr>
          <a:xfrm>
            <a:off x="22110205" y="5526583"/>
            <a:ext cx="232617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✗</a:t>
            </a:r>
          </a:p>
        </p:txBody>
      </p:sp>
      <p:sp>
        <p:nvSpPr>
          <p:cNvPr id="130" name="!!source-9-dom-5-9-3-5-0-text-0">
            <a:extLst>
              <a:ext uri="{FF2B5EF4-FFF2-40B4-BE49-F238E27FC236}">
                <a16:creationId xmlns:a16="http://schemas.microsoft.com/office/drawing/2014/main" id="{943FA2BD-CD33-49B2-8670-EDE1C2677EB5}"/>
              </a:ext>
            </a:extLst>
          </p:cNvPr>
          <p:cNvSpPr>
            <a:spLocks noGrp="1"/>
          </p:cNvSpPr>
          <p:nvPr/>
        </p:nvSpPr>
        <p:spPr>
          <a:xfrm>
            <a:off x="13477875" y="6328916"/>
            <a:ext cx="857979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Feasible: the pattern delivers at least the demand. The set changes</a:t>
            </a:r>
          </a:p>
        </p:txBody>
      </p:sp>
      <p:sp>
        <p:nvSpPr>
          <p:cNvPr id="131" name="!!source-9-dom-5-9-3-5-0-text-1">
            <a:extLst>
              <a:ext uri="{FF2B5EF4-FFF2-40B4-BE49-F238E27FC236}">
                <a16:creationId xmlns:a16="http://schemas.microsoft.com/office/drawing/2014/main" id="{07AAA8FC-8B89-4C53-BE97-BA1CF058E151}"/>
              </a:ext>
            </a:extLst>
          </p:cNvPr>
          <p:cNvSpPr>
            <a:spLocks noGrp="1"/>
          </p:cNvSpPr>
          <p:nvPr/>
        </p:nvSpPr>
        <p:spPr>
          <a:xfrm>
            <a:off x="13477875" y="6687889"/>
            <a:ext cx="32614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with every tank pressure.</a:t>
            </a:r>
          </a:p>
        </p:txBody>
      </p:sp>
      <p:sp>
        <p:nvSpPr>
          <p:cNvPr id="132" name="!!source-9-dom-5-13-fill">
            <a:extLst>
              <a:ext uri="{FF2B5EF4-FFF2-40B4-BE49-F238E27FC236}">
                <a16:creationId xmlns:a16="http://schemas.microsoft.com/office/drawing/2014/main" id="{F22F0164-BD91-4F85-9626-2202BC712B22}"/>
              </a:ext>
            </a:extLst>
          </p:cNvPr>
          <p:cNvSpPr>
            <a:spLocks noGrp="1"/>
          </p:cNvSpPr>
          <p:nvPr/>
        </p:nvSpPr>
        <p:spPr>
          <a:xfrm>
            <a:off x="15335250" y="2466975"/>
            <a:ext cx="1905001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3" name="!!source-9-dom-5-13-outline">
            <a:extLst>
              <a:ext uri="{FF2B5EF4-FFF2-40B4-BE49-F238E27FC236}">
                <a16:creationId xmlns:a16="http://schemas.microsoft.com/office/drawing/2014/main" id="{AED72C50-520F-42FA-BCF4-4488691A4889}"/>
              </a:ext>
            </a:extLst>
          </p:cNvPr>
          <p:cNvSpPr>
            <a:spLocks noGrp="1"/>
          </p:cNvSpPr>
          <p:nvPr/>
        </p:nvSpPr>
        <p:spPr>
          <a:xfrm>
            <a:off x="15349537" y="2481263"/>
            <a:ext cx="1876426" cy="4789438"/>
          </a:xfrm>
          <a:prstGeom prst="rect">
            <a:avLst/>
          </a:prstGeom>
          <a:noFill/>
          <a:ln w="28575">
            <a:solidFill>
              <a:srgbClr val="8A7B71">
                <a:alpha val="10000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9-dom-5-13-1-1-fill">
            <a:extLst>
              <a:ext uri="{FF2B5EF4-FFF2-40B4-BE49-F238E27FC236}">
                <a16:creationId xmlns:a16="http://schemas.microsoft.com/office/drawing/2014/main" id="{63F2F66B-D138-40D4-8151-54CC8FE0CDE4}"/>
              </a:ext>
            </a:extLst>
          </p:cNvPr>
          <p:cNvSpPr>
            <a:spLocks noGrp="1"/>
          </p:cNvSpPr>
          <p:nvPr/>
        </p:nvSpPr>
        <p:spPr>
          <a:xfrm>
            <a:off x="15982950" y="3656707"/>
            <a:ext cx="609601" cy="609600"/>
          </a:xfrm>
          <a:prstGeom prst="ellipse">
            <a:avLst/>
          </a:prstGeom>
          <a:solidFill>
            <a:srgbClr val="8A7B71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5" name="!!source-9-dom-5-13-1-1-0-text-0">
            <a:extLst>
              <a:ext uri="{FF2B5EF4-FFF2-40B4-BE49-F238E27FC236}">
                <a16:creationId xmlns:a16="http://schemas.microsoft.com/office/drawing/2014/main" id="{4C0496BB-A96E-49B2-BAF5-4B17AD23A3D8}"/>
              </a:ext>
            </a:extLst>
          </p:cNvPr>
          <p:cNvSpPr>
            <a:spLocks noGrp="1"/>
          </p:cNvSpPr>
          <p:nvPr/>
        </p:nvSpPr>
        <p:spPr>
          <a:xfrm>
            <a:off x="16189226" y="3785295"/>
            <a:ext cx="2445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36" name="!!source-9-dom-5-13-1-3-0-text-0">
            <a:extLst>
              <a:ext uri="{FF2B5EF4-FFF2-40B4-BE49-F238E27FC236}">
                <a16:creationId xmlns:a16="http://schemas.microsoft.com/office/drawing/2014/main" id="{DDF94AB7-E136-4BFA-85E7-7A1608693EB4}"/>
              </a:ext>
            </a:extLst>
          </p:cNvPr>
          <p:cNvSpPr>
            <a:spLocks noGrp="1"/>
          </p:cNvSpPr>
          <p:nvPr/>
        </p:nvSpPr>
        <p:spPr>
          <a:xfrm>
            <a:off x="15632311" y="4456807"/>
            <a:ext cx="135850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ONGOING</a:t>
            </a:r>
          </a:p>
        </p:txBody>
      </p:sp>
      <p:sp>
        <p:nvSpPr>
          <p:cNvPr id="137" name="!!source-9-dom-5-13-1-5-0-text-0">
            <a:extLst>
              <a:ext uri="{FF2B5EF4-FFF2-40B4-BE49-F238E27FC236}">
                <a16:creationId xmlns:a16="http://schemas.microsoft.com/office/drawing/2014/main" id="{E33D86D9-E702-49B9-9905-ACE7C150083C}"/>
              </a:ext>
            </a:extLst>
          </p:cNvPr>
          <p:cNvSpPr>
            <a:spLocks noGrp="1"/>
          </p:cNvSpPr>
          <p:nvPr/>
        </p:nvSpPr>
        <p:spPr>
          <a:xfrm>
            <a:off x="15542419" y="4923532"/>
            <a:ext cx="1538287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138" name="!!source-9-dom-5-13-1-7-0-0-text-0">
            <a:extLst>
              <a:ext uri="{FF2B5EF4-FFF2-40B4-BE49-F238E27FC236}">
                <a16:creationId xmlns:a16="http://schemas.microsoft.com/office/drawing/2014/main" id="{529C7E44-1645-4BA7-96C9-E6E90334BEDB}"/>
              </a:ext>
            </a:extLst>
          </p:cNvPr>
          <p:cNvSpPr>
            <a:spLocks noGrp="1"/>
          </p:cNvSpPr>
          <p:nvPr/>
        </p:nvSpPr>
        <p:spPr>
          <a:xfrm>
            <a:off x="15500896" y="5447407"/>
            <a:ext cx="162133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disjoint count</a:t>
            </a:r>
          </a:p>
        </p:txBody>
      </p:sp>
      <p:sp>
        <p:nvSpPr>
          <p:cNvPr id="139" name="!!source-9-dom-5-13-1-7-1-0-text-0">
            <a:extLst>
              <a:ext uri="{FF2B5EF4-FFF2-40B4-BE49-F238E27FC236}">
                <a16:creationId xmlns:a16="http://schemas.microsoft.com/office/drawing/2014/main" id="{40D73B94-BDA7-4123-9EAB-BD2D728209B5}"/>
              </a:ext>
            </a:extLst>
          </p:cNvPr>
          <p:cNvSpPr>
            <a:spLocks noGrp="1"/>
          </p:cNvSpPr>
          <p:nvPr/>
        </p:nvSpPr>
        <p:spPr>
          <a:xfrm>
            <a:off x="15842307" y="5809357"/>
            <a:ext cx="9383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≥ target</a:t>
            </a:r>
          </a:p>
        </p:txBody>
      </p:sp>
      <p:sp>
        <p:nvSpPr>
          <p:cNvPr id="140" name="!!source-9-dom-5-13-3-1-0-0-fill">
            <a:extLst>
              <a:ext uri="{FF2B5EF4-FFF2-40B4-BE49-F238E27FC236}">
                <a16:creationId xmlns:a16="http://schemas.microsoft.com/office/drawing/2014/main" id="{AAFDDF2C-D197-4D27-84EF-78904AC107B5}"/>
              </a:ext>
            </a:extLst>
          </p:cNvPr>
          <p:cNvSpPr>
            <a:spLocks noGrp="1"/>
          </p:cNvSpPr>
          <p:nvPr/>
        </p:nvSpPr>
        <p:spPr>
          <a:xfrm>
            <a:off x="15668625" y="2800350"/>
            <a:ext cx="495300" cy="495300"/>
          </a:xfrm>
          <a:prstGeom prst="ellipse">
            <a:avLst/>
          </a:prstGeom>
          <a:solidFill>
            <a:srgbClr val="8A7B71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1" name="!!source-9-dom-5-13-3-1-0-0-0-text-0">
            <a:extLst>
              <a:ext uri="{FF2B5EF4-FFF2-40B4-BE49-F238E27FC236}">
                <a16:creationId xmlns:a16="http://schemas.microsoft.com/office/drawing/2014/main" id="{D9C86CE4-C94C-491D-8807-5591BCF0670C}"/>
              </a:ext>
            </a:extLst>
          </p:cNvPr>
          <p:cNvSpPr>
            <a:spLocks noGrp="1"/>
          </p:cNvSpPr>
          <p:nvPr/>
        </p:nvSpPr>
        <p:spPr>
          <a:xfrm>
            <a:off x="15824299" y="2886075"/>
            <a:ext cx="2314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42" name="!!source-9-dom-5-13-3-1-0-1-0-0-text-0">
            <a:extLst>
              <a:ext uri="{FF2B5EF4-FFF2-40B4-BE49-F238E27FC236}">
                <a16:creationId xmlns:a16="http://schemas.microsoft.com/office/drawing/2014/main" id="{1BD5D254-7FB5-48BF-A8CB-BEE4E34C17C2}"/>
              </a:ext>
            </a:extLst>
          </p:cNvPr>
          <p:cNvSpPr>
            <a:spLocks noGrp="1"/>
          </p:cNvSpPr>
          <p:nvPr/>
        </p:nvSpPr>
        <p:spPr>
          <a:xfrm>
            <a:off x="16335375" y="2724150"/>
            <a:ext cx="175126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143" name="!!source-9-dom-5-13-3-1-0-1-1-0-text-0">
            <a:extLst>
              <a:ext uri="{FF2B5EF4-FFF2-40B4-BE49-F238E27FC236}">
                <a16:creationId xmlns:a16="http://schemas.microsoft.com/office/drawing/2014/main" id="{0EA2ED00-7A87-45CE-8CF5-C3BB4E1E4546}"/>
              </a:ext>
            </a:extLst>
          </p:cNvPr>
          <p:cNvSpPr>
            <a:spLocks noGrp="1"/>
          </p:cNvSpPr>
          <p:nvPr/>
        </p:nvSpPr>
        <p:spPr>
          <a:xfrm>
            <a:off x="16335375" y="3095625"/>
            <a:ext cx="588094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count the disjoint feasible patterns against a target</a:t>
            </a:r>
          </a:p>
        </p:txBody>
      </p:sp>
      <p:sp>
        <p:nvSpPr>
          <p:cNvPr id="144" name="!!source-9-dom-5-13-3-1-1-outline">
            <a:extLst>
              <a:ext uri="{FF2B5EF4-FFF2-40B4-BE49-F238E27FC236}">
                <a16:creationId xmlns:a16="http://schemas.microsoft.com/office/drawing/2014/main" id="{7DAC70B2-E426-4D8B-8C4D-FE08B28229D7}"/>
              </a:ext>
            </a:extLst>
          </p:cNvPr>
          <p:cNvSpPr>
            <a:spLocks noGrp="1"/>
          </p:cNvSpPr>
          <p:nvPr/>
        </p:nvSpPr>
        <p:spPr>
          <a:xfrm>
            <a:off x="22364701" y="2852738"/>
            <a:ext cx="2305048" cy="390525"/>
          </a:xfrm>
          <a:prstGeom prst="rect">
            <a:avLst/>
          </a:prstGeom>
          <a:noFill/>
          <a:ln w="19050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9-dom-5-13-3-1-1-0-text-0">
            <a:extLst>
              <a:ext uri="{FF2B5EF4-FFF2-40B4-BE49-F238E27FC236}">
                <a16:creationId xmlns:a16="http://schemas.microsoft.com/office/drawing/2014/main" id="{492DF720-E477-4A1C-9573-41C939C50652}"/>
              </a:ext>
            </a:extLst>
          </p:cNvPr>
          <p:cNvSpPr>
            <a:spLocks noGrp="1"/>
          </p:cNvSpPr>
          <p:nvPr/>
        </p:nvSpPr>
        <p:spPr>
          <a:xfrm>
            <a:off x="22507576" y="2919413"/>
            <a:ext cx="206692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9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ONGOING WORK</a:t>
            </a:r>
          </a:p>
        </p:txBody>
      </p:sp>
      <p:sp>
        <p:nvSpPr>
          <p:cNvPr id="146" name="!!source-9-dom-5-13-3-3-1-1-0-text-0">
            <a:extLst>
              <a:ext uri="{FF2B5EF4-FFF2-40B4-BE49-F238E27FC236}">
                <a16:creationId xmlns:a16="http://schemas.microsoft.com/office/drawing/2014/main" id="{8DA5E140-81BB-4695-AC48-91A40AAD62EF}"/>
              </a:ext>
            </a:extLst>
          </p:cNvPr>
          <p:cNvSpPr>
            <a:spLocks noGrp="1"/>
          </p:cNvSpPr>
          <p:nvPr/>
        </p:nvSpPr>
        <p:spPr>
          <a:xfrm>
            <a:off x="15668625" y="3738265"/>
            <a:ext cx="284603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FEASIBLE PATTERNS</a:t>
            </a:r>
          </a:p>
        </p:txBody>
      </p:sp>
      <p:sp>
        <p:nvSpPr>
          <p:cNvPr id="147" name="!!source-9-dom-5-13-3-3-1-3-0-fill">
            <a:extLst>
              <a:ext uri="{FF2B5EF4-FFF2-40B4-BE49-F238E27FC236}">
                <a16:creationId xmlns:a16="http://schemas.microsoft.com/office/drawing/2014/main" id="{038CEF0B-8DB4-47B5-91EA-DB662F154673}"/>
              </a:ext>
            </a:extLst>
          </p:cNvPr>
          <p:cNvSpPr>
            <a:spLocks noGrp="1"/>
          </p:cNvSpPr>
          <p:nvPr/>
        </p:nvSpPr>
        <p:spPr>
          <a:xfrm>
            <a:off x="15668625" y="4128790"/>
            <a:ext cx="1535609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8" name="!!source-9-dom-5-13-3-3-1-3-0-outline">
            <a:extLst>
              <a:ext uri="{FF2B5EF4-FFF2-40B4-BE49-F238E27FC236}">
                <a16:creationId xmlns:a16="http://schemas.microsoft.com/office/drawing/2014/main" id="{A5D8ACE1-1ED7-4679-B654-8E20A5C55659}"/>
              </a:ext>
            </a:extLst>
          </p:cNvPr>
          <p:cNvSpPr>
            <a:spLocks noGrp="1"/>
          </p:cNvSpPr>
          <p:nvPr/>
        </p:nvSpPr>
        <p:spPr>
          <a:xfrm>
            <a:off x="15682913" y="4143077"/>
            <a:ext cx="1507034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9" name="!!source-9-dom-5-13-3-3-1-3-0-0-text-0">
            <a:extLst>
              <a:ext uri="{FF2B5EF4-FFF2-40B4-BE49-F238E27FC236}">
                <a16:creationId xmlns:a16="http://schemas.microsoft.com/office/drawing/2014/main" id="{B5745FB9-AC69-42D6-A97F-AE62F1EE6025}"/>
              </a:ext>
            </a:extLst>
          </p:cNvPr>
          <p:cNvSpPr>
            <a:spLocks noGrp="1"/>
          </p:cNvSpPr>
          <p:nvPr/>
        </p:nvSpPr>
        <p:spPr>
          <a:xfrm>
            <a:off x="15906750" y="4252615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150" name="!!source-9-dom-5-13-3-3-1-3-1-fill">
            <a:extLst>
              <a:ext uri="{FF2B5EF4-FFF2-40B4-BE49-F238E27FC236}">
                <a16:creationId xmlns:a16="http://schemas.microsoft.com/office/drawing/2014/main" id="{02B90C41-AD82-45D0-8981-20578C7DEEC2}"/>
              </a:ext>
            </a:extLst>
          </p:cNvPr>
          <p:cNvSpPr>
            <a:spLocks noGrp="1"/>
          </p:cNvSpPr>
          <p:nvPr/>
        </p:nvSpPr>
        <p:spPr>
          <a:xfrm>
            <a:off x="17299483" y="4128790"/>
            <a:ext cx="1535610" cy="571500"/>
          </a:xfrm>
          <a:prstGeom prst="roundRect">
            <a:avLst>
              <a:gd name="adj" fmla="val 10000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1" name="!!source-9-dom-5-13-3-3-1-3-1-outline">
            <a:extLst>
              <a:ext uri="{FF2B5EF4-FFF2-40B4-BE49-F238E27FC236}">
                <a16:creationId xmlns:a16="http://schemas.microsoft.com/office/drawing/2014/main" id="{D2A3A792-0BC4-4D6E-92D2-5CFF1996CE1A}"/>
              </a:ext>
            </a:extLst>
          </p:cNvPr>
          <p:cNvSpPr>
            <a:spLocks noGrp="1"/>
          </p:cNvSpPr>
          <p:nvPr/>
        </p:nvSpPr>
        <p:spPr>
          <a:xfrm>
            <a:off x="17313771" y="4143077"/>
            <a:ext cx="150703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2" name="!!source-9-dom-5-13-3-3-1-3-1-0-text-0">
            <a:extLst>
              <a:ext uri="{FF2B5EF4-FFF2-40B4-BE49-F238E27FC236}">
                <a16:creationId xmlns:a16="http://schemas.microsoft.com/office/drawing/2014/main" id="{FEBED45A-DFDF-43E4-AAC8-26AAF0204760}"/>
              </a:ext>
            </a:extLst>
          </p:cNvPr>
          <p:cNvSpPr>
            <a:spLocks noGrp="1"/>
          </p:cNvSpPr>
          <p:nvPr/>
        </p:nvSpPr>
        <p:spPr>
          <a:xfrm>
            <a:off x="17537609" y="4252615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153" name="!!source-9-dom-5-13-3-3-1-3-2-fill">
            <a:extLst>
              <a:ext uri="{FF2B5EF4-FFF2-40B4-BE49-F238E27FC236}">
                <a16:creationId xmlns:a16="http://schemas.microsoft.com/office/drawing/2014/main" id="{ACF55C85-AA34-45A6-8D9D-FE89DB6CF365}"/>
              </a:ext>
            </a:extLst>
          </p:cNvPr>
          <p:cNvSpPr>
            <a:spLocks noGrp="1"/>
          </p:cNvSpPr>
          <p:nvPr/>
        </p:nvSpPr>
        <p:spPr>
          <a:xfrm>
            <a:off x="18930342" y="4128790"/>
            <a:ext cx="1649760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4" name="!!source-9-dom-5-13-3-3-1-3-2-outline">
            <a:extLst>
              <a:ext uri="{FF2B5EF4-FFF2-40B4-BE49-F238E27FC236}">
                <a16:creationId xmlns:a16="http://schemas.microsoft.com/office/drawing/2014/main" id="{D7FDE203-F1EF-43A2-8445-C0190B25DB93}"/>
              </a:ext>
            </a:extLst>
          </p:cNvPr>
          <p:cNvSpPr>
            <a:spLocks noGrp="1"/>
          </p:cNvSpPr>
          <p:nvPr/>
        </p:nvSpPr>
        <p:spPr>
          <a:xfrm>
            <a:off x="18944630" y="4143077"/>
            <a:ext cx="162118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9-dom-5-13-3-3-1-3-2-0-text-0">
            <a:extLst>
              <a:ext uri="{FF2B5EF4-FFF2-40B4-BE49-F238E27FC236}">
                <a16:creationId xmlns:a16="http://schemas.microsoft.com/office/drawing/2014/main" id="{DE296CAE-0128-4E55-960E-57E3F8133E52}"/>
              </a:ext>
            </a:extLst>
          </p:cNvPr>
          <p:cNvSpPr>
            <a:spLocks noGrp="1"/>
          </p:cNvSpPr>
          <p:nvPr/>
        </p:nvSpPr>
        <p:spPr>
          <a:xfrm>
            <a:off x="19168467" y="4252615"/>
            <a:ext cx="122113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T3₁ → T3₃</a:t>
            </a:r>
          </a:p>
        </p:txBody>
      </p:sp>
      <p:sp>
        <p:nvSpPr>
          <p:cNvPr id="156" name="!!source-9-dom-5-13-3-3-1-5-0-text-0">
            <a:extLst>
              <a:ext uri="{FF2B5EF4-FFF2-40B4-BE49-F238E27FC236}">
                <a16:creationId xmlns:a16="http://schemas.microsoft.com/office/drawing/2014/main" id="{06A0EA20-7800-42FE-94C1-13EC53D2748E}"/>
              </a:ext>
            </a:extLst>
          </p:cNvPr>
          <p:cNvSpPr>
            <a:spLocks noGrp="1"/>
          </p:cNvSpPr>
          <p:nvPr/>
        </p:nvSpPr>
        <p:spPr>
          <a:xfrm>
            <a:off x="15668625" y="4824115"/>
            <a:ext cx="47541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two share T4: only one of them can count</a:t>
            </a:r>
          </a:p>
        </p:txBody>
      </p:sp>
      <p:sp>
        <p:nvSpPr>
          <p:cNvPr id="157" name="!!source-9-dom-5-13-3-3-3-0-fill">
            <a:extLst>
              <a:ext uri="{FF2B5EF4-FFF2-40B4-BE49-F238E27FC236}">
                <a16:creationId xmlns:a16="http://schemas.microsoft.com/office/drawing/2014/main" id="{C54D544A-2EFD-4A37-977E-FD75986C4451}"/>
              </a:ext>
            </a:extLst>
          </p:cNvPr>
          <p:cNvSpPr>
            <a:spLocks noGrp="1"/>
          </p:cNvSpPr>
          <p:nvPr/>
        </p:nvSpPr>
        <p:spPr>
          <a:xfrm>
            <a:off x="15668625" y="5302151"/>
            <a:ext cx="1510307" cy="10001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8" name="!!source-9-dom-5-13-3-3-3-0-outline">
            <a:extLst>
              <a:ext uri="{FF2B5EF4-FFF2-40B4-BE49-F238E27FC236}">
                <a16:creationId xmlns:a16="http://schemas.microsoft.com/office/drawing/2014/main" id="{283413CE-A33D-4C4A-A17B-BAD27D45F17E}"/>
              </a:ext>
            </a:extLst>
          </p:cNvPr>
          <p:cNvSpPr>
            <a:spLocks noGrp="1"/>
          </p:cNvSpPr>
          <p:nvPr/>
        </p:nvSpPr>
        <p:spPr>
          <a:xfrm>
            <a:off x="15678150" y="5311676"/>
            <a:ext cx="1491257" cy="981075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9" name="!!source-9-dom-5-13-3-3-3-0-0-0-text-0">
            <a:extLst>
              <a:ext uri="{FF2B5EF4-FFF2-40B4-BE49-F238E27FC236}">
                <a16:creationId xmlns:a16="http://schemas.microsoft.com/office/drawing/2014/main" id="{91BF89B5-454D-4E75-89F2-18A99090CB70}"/>
              </a:ext>
            </a:extLst>
          </p:cNvPr>
          <p:cNvSpPr>
            <a:spLocks noGrp="1"/>
          </p:cNvSpPr>
          <p:nvPr/>
        </p:nvSpPr>
        <p:spPr>
          <a:xfrm>
            <a:off x="15840075" y="5435501"/>
            <a:ext cx="121503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DISJOINT</a:t>
            </a:r>
          </a:p>
        </p:txBody>
      </p:sp>
      <p:sp>
        <p:nvSpPr>
          <p:cNvPr id="160" name="!!source-9-dom-5-13-3-3-3-0-1-0-text-0">
            <a:extLst>
              <a:ext uri="{FF2B5EF4-FFF2-40B4-BE49-F238E27FC236}">
                <a16:creationId xmlns:a16="http://schemas.microsoft.com/office/drawing/2014/main" id="{38138B65-3E1E-4132-93B9-2BC4AB8A36AF}"/>
              </a:ext>
            </a:extLst>
          </p:cNvPr>
          <p:cNvSpPr>
            <a:spLocks noGrp="1"/>
          </p:cNvSpPr>
          <p:nvPr/>
        </p:nvSpPr>
        <p:spPr>
          <a:xfrm>
            <a:off x="16322873" y="5711726"/>
            <a:ext cx="249436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</a:t>
            </a:r>
          </a:p>
        </p:txBody>
      </p:sp>
      <p:sp>
        <p:nvSpPr>
          <p:cNvPr id="161" name="!!source-9-dom-5-13-3-3-3-1-0-text-0">
            <a:extLst>
              <a:ext uri="{FF2B5EF4-FFF2-40B4-BE49-F238E27FC236}">
                <a16:creationId xmlns:a16="http://schemas.microsoft.com/office/drawing/2014/main" id="{CC851A75-262F-4086-8847-F9DEB5B6960C}"/>
              </a:ext>
            </a:extLst>
          </p:cNvPr>
          <p:cNvSpPr>
            <a:spLocks noGrp="1"/>
          </p:cNvSpPr>
          <p:nvPr/>
        </p:nvSpPr>
        <p:spPr>
          <a:xfrm>
            <a:off x="17314218" y="5592663"/>
            <a:ext cx="253156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≥</a:t>
            </a:r>
          </a:p>
        </p:txBody>
      </p:sp>
      <p:sp>
        <p:nvSpPr>
          <p:cNvPr id="162" name="!!source-9-dom-5-13-3-3-3-2-fill">
            <a:extLst>
              <a:ext uri="{FF2B5EF4-FFF2-40B4-BE49-F238E27FC236}">
                <a16:creationId xmlns:a16="http://schemas.microsoft.com/office/drawing/2014/main" id="{44A1B5B6-ADFB-45DC-9B3D-823C733FB45C}"/>
              </a:ext>
            </a:extLst>
          </p:cNvPr>
          <p:cNvSpPr>
            <a:spLocks noGrp="1"/>
          </p:cNvSpPr>
          <p:nvPr/>
        </p:nvSpPr>
        <p:spPr>
          <a:xfrm>
            <a:off x="17655183" y="5302151"/>
            <a:ext cx="1311919" cy="10001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3" name="!!source-9-dom-5-13-3-3-3-2-outline">
            <a:extLst>
              <a:ext uri="{FF2B5EF4-FFF2-40B4-BE49-F238E27FC236}">
                <a16:creationId xmlns:a16="http://schemas.microsoft.com/office/drawing/2014/main" id="{15CEDDD0-8B07-4C22-B044-947DCD19C618}"/>
              </a:ext>
            </a:extLst>
          </p:cNvPr>
          <p:cNvSpPr>
            <a:spLocks noGrp="1"/>
          </p:cNvSpPr>
          <p:nvPr/>
        </p:nvSpPr>
        <p:spPr>
          <a:xfrm>
            <a:off x="17664708" y="5311676"/>
            <a:ext cx="1292869" cy="981075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4" name="!!source-9-dom-5-13-3-3-3-2-0-0-text-0">
            <a:extLst>
              <a:ext uri="{FF2B5EF4-FFF2-40B4-BE49-F238E27FC236}">
                <a16:creationId xmlns:a16="http://schemas.microsoft.com/office/drawing/2014/main" id="{D5934BBA-D94F-4590-8E0C-377C57F7F5D0}"/>
              </a:ext>
            </a:extLst>
          </p:cNvPr>
          <p:cNvSpPr>
            <a:spLocks noGrp="1"/>
          </p:cNvSpPr>
          <p:nvPr/>
        </p:nvSpPr>
        <p:spPr>
          <a:xfrm>
            <a:off x="17826632" y="5435501"/>
            <a:ext cx="101664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TARGET</a:t>
            </a:r>
          </a:p>
        </p:txBody>
      </p:sp>
      <p:sp>
        <p:nvSpPr>
          <p:cNvPr id="165" name="!!source-9-dom-5-13-3-3-3-2-1-0-text-0">
            <a:extLst>
              <a:ext uri="{FF2B5EF4-FFF2-40B4-BE49-F238E27FC236}">
                <a16:creationId xmlns:a16="http://schemas.microsoft.com/office/drawing/2014/main" id="{595205AF-AC26-4785-8A88-D063A5FFC45E}"/>
              </a:ext>
            </a:extLst>
          </p:cNvPr>
          <p:cNvSpPr>
            <a:spLocks noGrp="1"/>
          </p:cNvSpPr>
          <p:nvPr/>
        </p:nvSpPr>
        <p:spPr>
          <a:xfrm>
            <a:off x="18210163" y="5711726"/>
            <a:ext cx="249436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</a:t>
            </a:r>
          </a:p>
        </p:txBody>
      </p:sp>
      <p:sp>
        <p:nvSpPr>
          <p:cNvPr id="166" name="!!source-9-dom-5-13-3-3-3-3-0-text-0">
            <a:extLst>
              <a:ext uri="{FF2B5EF4-FFF2-40B4-BE49-F238E27FC236}">
                <a16:creationId xmlns:a16="http://schemas.microsoft.com/office/drawing/2014/main" id="{7FB827D0-99E0-4FC2-9FA5-E6FF0D36BB57}"/>
              </a:ext>
            </a:extLst>
          </p:cNvPr>
          <p:cNvSpPr>
            <a:spLocks noGrp="1"/>
          </p:cNvSpPr>
          <p:nvPr/>
        </p:nvSpPr>
        <p:spPr>
          <a:xfrm>
            <a:off x="19037946" y="5602189"/>
            <a:ext cx="382041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⇔</a:t>
            </a:r>
          </a:p>
        </p:txBody>
      </p:sp>
      <p:sp>
        <p:nvSpPr>
          <p:cNvPr id="167" name="!!source-9-dom-5-13-3-3-3-4-fill">
            <a:extLst>
              <a:ext uri="{FF2B5EF4-FFF2-40B4-BE49-F238E27FC236}">
                <a16:creationId xmlns:a16="http://schemas.microsoft.com/office/drawing/2014/main" id="{A36467D4-B01A-4C2D-8562-38DAA638719C}"/>
              </a:ext>
            </a:extLst>
          </p:cNvPr>
          <p:cNvSpPr>
            <a:spLocks noGrp="1"/>
          </p:cNvSpPr>
          <p:nvPr/>
        </p:nvSpPr>
        <p:spPr>
          <a:xfrm>
            <a:off x="19443353" y="5302151"/>
            <a:ext cx="1739356" cy="1000125"/>
          </a:xfrm>
          <a:prstGeom prst="rect">
            <a:avLst/>
          </a:prstGeom>
          <a:solidFill>
            <a:srgbClr val="E8F3EC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8" name="!!source-9-dom-5-13-3-3-3-4-outline">
            <a:extLst>
              <a:ext uri="{FF2B5EF4-FFF2-40B4-BE49-F238E27FC236}">
                <a16:creationId xmlns:a16="http://schemas.microsoft.com/office/drawing/2014/main" id="{EE5A11E3-61C1-483A-A189-215E1AA4F156}"/>
              </a:ext>
            </a:extLst>
          </p:cNvPr>
          <p:cNvSpPr>
            <a:spLocks noGrp="1"/>
          </p:cNvSpPr>
          <p:nvPr/>
        </p:nvSpPr>
        <p:spPr>
          <a:xfrm>
            <a:off x="19452878" y="5311676"/>
            <a:ext cx="1720306" cy="981075"/>
          </a:xfrm>
          <a:prstGeom prst="rect">
            <a:avLst/>
          </a:prstGeom>
          <a:noFill/>
          <a:ln w="19050">
            <a:solidFill>
              <a:srgbClr val="2E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9" name="!!source-9-dom-5-13-3-3-3-4-0-0-text-0">
            <a:extLst>
              <a:ext uri="{FF2B5EF4-FFF2-40B4-BE49-F238E27FC236}">
                <a16:creationId xmlns:a16="http://schemas.microsoft.com/office/drawing/2014/main" id="{16E0B3F1-3764-4978-84E2-ECB72C04AA9D}"/>
              </a:ext>
            </a:extLst>
          </p:cNvPr>
          <p:cNvSpPr>
            <a:spLocks noGrp="1"/>
          </p:cNvSpPr>
          <p:nvPr/>
        </p:nvSpPr>
        <p:spPr>
          <a:xfrm>
            <a:off x="19614802" y="5435501"/>
            <a:ext cx="1444078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AVAILABLE</a:t>
            </a:r>
          </a:p>
        </p:txBody>
      </p:sp>
      <p:sp>
        <p:nvSpPr>
          <p:cNvPr id="170" name="!!source-9-dom-5-13-3-3-3-4-1-0-text-0">
            <a:extLst>
              <a:ext uri="{FF2B5EF4-FFF2-40B4-BE49-F238E27FC236}">
                <a16:creationId xmlns:a16="http://schemas.microsoft.com/office/drawing/2014/main" id="{51DEEEC8-F2CC-4B92-839D-EB2F6DD5D8EE}"/>
              </a:ext>
            </a:extLst>
          </p:cNvPr>
          <p:cNvSpPr>
            <a:spLocks noGrp="1"/>
          </p:cNvSpPr>
          <p:nvPr/>
        </p:nvSpPr>
        <p:spPr>
          <a:xfrm>
            <a:off x="20152815" y="5711726"/>
            <a:ext cx="36790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2E7D4F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2E7D4F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✓</a:t>
            </a:r>
          </a:p>
        </p:txBody>
      </p:sp>
      <p:sp>
        <p:nvSpPr>
          <p:cNvPr id="171" name="!!source-9-dom-5-13-3-5-0-text-0">
            <a:extLst>
              <a:ext uri="{FF2B5EF4-FFF2-40B4-BE49-F238E27FC236}">
                <a16:creationId xmlns:a16="http://schemas.microsoft.com/office/drawing/2014/main" id="{F6121C8B-231B-420C-BC32-02B2C5522E7E}"/>
              </a:ext>
            </a:extLst>
          </p:cNvPr>
          <p:cNvSpPr>
            <a:spLocks noGrp="1"/>
          </p:cNvSpPr>
          <p:nvPr/>
        </p:nvSpPr>
        <p:spPr>
          <a:xfrm>
            <a:off x="15668625" y="6687889"/>
            <a:ext cx="820831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The target is time-varying: raise it at rush hours, relax it at night.</a:t>
            </a:r>
          </a:p>
        </p:txBody>
      </p:sp>
      <p:sp>
        <p:nvSpPr>
          <p:cNvPr id="172" name="!!source-9-dom-7-1-outline">
            <a:extLst>
              <a:ext uri="{FF2B5EF4-FFF2-40B4-BE49-F238E27FC236}">
                <a16:creationId xmlns:a16="http://schemas.microsoft.com/office/drawing/2014/main" id="{3CF497FB-BE67-48C3-9B03-0629E800FD43}"/>
              </a:ext>
            </a:extLst>
          </p:cNvPr>
          <p:cNvSpPr>
            <a:spLocks noGrp="1"/>
          </p:cNvSpPr>
          <p:nvPr/>
        </p:nvSpPr>
        <p:spPr>
          <a:xfrm>
            <a:off x="1062037" y="7800082"/>
            <a:ext cx="4834682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3" name="!!source-9-dom-7-1-0-text-0">
            <a:extLst>
              <a:ext uri="{FF2B5EF4-FFF2-40B4-BE49-F238E27FC236}">
                <a16:creationId xmlns:a16="http://schemas.microsoft.com/office/drawing/2014/main" id="{45C07855-B770-49C5-9289-538F3925F715}"/>
              </a:ext>
            </a:extLst>
          </p:cNvPr>
          <p:cNvSpPr>
            <a:spLocks noGrp="1"/>
          </p:cNvSpPr>
          <p:nvPr/>
        </p:nvSpPr>
        <p:spPr>
          <a:xfrm>
            <a:off x="1304925" y="7928669"/>
            <a:ext cx="4396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Feasible: per pattern, per client</a:t>
            </a:r>
          </a:p>
        </p:txBody>
      </p:sp>
      <p:sp>
        <p:nvSpPr>
          <p:cNvPr id="174" name="!!source-9-dom-7-3-outline">
            <a:extLst>
              <a:ext uri="{FF2B5EF4-FFF2-40B4-BE49-F238E27FC236}">
                <a16:creationId xmlns:a16="http://schemas.microsoft.com/office/drawing/2014/main" id="{4B01FF42-DBD0-4A61-B060-01542CCA455B}"/>
              </a:ext>
            </a:extLst>
          </p:cNvPr>
          <p:cNvSpPr>
            <a:spLocks noGrp="1"/>
          </p:cNvSpPr>
          <p:nvPr/>
        </p:nvSpPr>
        <p:spPr>
          <a:xfrm>
            <a:off x="6153894" y="7800082"/>
            <a:ext cx="5006876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5" name="!!source-9-dom-7-3-0-text-0">
            <a:extLst>
              <a:ext uri="{FF2B5EF4-FFF2-40B4-BE49-F238E27FC236}">
                <a16:creationId xmlns:a16="http://schemas.microsoft.com/office/drawing/2014/main" id="{82B23729-FABB-4BAF-8F47-5510925ACA9B}"/>
              </a:ext>
            </a:extLst>
          </p:cNvPr>
          <p:cNvSpPr>
            <a:spLocks noGrp="1"/>
          </p:cNvSpPr>
          <p:nvPr/>
        </p:nvSpPr>
        <p:spPr>
          <a:xfrm>
            <a:off x="6396782" y="7928669"/>
            <a:ext cx="45687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Available: disjoint count ≥ target</a:t>
            </a:r>
          </a:p>
        </p:txBody>
      </p:sp>
      <p:sp>
        <p:nvSpPr>
          <p:cNvPr id="176" name="!!source-9-dom-7-5-0-text-0">
            <a:extLst>
              <a:ext uri="{FF2B5EF4-FFF2-40B4-BE49-F238E27FC236}">
                <a16:creationId xmlns:a16="http://schemas.microsoft.com/office/drawing/2014/main" id="{5B21141F-EA60-4E01-A236-0C8DB7204215}"/>
              </a:ext>
            </a:extLst>
          </p:cNvPr>
          <p:cNvSpPr>
            <a:spLocks noGrp="1"/>
          </p:cNvSpPr>
          <p:nvPr/>
        </p:nvSpPr>
        <p:spPr>
          <a:xfrm>
            <a:off x="11403657" y="7580263"/>
            <a:ext cx="4520804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Availability is a quantity the solver</a:t>
            </a:r>
          </a:p>
        </p:txBody>
      </p:sp>
      <p:sp>
        <p:nvSpPr>
          <p:cNvPr id="177" name="!!source-9-dom-7-5-0-text-1">
            <a:extLst>
              <a:ext uri="{FF2B5EF4-FFF2-40B4-BE49-F238E27FC236}">
                <a16:creationId xmlns:a16="http://schemas.microsoft.com/office/drawing/2014/main" id="{8C5BCA61-CA22-4A53-94B7-E9457C23ACA6}"/>
              </a:ext>
            </a:extLst>
          </p:cNvPr>
          <p:cNvSpPr>
            <a:spLocks noGrp="1"/>
          </p:cNvSpPr>
          <p:nvPr/>
        </p:nvSpPr>
        <p:spPr>
          <a:xfrm>
            <a:off x="11403657" y="7926883"/>
            <a:ext cx="544145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optimises, not a stored mass. All of it can</a:t>
            </a:r>
          </a:p>
        </p:txBody>
      </p:sp>
      <p:sp>
        <p:nvSpPr>
          <p:cNvPr id="178" name="!!source-9-dom-7-5-0-text-2">
            <a:extLst>
              <a:ext uri="{FF2B5EF4-FFF2-40B4-BE49-F238E27FC236}">
                <a16:creationId xmlns:a16="http://schemas.microsoft.com/office/drawing/2014/main" id="{74C1FB87-A1D5-4067-B216-80855403909C}"/>
              </a:ext>
            </a:extLst>
          </p:cNvPr>
          <p:cNvSpPr>
            <a:spLocks noGrp="1"/>
          </p:cNvSpPr>
          <p:nvPr/>
        </p:nvSpPr>
        <p:spPr>
          <a:xfrm>
            <a:off x="11403657" y="8273504"/>
            <a:ext cx="166657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vary in time.</a:t>
            </a:r>
          </a:p>
        </p:txBody>
      </p:sp>
      <p:pic>
        <p:nvPicPr>
          <p:cNvPr id="360" name="!!source-9-dom-9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361" name="!!source-9-dom-9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701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!!source-9-dom-fill">
            <a:extLst>
              <a:ext uri="{FF2B5EF4-FFF2-40B4-BE49-F238E27FC236}">
                <a16:creationId xmlns:a16="http://schemas.microsoft.com/office/drawing/2014/main" id="{9F63116C-4767-45A8-B496-1CCD13FD80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9-dom-1-0-0-0-text-0">
            <a:extLst>
              <a:ext uri="{FF2B5EF4-FFF2-40B4-BE49-F238E27FC236}">
                <a16:creationId xmlns:a16="http://schemas.microsoft.com/office/drawing/2014/main" id="{C9C1C3D4-E106-4171-A3D0-5BC59417FBCA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9-dom-1-0-1-0-text-0">
            <a:extLst>
              <a:ext uri="{FF2B5EF4-FFF2-40B4-BE49-F238E27FC236}">
                <a16:creationId xmlns:a16="http://schemas.microsoft.com/office/drawing/2014/main" id="{4C895FBA-1A9B-46E7-B7C2-3579C1E5C053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9-dom-1-0-2-border-Bottom">
            <a:extLst>
              <a:ext uri="{FF2B5EF4-FFF2-40B4-BE49-F238E27FC236}">
                <a16:creationId xmlns:a16="http://schemas.microsoft.com/office/drawing/2014/main" id="{2ED8970B-6A00-4A4C-9627-2AB5C477C713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9-dom-1-0-2-0-text-0">
            <a:extLst>
              <a:ext uri="{FF2B5EF4-FFF2-40B4-BE49-F238E27FC236}">
                <a16:creationId xmlns:a16="http://schemas.microsoft.com/office/drawing/2014/main" id="{11BC7C33-2432-4289-AC09-904EB6A512BE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9-dom-1-0-3-0-text-0">
            <a:extLst>
              <a:ext uri="{FF2B5EF4-FFF2-40B4-BE49-F238E27FC236}">
                <a16:creationId xmlns:a16="http://schemas.microsoft.com/office/drawing/2014/main" id="{F3EB14D0-9C28-4CD1-98AC-62AD982463BF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9-dom-1-0-4-0-text-0">
            <a:extLst>
              <a:ext uri="{FF2B5EF4-FFF2-40B4-BE49-F238E27FC236}">
                <a16:creationId xmlns:a16="http://schemas.microsoft.com/office/drawing/2014/main" id="{79C37C1C-0FB2-4301-A2D7-482E15AC8284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9-dom-1-0-5-0-text-0">
            <a:extLst>
              <a:ext uri="{FF2B5EF4-FFF2-40B4-BE49-F238E27FC236}">
                <a16:creationId xmlns:a16="http://schemas.microsoft.com/office/drawing/2014/main" id="{0F836A16-79E3-485F-AB38-DDB39C03D377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9-dom-1-1-0-text-0">
            <a:extLst>
              <a:ext uri="{FF2B5EF4-FFF2-40B4-BE49-F238E27FC236}">
                <a16:creationId xmlns:a16="http://schemas.microsoft.com/office/drawing/2014/main" id="{E5AE275D-EA87-4AD9-8DB3-189FDF40C0DC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10 / 17</a:t>
            </a:r>
          </a:p>
        </p:txBody>
      </p:sp>
      <p:sp>
        <p:nvSpPr>
          <p:cNvPr id="10" name="!!source-9-dom-3-1-0-0-text-0">
            <a:extLst>
              <a:ext uri="{FF2B5EF4-FFF2-40B4-BE49-F238E27FC236}">
                <a16:creationId xmlns:a16="http://schemas.microsoft.com/office/drawing/2014/main" id="{05312C27-2D11-476A-AA7A-7123E7AEEAF5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6440686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The availability objective</a:t>
            </a:r>
          </a:p>
        </p:txBody>
      </p:sp>
      <p:sp>
        <p:nvSpPr>
          <p:cNvPr id="11" name="!!source-9-dom-3-1-1-0-0-text-0">
            <a:extLst>
              <a:ext uri="{FF2B5EF4-FFF2-40B4-BE49-F238E27FC236}">
                <a16:creationId xmlns:a16="http://schemas.microsoft.com/office/drawing/2014/main" id="{45A416FE-EA8A-4CB4-A06D-0CB934A14803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655513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What can each pattern extract for that client?</a:t>
            </a:r>
          </a:p>
        </p:txBody>
      </p:sp>
      <p:sp>
        <p:nvSpPr>
          <p:cNvPr id="12" name="!!source-9-dom-5-1-fill">
            <a:extLst>
              <a:ext uri="{FF2B5EF4-FFF2-40B4-BE49-F238E27FC236}">
                <a16:creationId xmlns:a16="http://schemas.microsoft.com/office/drawing/2014/main" id="{22B1ADF2-75A3-44FF-B70D-AAE2AF1EE911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190500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9-dom-5-1-outline">
            <a:extLst>
              <a:ext uri="{FF2B5EF4-FFF2-40B4-BE49-F238E27FC236}">
                <a16:creationId xmlns:a16="http://schemas.microsoft.com/office/drawing/2014/main" id="{EF9750DF-3A05-40D5-A7AA-D0AD6394EE48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1876425" cy="4789438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9-dom-5-1-1-1-fill">
            <a:extLst>
              <a:ext uri="{FF2B5EF4-FFF2-40B4-BE49-F238E27FC236}">
                <a16:creationId xmlns:a16="http://schemas.microsoft.com/office/drawing/2014/main" id="{A8AD45C2-0EB7-4B92-9E91-B1593D03F7BC}"/>
              </a:ext>
            </a:extLst>
          </p:cNvPr>
          <p:cNvSpPr>
            <a:spLocks noGrp="1"/>
          </p:cNvSpPr>
          <p:nvPr/>
        </p:nvSpPr>
        <p:spPr>
          <a:xfrm>
            <a:off x="1695450" y="3347144"/>
            <a:ext cx="609600" cy="6096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9-dom-5-1-1-1-0-text-0">
            <a:extLst>
              <a:ext uri="{FF2B5EF4-FFF2-40B4-BE49-F238E27FC236}">
                <a16:creationId xmlns:a16="http://schemas.microsoft.com/office/drawing/2014/main" id="{9B8411B7-C7BE-4343-9B73-FD2816CAF7B8}"/>
              </a:ext>
            </a:extLst>
          </p:cNvPr>
          <p:cNvSpPr>
            <a:spLocks noGrp="1"/>
          </p:cNvSpPr>
          <p:nvPr/>
        </p:nvSpPr>
        <p:spPr>
          <a:xfrm>
            <a:off x="1944142" y="3475732"/>
            <a:ext cx="15969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9-dom-5-1-1-3-0-text-0">
            <a:extLst>
              <a:ext uri="{FF2B5EF4-FFF2-40B4-BE49-F238E27FC236}">
                <a16:creationId xmlns:a16="http://schemas.microsoft.com/office/drawing/2014/main" id="{1F2F5D3F-78C8-4BD9-983C-2A715241F7A6}"/>
              </a:ext>
            </a:extLst>
          </p:cNvPr>
          <p:cNvSpPr>
            <a:spLocks noGrp="1"/>
          </p:cNvSpPr>
          <p:nvPr/>
        </p:nvSpPr>
        <p:spPr>
          <a:xfrm>
            <a:off x="1583383" y="4147245"/>
            <a:ext cx="88136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INPUT</a:t>
            </a:r>
          </a:p>
        </p:txBody>
      </p:sp>
      <p:sp>
        <p:nvSpPr>
          <p:cNvPr id="17" name="!!source-9-dom-5-1-1-5-0-text-0">
            <a:extLst>
              <a:ext uri="{FF2B5EF4-FFF2-40B4-BE49-F238E27FC236}">
                <a16:creationId xmlns:a16="http://schemas.microsoft.com/office/drawing/2014/main" id="{88C391DE-607C-4951-85C2-C40A03767981}"/>
              </a:ext>
            </a:extLst>
          </p:cNvPr>
          <p:cNvSpPr>
            <a:spLocks noGrp="1"/>
          </p:cNvSpPr>
          <p:nvPr/>
        </p:nvSpPr>
        <p:spPr>
          <a:xfrm>
            <a:off x="1114574" y="4613969"/>
            <a:ext cx="181882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Hypothetical</a:t>
            </a:r>
          </a:p>
        </p:txBody>
      </p:sp>
      <p:sp>
        <p:nvSpPr>
          <p:cNvPr id="18" name="!!source-9-dom-5-1-1-5-0-text-1">
            <a:extLst>
              <a:ext uri="{FF2B5EF4-FFF2-40B4-BE49-F238E27FC236}">
                <a16:creationId xmlns:a16="http://schemas.microsoft.com/office/drawing/2014/main" id="{763182E0-66DC-4F2A-92DA-E645F4686015}"/>
              </a:ext>
            </a:extLst>
          </p:cNvPr>
          <p:cNvSpPr>
            <a:spLocks noGrp="1"/>
          </p:cNvSpPr>
          <p:nvPr/>
        </p:nvSpPr>
        <p:spPr>
          <a:xfrm>
            <a:off x="1615529" y="4947345"/>
            <a:ext cx="8170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client</a:t>
            </a:r>
          </a:p>
        </p:txBody>
      </p:sp>
      <p:sp>
        <p:nvSpPr>
          <p:cNvPr id="19" name="!!source-9-dom-5-1-1-7-0-0-text-0">
            <a:extLst>
              <a:ext uri="{FF2B5EF4-FFF2-40B4-BE49-F238E27FC236}">
                <a16:creationId xmlns:a16="http://schemas.microsoft.com/office/drawing/2014/main" id="{39947327-AE08-4BDF-AA63-F56387AA253F}"/>
              </a:ext>
            </a:extLst>
          </p:cNvPr>
          <p:cNvSpPr>
            <a:spLocks noGrp="1"/>
          </p:cNvSpPr>
          <p:nvPr/>
        </p:nvSpPr>
        <p:spPr>
          <a:xfrm>
            <a:off x="1145232" y="5471219"/>
            <a:ext cx="175766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mass on arrival</a:t>
            </a:r>
          </a:p>
        </p:txBody>
      </p:sp>
      <p:sp>
        <p:nvSpPr>
          <p:cNvPr id="20" name="!!source-9-dom-5-1-1-7-1-0-text-0">
            <a:extLst>
              <a:ext uri="{FF2B5EF4-FFF2-40B4-BE49-F238E27FC236}">
                <a16:creationId xmlns:a16="http://schemas.microsoft.com/office/drawing/2014/main" id="{2B69AA54-18CA-4B82-802D-847D156BD130}"/>
              </a:ext>
            </a:extLst>
          </p:cNvPr>
          <p:cNvSpPr>
            <a:spLocks noGrp="1"/>
          </p:cNvSpPr>
          <p:nvPr/>
        </p:nvSpPr>
        <p:spPr>
          <a:xfrm>
            <a:off x="1446758" y="5833169"/>
            <a:ext cx="115460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hydrogen</a:t>
            </a:r>
          </a:p>
        </p:txBody>
      </p:sp>
      <p:sp>
        <p:nvSpPr>
          <p:cNvPr id="21" name="!!source-9-dom-5-1-1-7-1-0-text-1">
            <a:extLst>
              <a:ext uri="{FF2B5EF4-FFF2-40B4-BE49-F238E27FC236}">
                <a16:creationId xmlns:a16="http://schemas.microsoft.com/office/drawing/2014/main" id="{58932023-882B-4D89-BD87-93F37BB850E8}"/>
              </a:ext>
            </a:extLst>
          </p:cNvPr>
          <p:cNvSpPr>
            <a:spLocks noGrp="1"/>
          </p:cNvSpPr>
          <p:nvPr/>
        </p:nvSpPr>
        <p:spPr>
          <a:xfrm>
            <a:off x="1510159" y="6118919"/>
            <a:ext cx="102765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demand</a:t>
            </a:r>
          </a:p>
        </p:txBody>
      </p:sp>
      <p:sp>
        <p:nvSpPr>
          <p:cNvPr id="22" name="!!source-9-dom-5-1-3-1-0-fill">
            <a:extLst>
              <a:ext uri="{FF2B5EF4-FFF2-40B4-BE49-F238E27FC236}">
                <a16:creationId xmlns:a16="http://schemas.microsoft.com/office/drawing/2014/main" id="{359B6538-5CAC-466F-9D87-245564DF6FCF}"/>
              </a:ext>
            </a:extLst>
          </p:cNvPr>
          <p:cNvSpPr>
            <a:spLocks noGrp="1"/>
          </p:cNvSpPr>
          <p:nvPr/>
        </p:nvSpPr>
        <p:spPr>
          <a:xfrm>
            <a:off x="1381125" y="28003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" name="!!source-9-dom-5-1-3-1-0-0-text-0">
            <a:extLst>
              <a:ext uri="{FF2B5EF4-FFF2-40B4-BE49-F238E27FC236}">
                <a16:creationId xmlns:a16="http://schemas.microsoft.com/office/drawing/2014/main" id="{FAD16993-3B9D-47DB-A7BC-4BA17AE09B11}"/>
              </a:ext>
            </a:extLst>
          </p:cNvPr>
          <p:cNvSpPr>
            <a:spLocks noGrp="1"/>
          </p:cNvSpPr>
          <p:nvPr/>
        </p:nvSpPr>
        <p:spPr>
          <a:xfrm>
            <a:off x="1576388" y="288607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4" name="!!source-9-dom-5-1-3-1-1-0-0-text-0">
            <a:extLst>
              <a:ext uri="{FF2B5EF4-FFF2-40B4-BE49-F238E27FC236}">
                <a16:creationId xmlns:a16="http://schemas.microsoft.com/office/drawing/2014/main" id="{6396CC4A-68E5-4866-BFD7-4AAD47ABCBE7}"/>
              </a:ext>
            </a:extLst>
          </p:cNvPr>
          <p:cNvSpPr>
            <a:spLocks noGrp="1"/>
          </p:cNvSpPr>
          <p:nvPr/>
        </p:nvSpPr>
        <p:spPr>
          <a:xfrm>
            <a:off x="2047875" y="2724150"/>
            <a:ext cx="330577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hypothetical client</a:t>
            </a:r>
          </a:p>
        </p:txBody>
      </p:sp>
      <p:sp>
        <p:nvSpPr>
          <p:cNvPr id="25" name="!!source-9-dom-5-1-3-1-1-1-0-text-0">
            <a:extLst>
              <a:ext uri="{FF2B5EF4-FFF2-40B4-BE49-F238E27FC236}">
                <a16:creationId xmlns:a16="http://schemas.microsoft.com/office/drawing/2014/main" id="{82B9238F-EA5C-4251-A566-A827AA0A5548}"/>
              </a:ext>
            </a:extLst>
          </p:cNvPr>
          <p:cNvSpPr>
            <a:spLocks noGrp="1"/>
          </p:cNvSpPr>
          <p:nvPr/>
        </p:nvSpPr>
        <p:spPr>
          <a:xfrm>
            <a:off x="2047875" y="3095625"/>
            <a:ext cx="446201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the one the station must stay ready for</a:t>
            </a:r>
          </a:p>
        </p:txBody>
      </p:sp>
      <p:sp>
        <p:nvSpPr>
          <p:cNvPr id="26" name="!!source-9-dom-5-1-3-3-1-0-0-text-0">
            <a:extLst>
              <a:ext uri="{FF2B5EF4-FFF2-40B4-BE49-F238E27FC236}">
                <a16:creationId xmlns:a16="http://schemas.microsoft.com/office/drawing/2014/main" id="{D523250B-3D18-4BE0-9751-61445D54A63C}"/>
              </a:ext>
            </a:extLst>
          </p:cNvPr>
          <p:cNvSpPr>
            <a:spLocks noGrp="1"/>
          </p:cNvSpPr>
          <p:nvPr/>
        </p:nvSpPr>
        <p:spPr>
          <a:xfrm>
            <a:off x="1381125" y="3896320"/>
            <a:ext cx="196676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on arrival</a:t>
            </a:r>
          </a:p>
        </p:txBody>
      </p:sp>
      <p:sp>
        <p:nvSpPr>
          <p:cNvPr id="27" name="!!source-9-dom-5-1-3-3-1-1-fill">
            <a:extLst>
              <a:ext uri="{FF2B5EF4-FFF2-40B4-BE49-F238E27FC236}">
                <a16:creationId xmlns:a16="http://schemas.microsoft.com/office/drawing/2014/main" id="{DF3D96FC-0D5F-4D05-8B20-7809A4543BD3}"/>
              </a:ext>
            </a:extLst>
          </p:cNvPr>
          <p:cNvSpPr>
            <a:spLocks noGrp="1"/>
          </p:cNvSpPr>
          <p:nvPr/>
        </p:nvSpPr>
        <p:spPr>
          <a:xfrm>
            <a:off x="1788170" y="4277320"/>
            <a:ext cx="1104900" cy="1485900"/>
          </a:xfrm>
          <a:prstGeom prst="roundRect">
            <a:avLst>
              <a:gd name="adj" fmla="val 12069"/>
            </a:avLst>
          </a:prstGeom>
          <a:solidFill>
            <a:srgbClr val="FFF5F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9-dom-5-1-3-3-1-1-outline">
            <a:extLst>
              <a:ext uri="{FF2B5EF4-FFF2-40B4-BE49-F238E27FC236}">
                <a16:creationId xmlns:a16="http://schemas.microsoft.com/office/drawing/2014/main" id="{AD7D2DAF-D164-490E-AC56-446F64945514}"/>
              </a:ext>
            </a:extLst>
          </p:cNvPr>
          <p:cNvSpPr>
            <a:spLocks noGrp="1"/>
          </p:cNvSpPr>
          <p:nvPr/>
        </p:nvSpPr>
        <p:spPr>
          <a:xfrm>
            <a:off x="1802457" y="4291608"/>
            <a:ext cx="1076325" cy="1457325"/>
          </a:xfrm>
          <a:prstGeom prst="roundRect">
            <a:avLst>
              <a:gd name="adj" fmla="val 12389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9-dom-5-1-3-3-1-1-0-fill">
            <a:extLst>
              <a:ext uri="{FF2B5EF4-FFF2-40B4-BE49-F238E27FC236}">
                <a16:creationId xmlns:a16="http://schemas.microsoft.com/office/drawing/2014/main" id="{2E594B5C-52D6-4EE4-A7E5-6AFB550C3AE4}"/>
              </a:ext>
            </a:extLst>
          </p:cNvPr>
          <p:cNvSpPr>
            <a:spLocks noGrp="1"/>
          </p:cNvSpPr>
          <p:nvPr/>
        </p:nvSpPr>
        <p:spPr>
          <a:xfrm>
            <a:off x="1816745" y="5420320"/>
            <a:ext cx="1047750" cy="314325"/>
          </a:xfrm>
          <a:custGeom>
            <a:avLst/>
            <a:gdLst/>
            <a:ahLst/>
            <a:cxnLst/>
            <a:rect l="0" t="0" r="0" b="0"/>
            <a:pathLst>
              <a:path w="1047750" h="314325">
                <a:moveTo>
                  <a:pt x="0" y="0"/>
                </a:moveTo>
                <a:lnTo>
                  <a:pt x="1047750" y="0"/>
                </a:lnTo>
                <a:lnTo>
                  <a:pt x="1047750" y="209550"/>
                </a:lnTo>
                <a:lnTo>
                  <a:pt x="1045737" y="229990"/>
                </a:lnTo>
                <a:lnTo>
                  <a:pt x="1039775" y="249646"/>
                </a:lnTo>
                <a:lnTo>
                  <a:pt x="1030092" y="267760"/>
                </a:lnTo>
                <a:lnTo>
                  <a:pt x="1017062" y="283637"/>
                </a:lnTo>
                <a:lnTo>
                  <a:pt x="1001185" y="296667"/>
                </a:lnTo>
                <a:lnTo>
                  <a:pt x="983071" y="306349"/>
                </a:lnTo>
                <a:lnTo>
                  <a:pt x="963416" y="312312"/>
                </a:lnTo>
                <a:lnTo>
                  <a:pt x="942975" y="314325"/>
                </a:lnTo>
                <a:lnTo>
                  <a:pt x="104775" y="314325"/>
                </a:lnTo>
                <a:lnTo>
                  <a:pt x="84334" y="312312"/>
                </a:lnTo>
                <a:lnTo>
                  <a:pt x="64679" y="306349"/>
                </a:lnTo>
                <a:lnTo>
                  <a:pt x="46565" y="296667"/>
                </a:lnTo>
                <a:lnTo>
                  <a:pt x="30688" y="283637"/>
                </a:lnTo>
                <a:lnTo>
                  <a:pt x="17658" y="267760"/>
                </a:lnTo>
                <a:lnTo>
                  <a:pt x="7976" y="249646"/>
                </a:lnTo>
                <a:lnTo>
                  <a:pt x="2013" y="229990"/>
                </a:lnTo>
                <a:lnTo>
                  <a:pt x="0" y="20955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9-dom-5-1-3-3-1-2-0-text-0">
            <a:extLst>
              <a:ext uri="{FF2B5EF4-FFF2-40B4-BE49-F238E27FC236}">
                <a16:creationId xmlns:a16="http://schemas.microsoft.com/office/drawing/2014/main" id="{F921938D-42AA-420F-BD36-4219D060AB34}"/>
              </a:ext>
            </a:extLst>
          </p:cNvPr>
          <p:cNvSpPr>
            <a:spLocks noGrp="1"/>
          </p:cNvSpPr>
          <p:nvPr/>
        </p:nvSpPr>
        <p:spPr>
          <a:xfrm>
            <a:off x="1889224" y="5839420"/>
            <a:ext cx="95056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31" name="!!source-9-dom-5-1-3-3-3-0-fill">
            <a:extLst>
              <a:ext uri="{FF2B5EF4-FFF2-40B4-BE49-F238E27FC236}">
                <a16:creationId xmlns:a16="http://schemas.microsoft.com/office/drawing/2014/main" id="{9F080934-B5F9-4766-9ACB-EFBD643F7D08}"/>
              </a:ext>
            </a:extLst>
          </p:cNvPr>
          <p:cNvSpPr>
            <a:spLocks noGrp="1"/>
          </p:cNvSpPr>
          <p:nvPr/>
        </p:nvSpPr>
        <p:spPr>
          <a:xfrm>
            <a:off x="3643164" y="5001220"/>
            <a:ext cx="514350" cy="38099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9-dom-5-1-3-3-3-1-border-Top">
            <a:extLst>
              <a:ext uri="{FF2B5EF4-FFF2-40B4-BE49-F238E27FC236}">
                <a16:creationId xmlns:a16="http://schemas.microsoft.com/office/drawing/2014/main" id="{1C882D14-DBCB-4854-A948-1E1DB1AA95D9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9-dom-5-1-3-3-3-1-border-Bottom">
            <a:extLst>
              <a:ext uri="{FF2B5EF4-FFF2-40B4-BE49-F238E27FC236}">
                <a16:creationId xmlns:a16="http://schemas.microsoft.com/office/drawing/2014/main" id="{F81EB3DA-3886-45CF-A5B1-5DCFD8E29314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9-dom-5-1-3-3-3-1-border-Left">
            <a:extLst>
              <a:ext uri="{FF2B5EF4-FFF2-40B4-BE49-F238E27FC236}">
                <a16:creationId xmlns:a16="http://schemas.microsoft.com/office/drawing/2014/main" id="{568E7039-B430-4B93-8010-B62D2FE465D1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9-dom-5-1-3-3-5-fill">
            <a:extLst>
              <a:ext uri="{FF2B5EF4-FFF2-40B4-BE49-F238E27FC236}">
                <a16:creationId xmlns:a16="http://schemas.microsoft.com/office/drawing/2014/main" id="{7D028E8F-ED0E-4B2A-BCD1-91D4EB7F678C}"/>
              </a:ext>
            </a:extLst>
          </p:cNvPr>
          <p:cNvSpPr>
            <a:spLocks noGrp="1"/>
          </p:cNvSpPr>
          <p:nvPr/>
        </p:nvSpPr>
        <p:spPr>
          <a:xfrm>
            <a:off x="4652814" y="4734520"/>
            <a:ext cx="1842344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9-dom-5-1-3-3-5-outline">
            <a:extLst>
              <a:ext uri="{FF2B5EF4-FFF2-40B4-BE49-F238E27FC236}">
                <a16:creationId xmlns:a16="http://schemas.microsoft.com/office/drawing/2014/main" id="{F2CD8733-98E7-475B-B916-FA0D767087C9}"/>
              </a:ext>
            </a:extLst>
          </p:cNvPr>
          <p:cNvSpPr>
            <a:spLocks noGrp="1"/>
          </p:cNvSpPr>
          <p:nvPr/>
        </p:nvSpPr>
        <p:spPr>
          <a:xfrm>
            <a:off x="4667101" y="4748808"/>
            <a:ext cx="1813769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9-dom-5-1-3-3-5-0-text-0">
            <a:extLst>
              <a:ext uri="{FF2B5EF4-FFF2-40B4-BE49-F238E27FC236}">
                <a16:creationId xmlns:a16="http://schemas.microsoft.com/office/drawing/2014/main" id="{CA48F3FB-606D-4BEF-9D46-C966CD7A137C}"/>
              </a:ext>
            </a:extLst>
          </p:cNvPr>
          <p:cNvSpPr>
            <a:spLocks noGrp="1"/>
          </p:cNvSpPr>
          <p:nvPr/>
        </p:nvSpPr>
        <p:spPr>
          <a:xfrm>
            <a:off x="4890939" y="4858345"/>
            <a:ext cx="141371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asks 16 kg</a:t>
            </a:r>
          </a:p>
        </p:txBody>
      </p:sp>
      <p:sp>
        <p:nvSpPr>
          <p:cNvPr id="38" name="!!source-9-dom-5-1-3-3-7-1-0-text-0">
            <a:extLst>
              <a:ext uri="{FF2B5EF4-FFF2-40B4-BE49-F238E27FC236}">
                <a16:creationId xmlns:a16="http://schemas.microsoft.com/office/drawing/2014/main" id="{F7F60D78-69B7-4A4C-BAB3-B2D9E8CD87C7}"/>
              </a:ext>
            </a:extLst>
          </p:cNvPr>
          <p:cNvSpPr>
            <a:spLocks noGrp="1"/>
          </p:cNvSpPr>
          <p:nvPr/>
        </p:nvSpPr>
        <p:spPr>
          <a:xfrm>
            <a:off x="6838057" y="4042172"/>
            <a:ext cx="298177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ALONG THE HORIZON</a:t>
            </a:r>
          </a:p>
        </p:txBody>
      </p:sp>
      <p:sp>
        <p:nvSpPr>
          <p:cNvPr id="39" name="!!source-9-dom-5-1-3-3-7-3-0-fill">
            <a:extLst>
              <a:ext uri="{FF2B5EF4-FFF2-40B4-BE49-F238E27FC236}">
                <a16:creationId xmlns:a16="http://schemas.microsoft.com/office/drawing/2014/main" id="{71168961-D76B-4DC4-884B-0C8915CA4B03}"/>
              </a:ext>
            </a:extLst>
          </p:cNvPr>
          <p:cNvSpPr>
            <a:spLocks noGrp="1"/>
          </p:cNvSpPr>
          <p:nvPr/>
        </p:nvSpPr>
        <p:spPr>
          <a:xfrm>
            <a:off x="6838057" y="4861322"/>
            <a:ext cx="381000" cy="428625"/>
          </a:xfrm>
          <a:prstGeom prst="rect">
            <a:avLst/>
          </a:prstGeom>
          <a:solidFill>
            <a:srgbClr val="E6D9D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9-dom-5-1-3-3-7-3-1-fill">
            <a:extLst>
              <a:ext uri="{FF2B5EF4-FFF2-40B4-BE49-F238E27FC236}">
                <a16:creationId xmlns:a16="http://schemas.microsoft.com/office/drawing/2014/main" id="{2047E289-5DC5-4D54-86A3-790EBA9650D0}"/>
              </a:ext>
            </a:extLst>
          </p:cNvPr>
          <p:cNvSpPr>
            <a:spLocks noGrp="1"/>
          </p:cNvSpPr>
          <p:nvPr/>
        </p:nvSpPr>
        <p:spPr>
          <a:xfrm>
            <a:off x="7295257" y="4561285"/>
            <a:ext cx="381000" cy="728662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9-dom-5-1-3-3-7-3-2-fill">
            <a:extLst>
              <a:ext uri="{FF2B5EF4-FFF2-40B4-BE49-F238E27FC236}">
                <a16:creationId xmlns:a16="http://schemas.microsoft.com/office/drawing/2014/main" id="{E93D595F-BC35-411D-A197-C05FC62B4E54}"/>
              </a:ext>
            </a:extLst>
          </p:cNvPr>
          <p:cNvSpPr>
            <a:spLocks noGrp="1"/>
          </p:cNvSpPr>
          <p:nvPr/>
        </p:nvSpPr>
        <p:spPr>
          <a:xfrm>
            <a:off x="7752457" y="4561285"/>
            <a:ext cx="381000" cy="728662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9-dom-5-1-3-3-7-3-3-fill">
            <a:extLst>
              <a:ext uri="{FF2B5EF4-FFF2-40B4-BE49-F238E27FC236}">
                <a16:creationId xmlns:a16="http://schemas.microsoft.com/office/drawing/2014/main" id="{9AC33B55-BE8E-4A2E-8506-70FEE309EA2B}"/>
              </a:ext>
            </a:extLst>
          </p:cNvPr>
          <p:cNvSpPr>
            <a:spLocks noGrp="1"/>
          </p:cNvSpPr>
          <p:nvPr/>
        </p:nvSpPr>
        <p:spPr>
          <a:xfrm>
            <a:off x="8209657" y="4775597"/>
            <a:ext cx="381000" cy="514350"/>
          </a:xfrm>
          <a:prstGeom prst="rect">
            <a:avLst/>
          </a:prstGeom>
          <a:solidFill>
            <a:srgbClr val="E6D9D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3" name="!!source-9-dom-5-1-3-3-7-5-0-text-0">
            <a:extLst>
              <a:ext uri="{FF2B5EF4-FFF2-40B4-BE49-F238E27FC236}">
                <a16:creationId xmlns:a16="http://schemas.microsoft.com/office/drawing/2014/main" id="{4E3912C1-9E75-40EB-8755-462FF707AB76}"/>
              </a:ext>
            </a:extLst>
          </p:cNvPr>
          <p:cNvSpPr>
            <a:spLocks noGrp="1"/>
          </p:cNvSpPr>
          <p:nvPr/>
        </p:nvSpPr>
        <p:spPr>
          <a:xfrm>
            <a:off x="6838057" y="5413772"/>
            <a:ext cx="348540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both are parameters: they can</a:t>
            </a:r>
          </a:p>
        </p:txBody>
      </p:sp>
      <p:sp>
        <p:nvSpPr>
          <p:cNvPr id="44" name="!!source-9-dom-5-1-3-3-7-5-0-text-1">
            <a:extLst>
              <a:ext uri="{FF2B5EF4-FFF2-40B4-BE49-F238E27FC236}">
                <a16:creationId xmlns:a16="http://schemas.microsoft.com/office/drawing/2014/main" id="{E902EBD7-7F09-4924-9681-2E14A496D1A2}"/>
              </a:ext>
            </a:extLst>
          </p:cNvPr>
          <p:cNvSpPr>
            <a:spLocks noGrp="1"/>
          </p:cNvSpPr>
          <p:nvPr/>
        </p:nvSpPr>
        <p:spPr>
          <a:xfrm>
            <a:off x="6838057" y="5710833"/>
            <a:ext cx="327094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change with the time of day</a:t>
            </a:r>
          </a:p>
        </p:txBody>
      </p:sp>
      <p:sp>
        <p:nvSpPr>
          <p:cNvPr id="45" name="!!source-9-dom-5-1-3-5-0-text-0">
            <a:extLst>
              <a:ext uri="{FF2B5EF4-FFF2-40B4-BE49-F238E27FC236}">
                <a16:creationId xmlns:a16="http://schemas.microsoft.com/office/drawing/2014/main" id="{6298B1C3-893F-46F9-B860-9F6D59290CA2}"/>
              </a:ext>
            </a:extLst>
          </p:cNvPr>
          <p:cNvSpPr>
            <a:spLocks noGrp="1"/>
          </p:cNvSpPr>
          <p:nvPr/>
        </p:nvSpPr>
        <p:spPr>
          <a:xfrm>
            <a:off x="1381125" y="6687889"/>
            <a:ext cx="894844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Not a booked client. The objective is written for whoever might arrive.</a:t>
            </a:r>
          </a:p>
        </p:txBody>
      </p:sp>
      <p:sp>
        <p:nvSpPr>
          <p:cNvPr id="46" name="!!source-9-dom-5-5-fill">
            <a:extLst>
              <a:ext uri="{FF2B5EF4-FFF2-40B4-BE49-F238E27FC236}">
                <a16:creationId xmlns:a16="http://schemas.microsoft.com/office/drawing/2014/main" id="{6D2B4584-02BA-41D3-8317-FE06FCEF7096}"/>
              </a:ext>
            </a:extLst>
          </p:cNvPr>
          <p:cNvSpPr>
            <a:spLocks noGrp="1"/>
          </p:cNvSpPr>
          <p:nvPr/>
        </p:nvSpPr>
        <p:spPr>
          <a:xfrm>
            <a:off x="3238500" y="2466975"/>
            <a:ext cx="962025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9-dom-5-5-outline">
            <a:extLst>
              <a:ext uri="{FF2B5EF4-FFF2-40B4-BE49-F238E27FC236}">
                <a16:creationId xmlns:a16="http://schemas.microsoft.com/office/drawing/2014/main" id="{085E12C9-CBD2-4EFF-B37C-35FBDE940CC1}"/>
              </a:ext>
            </a:extLst>
          </p:cNvPr>
          <p:cNvSpPr>
            <a:spLocks noGrp="1"/>
          </p:cNvSpPr>
          <p:nvPr/>
        </p:nvSpPr>
        <p:spPr>
          <a:xfrm>
            <a:off x="3252788" y="2481263"/>
            <a:ext cx="9591675" cy="4789438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!!source-9-dom-5-5-1-1-fill">
            <a:extLst>
              <a:ext uri="{FF2B5EF4-FFF2-40B4-BE49-F238E27FC236}">
                <a16:creationId xmlns:a16="http://schemas.microsoft.com/office/drawing/2014/main" id="{0B3BFB17-9906-402B-B515-866CEF2674A6}"/>
              </a:ext>
            </a:extLst>
          </p:cNvPr>
          <p:cNvSpPr>
            <a:spLocks noGrp="1"/>
          </p:cNvSpPr>
          <p:nvPr/>
        </p:nvSpPr>
        <p:spPr>
          <a:xfrm>
            <a:off x="7743825" y="3180457"/>
            <a:ext cx="609600" cy="6096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9-dom-5-5-1-1-0-text-0">
            <a:extLst>
              <a:ext uri="{FF2B5EF4-FFF2-40B4-BE49-F238E27FC236}">
                <a16:creationId xmlns:a16="http://schemas.microsoft.com/office/drawing/2014/main" id="{9360F82E-2824-4315-94F4-7588DFB5FAE6}"/>
              </a:ext>
            </a:extLst>
          </p:cNvPr>
          <p:cNvSpPr>
            <a:spLocks noGrp="1"/>
          </p:cNvSpPr>
          <p:nvPr/>
        </p:nvSpPr>
        <p:spPr>
          <a:xfrm>
            <a:off x="7964240" y="3309045"/>
            <a:ext cx="2162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0" name="!!source-9-dom-5-5-1-3-0-text-0">
            <a:extLst>
              <a:ext uri="{FF2B5EF4-FFF2-40B4-BE49-F238E27FC236}">
                <a16:creationId xmlns:a16="http://schemas.microsoft.com/office/drawing/2014/main" id="{E1535765-EF8E-43B3-AA1F-C68E400C1C32}"/>
              </a:ext>
            </a:extLst>
          </p:cNvPr>
          <p:cNvSpPr>
            <a:spLocks noGrp="1"/>
          </p:cNvSpPr>
          <p:nvPr/>
        </p:nvSpPr>
        <p:spPr>
          <a:xfrm>
            <a:off x="7557046" y="3980557"/>
            <a:ext cx="103063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MODEL</a:t>
            </a:r>
          </a:p>
        </p:txBody>
      </p:sp>
      <p:sp>
        <p:nvSpPr>
          <p:cNvPr id="51" name="!!source-9-dom-5-5-1-5-0-text-0">
            <a:extLst>
              <a:ext uri="{FF2B5EF4-FFF2-40B4-BE49-F238E27FC236}">
                <a16:creationId xmlns:a16="http://schemas.microsoft.com/office/drawing/2014/main" id="{35C03170-9567-4443-AF97-9A629454B666}"/>
              </a:ext>
            </a:extLst>
          </p:cNvPr>
          <p:cNvSpPr>
            <a:spLocks noGrp="1"/>
          </p:cNvSpPr>
          <p:nvPr/>
        </p:nvSpPr>
        <p:spPr>
          <a:xfrm>
            <a:off x="7426374" y="4447282"/>
            <a:ext cx="12921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</a:t>
            </a:r>
          </a:p>
        </p:txBody>
      </p:sp>
      <p:sp>
        <p:nvSpPr>
          <p:cNvPr id="52" name="!!source-9-dom-5-5-1-5-0-text-1">
            <a:extLst>
              <a:ext uri="{FF2B5EF4-FFF2-40B4-BE49-F238E27FC236}">
                <a16:creationId xmlns:a16="http://schemas.microsoft.com/office/drawing/2014/main" id="{8A22F79E-5CD1-48E0-84DA-FEBF1A75DA4D}"/>
              </a:ext>
            </a:extLst>
          </p:cNvPr>
          <p:cNvSpPr>
            <a:spLocks noGrp="1"/>
          </p:cNvSpPr>
          <p:nvPr/>
        </p:nvSpPr>
        <p:spPr>
          <a:xfrm>
            <a:off x="7422654" y="4780657"/>
            <a:ext cx="12995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per</a:t>
            </a:r>
          </a:p>
        </p:txBody>
      </p:sp>
      <p:sp>
        <p:nvSpPr>
          <p:cNvPr id="53" name="!!source-9-dom-5-5-1-5-0-text-2">
            <a:extLst>
              <a:ext uri="{FF2B5EF4-FFF2-40B4-BE49-F238E27FC236}">
                <a16:creationId xmlns:a16="http://schemas.microsoft.com/office/drawing/2014/main" id="{6F2CF6F4-ED04-4F13-A3C2-E6BD17AE686E}"/>
              </a:ext>
            </a:extLst>
          </p:cNvPr>
          <p:cNvSpPr>
            <a:spLocks noGrp="1"/>
          </p:cNvSpPr>
          <p:nvPr/>
        </p:nvSpPr>
        <p:spPr>
          <a:xfrm>
            <a:off x="7538442" y="5114032"/>
            <a:ext cx="106784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pattern</a:t>
            </a:r>
          </a:p>
        </p:txBody>
      </p:sp>
      <p:sp>
        <p:nvSpPr>
          <p:cNvPr id="54" name="!!source-9-dom-5-5-1-7-0-0-text-0">
            <a:extLst>
              <a:ext uri="{FF2B5EF4-FFF2-40B4-BE49-F238E27FC236}">
                <a16:creationId xmlns:a16="http://schemas.microsoft.com/office/drawing/2014/main" id="{78250DB5-65DD-49BB-9206-11185CD4B708}"/>
              </a:ext>
            </a:extLst>
          </p:cNvPr>
          <p:cNvSpPr>
            <a:spLocks noGrp="1"/>
          </p:cNvSpPr>
          <p:nvPr/>
        </p:nvSpPr>
        <p:spPr>
          <a:xfrm>
            <a:off x="7374880" y="5637907"/>
            <a:ext cx="139511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closed form</a:t>
            </a:r>
          </a:p>
        </p:txBody>
      </p:sp>
      <p:sp>
        <p:nvSpPr>
          <p:cNvPr id="55" name="!!source-9-dom-5-5-1-7-1-0-text-0">
            <a:extLst>
              <a:ext uri="{FF2B5EF4-FFF2-40B4-BE49-F238E27FC236}">
                <a16:creationId xmlns:a16="http://schemas.microsoft.com/office/drawing/2014/main" id="{A2491707-45E7-4590-B8BE-050EED96539D}"/>
              </a:ext>
            </a:extLst>
          </p:cNvPr>
          <p:cNvSpPr>
            <a:spLocks noGrp="1"/>
          </p:cNvSpPr>
          <p:nvPr/>
        </p:nvSpPr>
        <p:spPr>
          <a:xfrm>
            <a:off x="7304187" y="5999857"/>
            <a:ext cx="153650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linear in tank</a:t>
            </a:r>
          </a:p>
        </p:txBody>
      </p:sp>
      <p:sp>
        <p:nvSpPr>
          <p:cNvPr id="56" name="!!source-9-dom-5-5-1-7-1-0-text-1">
            <a:extLst>
              <a:ext uri="{FF2B5EF4-FFF2-40B4-BE49-F238E27FC236}">
                <a16:creationId xmlns:a16="http://schemas.microsoft.com/office/drawing/2014/main" id="{E2237EC4-7BB2-45B3-B60B-3D77C740201B}"/>
              </a:ext>
            </a:extLst>
          </p:cNvPr>
          <p:cNvSpPr>
            <a:spLocks noGrp="1"/>
          </p:cNvSpPr>
          <p:nvPr/>
        </p:nvSpPr>
        <p:spPr>
          <a:xfrm>
            <a:off x="7623423" y="6285607"/>
            <a:ext cx="89788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masses</a:t>
            </a:r>
          </a:p>
        </p:txBody>
      </p:sp>
      <p:sp>
        <p:nvSpPr>
          <p:cNvPr id="57" name="!!source-9-dom-5-5-3-1-0-fill">
            <a:extLst>
              <a:ext uri="{FF2B5EF4-FFF2-40B4-BE49-F238E27FC236}">
                <a16:creationId xmlns:a16="http://schemas.microsoft.com/office/drawing/2014/main" id="{1AB307F1-EDFA-4ACD-8702-24C00C31B46F}"/>
              </a:ext>
            </a:extLst>
          </p:cNvPr>
          <p:cNvSpPr>
            <a:spLocks noGrp="1"/>
          </p:cNvSpPr>
          <p:nvPr/>
        </p:nvSpPr>
        <p:spPr>
          <a:xfrm>
            <a:off x="3571875" y="2800350"/>
            <a:ext cx="495300" cy="4953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9-dom-5-5-3-1-0-0-text-0">
            <a:extLst>
              <a:ext uri="{FF2B5EF4-FFF2-40B4-BE49-F238E27FC236}">
                <a16:creationId xmlns:a16="http://schemas.microsoft.com/office/drawing/2014/main" id="{90DB1275-D921-4C1A-AAA8-7F3DE1D176E5}"/>
              </a:ext>
            </a:extLst>
          </p:cNvPr>
          <p:cNvSpPr>
            <a:spLocks noGrp="1"/>
          </p:cNvSpPr>
          <p:nvPr/>
        </p:nvSpPr>
        <p:spPr>
          <a:xfrm>
            <a:off x="3740795" y="2886075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9" name="!!source-9-dom-5-5-3-1-1-0-0-text-0">
            <a:extLst>
              <a:ext uri="{FF2B5EF4-FFF2-40B4-BE49-F238E27FC236}">
                <a16:creationId xmlns:a16="http://schemas.microsoft.com/office/drawing/2014/main" id="{0BC3339B-4DA9-4A48-B0C1-E2901F414F73}"/>
              </a:ext>
            </a:extLst>
          </p:cNvPr>
          <p:cNvSpPr>
            <a:spLocks noGrp="1"/>
          </p:cNvSpPr>
          <p:nvPr/>
        </p:nvSpPr>
        <p:spPr>
          <a:xfrm>
            <a:off x="4238625" y="2724150"/>
            <a:ext cx="423475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 mass per pattern</a:t>
            </a:r>
          </a:p>
        </p:txBody>
      </p:sp>
      <p:sp>
        <p:nvSpPr>
          <p:cNvPr id="60" name="!!source-9-dom-5-5-3-1-1-1-0-text-0">
            <a:extLst>
              <a:ext uri="{FF2B5EF4-FFF2-40B4-BE49-F238E27FC236}">
                <a16:creationId xmlns:a16="http://schemas.microsoft.com/office/drawing/2014/main" id="{F35E3924-6F8B-44AC-87C5-FD226FA064F5}"/>
              </a:ext>
            </a:extLst>
          </p:cNvPr>
          <p:cNvSpPr>
            <a:spLocks noGrp="1"/>
          </p:cNvSpPr>
          <p:nvPr/>
        </p:nvSpPr>
        <p:spPr>
          <a:xfrm>
            <a:off x="4238625" y="3095625"/>
            <a:ext cx="434771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closed form, linear in the tank masses</a:t>
            </a:r>
          </a:p>
        </p:txBody>
      </p:sp>
      <p:sp>
        <p:nvSpPr>
          <p:cNvPr id="61" name="!!source-9-dom-5-5-3-3-1-1-fill">
            <a:extLst>
              <a:ext uri="{FF2B5EF4-FFF2-40B4-BE49-F238E27FC236}">
                <a16:creationId xmlns:a16="http://schemas.microsoft.com/office/drawing/2014/main" id="{B9DCC781-0AD5-403A-9BE2-6DD140890CEB}"/>
              </a:ext>
            </a:extLst>
          </p:cNvPr>
          <p:cNvSpPr>
            <a:spLocks noGrp="1"/>
          </p:cNvSpPr>
          <p:nvPr/>
        </p:nvSpPr>
        <p:spPr>
          <a:xfrm>
            <a:off x="3571875" y="3581698"/>
            <a:ext cx="1941909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2" name="!!source-9-dom-5-5-3-3-1-1-outline">
            <a:extLst>
              <a:ext uri="{FF2B5EF4-FFF2-40B4-BE49-F238E27FC236}">
                <a16:creationId xmlns:a16="http://schemas.microsoft.com/office/drawing/2014/main" id="{E491F70A-9F9A-4F61-AF5F-630025B03E6F}"/>
              </a:ext>
            </a:extLst>
          </p:cNvPr>
          <p:cNvSpPr>
            <a:spLocks noGrp="1"/>
          </p:cNvSpPr>
          <p:nvPr/>
        </p:nvSpPr>
        <p:spPr>
          <a:xfrm>
            <a:off x="3586163" y="3595985"/>
            <a:ext cx="1913334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!!source-9-dom-5-5-3-3-1-1-0-text-0">
            <a:extLst>
              <a:ext uri="{FF2B5EF4-FFF2-40B4-BE49-F238E27FC236}">
                <a16:creationId xmlns:a16="http://schemas.microsoft.com/office/drawing/2014/main" id="{D38353B6-1388-44B2-99BB-34A8C782E10B}"/>
              </a:ext>
            </a:extLst>
          </p:cNvPr>
          <p:cNvSpPr>
            <a:spLocks noGrp="1"/>
          </p:cNvSpPr>
          <p:nvPr/>
        </p:nvSpPr>
        <p:spPr>
          <a:xfrm>
            <a:off x="3810000" y="3705523"/>
            <a:ext cx="15132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 · 300 bar</a:t>
            </a:r>
          </a:p>
        </p:txBody>
      </p:sp>
      <p:sp>
        <p:nvSpPr>
          <p:cNvPr id="64" name="!!source-9-dom-5-5-3-3-1-2-0-fill">
            <a:extLst>
              <a:ext uri="{FF2B5EF4-FFF2-40B4-BE49-F238E27FC236}">
                <a16:creationId xmlns:a16="http://schemas.microsoft.com/office/drawing/2014/main" id="{012DC184-A43B-484C-AC1D-4969EA7B034E}"/>
              </a:ext>
            </a:extLst>
          </p:cNvPr>
          <p:cNvSpPr>
            <a:spLocks noGrp="1"/>
          </p:cNvSpPr>
          <p:nvPr/>
        </p:nvSpPr>
        <p:spPr>
          <a:xfrm>
            <a:off x="5513784" y="3848398"/>
            <a:ext cx="323850" cy="38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9-dom-5-5-3-3-1-2-1-border-Top">
            <a:extLst>
              <a:ext uri="{FF2B5EF4-FFF2-40B4-BE49-F238E27FC236}">
                <a16:creationId xmlns:a16="http://schemas.microsoft.com/office/drawing/2014/main" id="{C07D3643-5525-4E9C-BD2A-3C62053CC361}"/>
              </a:ext>
            </a:extLst>
          </p:cNvPr>
          <p:cNvSpPr>
            <a:spLocks noGrp="1"/>
          </p:cNvSpPr>
          <p:nvPr/>
        </p:nvSpPr>
        <p:spPr>
          <a:xfrm>
            <a:off x="5837634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9-dom-5-5-3-3-1-2-1-border-Bottom">
            <a:extLst>
              <a:ext uri="{FF2B5EF4-FFF2-40B4-BE49-F238E27FC236}">
                <a16:creationId xmlns:a16="http://schemas.microsoft.com/office/drawing/2014/main" id="{A654B9F3-F8F4-48C2-83E5-BA9310F2EB2C}"/>
              </a:ext>
            </a:extLst>
          </p:cNvPr>
          <p:cNvSpPr>
            <a:spLocks noGrp="1"/>
          </p:cNvSpPr>
          <p:nvPr/>
        </p:nvSpPr>
        <p:spPr>
          <a:xfrm>
            <a:off x="5837634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7" name="!!source-9-dom-5-5-3-3-1-2-1-border-Left">
            <a:extLst>
              <a:ext uri="{FF2B5EF4-FFF2-40B4-BE49-F238E27FC236}">
                <a16:creationId xmlns:a16="http://schemas.microsoft.com/office/drawing/2014/main" id="{2FACE0C2-4E07-45F3-9245-7BD81C4452D3}"/>
              </a:ext>
            </a:extLst>
          </p:cNvPr>
          <p:cNvSpPr>
            <a:spLocks noGrp="1"/>
          </p:cNvSpPr>
          <p:nvPr/>
        </p:nvSpPr>
        <p:spPr>
          <a:xfrm>
            <a:off x="5837634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9-dom-5-5-3-3-1-3-fill">
            <a:extLst>
              <a:ext uri="{FF2B5EF4-FFF2-40B4-BE49-F238E27FC236}">
                <a16:creationId xmlns:a16="http://schemas.microsoft.com/office/drawing/2014/main" id="{6A4B20E4-925D-4357-BDF3-4B88F33F8B14}"/>
              </a:ext>
            </a:extLst>
          </p:cNvPr>
          <p:cNvSpPr>
            <a:spLocks noGrp="1"/>
          </p:cNvSpPr>
          <p:nvPr/>
        </p:nvSpPr>
        <p:spPr>
          <a:xfrm>
            <a:off x="5990035" y="3581698"/>
            <a:ext cx="1967954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9-dom-5-5-3-3-1-3-outline">
            <a:extLst>
              <a:ext uri="{FF2B5EF4-FFF2-40B4-BE49-F238E27FC236}">
                <a16:creationId xmlns:a16="http://schemas.microsoft.com/office/drawing/2014/main" id="{DAA7D337-ED1C-490F-A238-9B7BB4AC2132}"/>
              </a:ext>
            </a:extLst>
          </p:cNvPr>
          <p:cNvSpPr>
            <a:spLocks noGrp="1"/>
          </p:cNvSpPr>
          <p:nvPr/>
        </p:nvSpPr>
        <p:spPr>
          <a:xfrm>
            <a:off x="6004322" y="3595985"/>
            <a:ext cx="1939379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!!source-9-dom-5-5-3-3-1-3-0-text-0">
            <a:extLst>
              <a:ext uri="{FF2B5EF4-FFF2-40B4-BE49-F238E27FC236}">
                <a16:creationId xmlns:a16="http://schemas.microsoft.com/office/drawing/2014/main" id="{4BB83DC7-4831-41FC-9E54-AEC4889F9096}"/>
              </a:ext>
            </a:extLst>
          </p:cNvPr>
          <p:cNvSpPr>
            <a:spLocks noGrp="1"/>
          </p:cNvSpPr>
          <p:nvPr/>
        </p:nvSpPr>
        <p:spPr>
          <a:xfrm>
            <a:off x="6228159" y="3705523"/>
            <a:ext cx="153932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 · 480 bar</a:t>
            </a:r>
          </a:p>
        </p:txBody>
      </p:sp>
      <p:sp>
        <p:nvSpPr>
          <p:cNvPr id="71" name="!!source-9-dom-5-5-3-3-1-4-0-fill">
            <a:extLst>
              <a:ext uri="{FF2B5EF4-FFF2-40B4-BE49-F238E27FC236}">
                <a16:creationId xmlns:a16="http://schemas.microsoft.com/office/drawing/2014/main" id="{6DF10507-F49D-4B17-AA72-1012B39A9F48}"/>
              </a:ext>
            </a:extLst>
          </p:cNvPr>
          <p:cNvSpPr>
            <a:spLocks noGrp="1"/>
          </p:cNvSpPr>
          <p:nvPr/>
        </p:nvSpPr>
        <p:spPr>
          <a:xfrm>
            <a:off x="7957989" y="3848398"/>
            <a:ext cx="323850" cy="381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9-dom-5-5-3-3-1-4-1-border-Top">
            <a:extLst>
              <a:ext uri="{FF2B5EF4-FFF2-40B4-BE49-F238E27FC236}">
                <a16:creationId xmlns:a16="http://schemas.microsoft.com/office/drawing/2014/main" id="{5D7D695A-75DD-477C-9E46-4ECF6EA0937C}"/>
              </a:ext>
            </a:extLst>
          </p:cNvPr>
          <p:cNvSpPr>
            <a:spLocks noGrp="1"/>
          </p:cNvSpPr>
          <p:nvPr/>
        </p:nvSpPr>
        <p:spPr>
          <a:xfrm>
            <a:off x="828183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9-dom-5-5-3-3-1-4-1-border-Bottom">
            <a:extLst>
              <a:ext uri="{FF2B5EF4-FFF2-40B4-BE49-F238E27FC236}">
                <a16:creationId xmlns:a16="http://schemas.microsoft.com/office/drawing/2014/main" id="{8A07D373-1F9C-4085-A0DB-BB5097993510}"/>
              </a:ext>
            </a:extLst>
          </p:cNvPr>
          <p:cNvSpPr>
            <a:spLocks noGrp="1"/>
          </p:cNvSpPr>
          <p:nvPr/>
        </p:nvSpPr>
        <p:spPr>
          <a:xfrm>
            <a:off x="828183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4" name="!!source-9-dom-5-5-3-3-1-4-1-border-Left">
            <a:extLst>
              <a:ext uri="{FF2B5EF4-FFF2-40B4-BE49-F238E27FC236}">
                <a16:creationId xmlns:a16="http://schemas.microsoft.com/office/drawing/2014/main" id="{AA695BBC-991D-43CD-B98D-32C28660A128}"/>
              </a:ext>
            </a:extLst>
          </p:cNvPr>
          <p:cNvSpPr>
            <a:spLocks noGrp="1"/>
          </p:cNvSpPr>
          <p:nvPr/>
        </p:nvSpPr>
        <p:spPr>
          <a:xfrm>
            <a:off x="828183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5" name="!!source-9-dom-5-5-3-3-1-5-fill">
            <a:extLst>
              <a:ext uri="{FF2B5EF4-FFF2-40B4-BE49-F238E27FC236}">
                <a16:creationId xmlns:a16="http://schemas.microsoft.com/office/drawing/2014/main" id="{A25BDEDF-6EA3-48FC-A3BA-5C935C1828BC}"/>
              </a:ext>
            </a:extLst>
          </p:cNvPr>
          <p:cNvSpPr>
            <a:spLocks noGrp="1"/>
          </p:cNvSpPr>
          <p:nvPr/>
        </p:nvSpPr>
        <p:spPr>
          <a:xfrm>
            <a:off x="8434239" y="3581698"/>
            <a:ext cx="1448693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9-dom-5-5-3-3-1-5-outline">
            <a:extLst>
              <a:ext uri="{FF2B5EF4-FFF2-40B4-BE49-F238E27FC236}">
                <a16:creationId xmlns:a16="http://schemas.microsoft.com/office/drawing/2014/main" id="{43219E8D-8CF7-4595-9E27-29A539C4A324}"/>
              </a:ext>
            </a:extLst>
          </p:cNvPr>
          <p:cNvSpPr>
            <a:spLocks noGrp="1"/>
          </p:cNvSpPr>
          <p:nvPr/>
        </p:nvSpPr>
        <p:spPr>
          <a:xfrm>
            <a:off x="8448526" y="3595985"/>
            <a:ext cx="1420118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9-dom-5-5-3-3-1-5-0-text-0">
            <a:extLst>
              <a:ext uri="{FF2B5EF4-FFF2-40B4-BE49-F238E27FC236}">
                <a16:creationId xmlns:a16="http://schemas.microsoft.com/office/drawing/2014/main" id="{7A8BF26A-C47C-4999-BB7F-C4F40FB61F7F}"/>
              </a:ext>
            </a:extLst>
          </p:cNvPr>
          <p:cNvSpPr>
            <a:spLocks noGrp="1"/>
          </p:cNvSpPr>
          <p:nvPr/>
        </p:nvSpPr>
        <p:spPr>
          <a:xfrm>
            <a:off x="8672364" y="3705523"/>
            <a:ext cx="102006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78" name="!!source-9-dom-5-5-3-3-3-1-0-0-text-0">
            <a:extLst>
              <a:ext uri="{FF2B5EF4-FFF2-40B4-BE49-F238E27FC236}">
                <a16:creationId xmlns:a16="http://schemas.microsoft.com/office/drawing/2014/main" id="{D9E1B3B7-55DC-4C0E-BF22-A0E0D36AB5D6}"/>
              </a:ext>
            </a:extLst>
          </p:cNvPr>
          <p:cNvSpPr>
            <a:spLocks noGrp="1"/>
          </p:cNvSpPr>
          <p:nvPr/>
        </p:nvSpPr>
        <p:spPr>
          <a:xfrm>
            <a:off x="3571875" y="4324648"/>
            <a:ext cx="334818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what this pattern can extract</a:t>
            </a:r>
          </a:p>
        </p:txBody>
      </p:sp>
      <p:sp>
        <p:nvSpPr>
          <p:cNvPr id="79" name="!!source-9-dom-5-5-3-3-3-1-1-0-text-0">
            <a:extLst>
              <a:ext uri="{FF2B5EF4-FFF2-40B4-BE49-F238E27FC236}">
                <a16:creationId xmlns:a16="http://schemas.microsoft.com/office/drawing/2014/main" id="{D5019C6B-F856-45DB-B40D-44A5A61A40AD}"/>
              </a:ext>
            </a:extLst>
          </p:cNvPr>
          <p:cNvSpPr>
            <a:spLocks noGrp="1"/>
          </p:cNvSpPr>
          <p:nvPr/>
        </p:nvSpPr>
        <p:spPr>
          <a:xfrm>
            <a:off x="11061353" y="4372273"/>
            <a:ext cx="28753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</a:t>
            </a:r>
          </a:p>
        </p:txBody>
      </p:sp>
      <p:sp>
        <p:nvSpPr>
          <p:cNvPr id="80" name="!!source-9-dom-5-5-3-3-3-1-1-1-0-text-0">
            <a:extLst>
              <a:ext uri="{FF2B5EF4-FFF2-40B4-BE49-F238E27FC236}">
                <a16:creationId xmlns:a16="http://schemas.microsoft.com/office/drawing/2014/main" id="{E04D4916-9B41-42E1-ACFC-D4962AA46F9C}"/>
              </a:ext>
            </a:extLst>
          </p:cNvPr>
          <p:cNvSpPr>
            <a:spLocks noGrp="1"/>
          </p:cNvSpPr>
          <p:nvPr/>
        </p:nvSpPr>
        <p:spPr>
          <a:xfrm>
            <a:off x="11301263" y="4324648"/>
            <a:ext cx="277267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 spc="-4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av</a:t>
            </a:r>
          </a:p>
        </p:txBody>
      </p:sp>
      <p:sp>
        <p:nvSpPr>
          <p:cNvPr id="81" name="!!source-9-dom-5-5-3-3-3-1-1-2-text-0">
            <a:extLst>
              <a:ext uri="{FF2B5EF4-FFF2-40B4-BE49-F238E27FC236}">
                <a16:creationId xmlns:a16="http://schemas.microsoft.com/office/drawing/2014/main" id="{A54A6DF1-4C79-44D3-8EE5-EDBE0F7026D8}"/>
              </a:ext>
            </a:extLst>
          </p:cNvPr>
          <p:cNvSpPr>
            <a:spLocks noGrp="1"/>
          </p:cNvSpPr>
          <p:nvPr/>
        </p:nvSpPr>
        <p:spPr>
          <a:xfrm>
            <a:off x="11530905" y="4372273"/>
            <a:ext cx="109924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= 17.5 kg</a:t>
            </a:r>
          </a:p>
        </p:txBody>
      </p:sp>
      <p:sp>
        <p:nvSpPr>
          <p:cNvPr id="82" name="!!source-9-dom-5-5-3-3-3-3-fill">
            <a:extLst>
              <a:ext uri="{FF2B5EF4-FFF2-40B4-BE49-F238E27FC236}">
                <a16:creationId xmlns:a16="http://schemas.microsoft.com/office/drawing/2014/main" id="{7B1EF69F-155F-4E2A-BC8C-B9973FC01600}"/>
              </a:ext>
            </a:extLst>
          </p:cNvPr>
          <p:cNvSpPr>
            <a:spLocks noGrp="1"/>
          </p:cNvSpPr>
          <p:nvPr/>
        </p:nvSpPr>
        <p:spPr>
          <a:xfrm>
            <a:off x="3571875" y="4743748"/>
            <a:ext cx="9010650" cy="666750"/>
          </a:xfrm>
          <a:prstGeom prst="rect">
            <a:avLst/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3" name="!!source-9-dom-5-5-3-3-3-3-outline">
            <a:extLst>
              <a:ext uri="{FF2B5EF4-FFF2-40B4-BE49-F238E27FC236}">
                <a16:creationId xmlns:a16="http://schemas.microsoft.com/office/drawing/2014/main" id="{FA6D972D-7C23-4800-95D1-3ED4D2AA938A}"/>
              </a:ext>
            </a:extLst>
          </p:cNvPr>
          <p:cNvSpPr>
            <a:spLocks noGrp="1"/>
          </p:cNvSpPr>
          <p:nvPr/>
        </p:nvSpPr>
        <p:spPr>
          <a:xfrm>
            <a:off x="3581400" y="4753273"/>
            <a:ext cx="8991600" cy="647700"/>
          </a:xfrm>
          <a:prstGeom prst="rect">
            <a:avLst/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!!source-9-dom-5-5-3-3-3-3-0-fill">
            <a:extLst>
              <a:ext uri="{FF2B5EF4-FFF2-40B4-BE49-F238E27FC236}">
                <a16:creationId xmlns:a16="http://schemas.microsoft.com/office/drawing/2014/main" id="{C3267442-9AE4-46EF-A2DB-DC377E720923}"/>
              </a:ext>
            </a:extLst>
          </p:cNvPr>
          <p:cNvSpPr>
            <a:spLocks noGrp="1"/>
          </p:cNvSpPr>
          <p:nvPr/>
        </p:nvSpPr>
        <p:spPr>
          <a:xfrm>
            <a:off x="3590925" y="4762798"/>
            <a:ext cx="4127301" cy="628650"/>
          </a:xfrm>
          <a:prstGeom prst="rect">
            <a:avLst/>
          </a:prstGeom>
          <a:solidFill>
            <a:srgbClr val="7A5A45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9-dom-5-5-3-3-3-3-0-0-text-0">
            <a:extLst>
              <a:ext uri="{FF2B5EF4-FFF2-40B4-BE49-F238E27FC236}">
                <a16:creationId xmlns:a16="http://schemas.microsoft.com/office/drawing/2014/main" id="{BA8E5050-1D6C-4025-8B9B-679AE377985C}"/>
              </a:ext>
            </a:extLst>
          </p:cNvPr>
          <p:cNvSpPr>
            <a:spLocks noGrp="1"/>
          </p:cNvSpPr>
          <p:nvPr/>
        </p:nvSpPr>
        <p:spPr>
          <a:xfrm>
            <a:off x="4762947" y="4934248"/>
            <a:ext cx="183073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from A · 8.0 kg</a:t>
            </a:r>
          </a:p>
        </p:txBody>
      </p:sp>
      <p:sp>
        <p:nvSpPr>
          <p:cNvPr id="86" name="!!source-9-dom-5-5-3-3-3-3-1-fill">
            <a:extLst>
              <a:ext uri="{FF2B5EF4-FFF2-40B4-BE49-F238E27FC236}">
                <a16:creationId xmlns:a16="http://schemas.microsoft.com/office/drawing/2014/main" id="{76713EE4-9F90-44E5-A431-DF23863EE520}"/>
              </a:ext>
            </a:extLst>
          </p:cNvPr>
          <p:cNvSpPr>
            <a:spLocks noGrp="1"/>
          </p:cNvSpPr>
          <p:nvPr/>
        </p:nvSpPr>
        <p:spPr>
          <a:xfrm>
            <a:off x="7718227" y="4762798"/>
            <a:ext cx="4845100" cy="62865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7" name="!!source-9-dom-5-5-3-3-3-3-1-0-text-0">
            <a:extLst>
              <a:ext uri="{FF2B5EF4-FFF2-40B4-BE49-F238E27FC236}">
                <a16:creationId xmlns:a16="http://schemas.microsoft.com/office/drawing/2014/main" id="{954F2487-1934-42B9-B928-D4810B7544EA}"/>
              </a:ext>
            </a:extLst>
          </p:cNvPr>
          <p:cNvSpPr>
            <a:spLocks noGrp="1"/>
          </p:cNvSpPr>
          <p:nvPr/>
        </p:nvSpPr>
        <p:spPr>
          <a:xfrm>
            <a:off x="9262468" y="4934248"/>
            <a:ext cx="1804094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from B · 9.5 kg</a:t>
            </a:r>
          </a:p>
        </p:txBody>
      </p:sp>
      <p:sp>
        <p:nvSpPr>
          <p:cNvPr id="88" name="!!source-9-dom-5-5-3-3-3-5-0-text-0">
            <a:extLst>
              <a:ext uri="{FF2B5EF4-FFF2-40B4-BE49-F238E27FC236}">
                <a16:creationId xmlns:a16="http://schemas.microsoft.com/office/drawing/2014/main" id="{C8AAE631-A67F-48EB-BE87-7E9A69497934}"/>
              </a:ext>
            </a:extLst>
          </p:cNvPr>
          <p:cNvSpPr>
            <a:spLocks noGrp="1"/>
          </p:cNvSpPr>
          <p:nvPr/>
        </p:nvSpPr>
        <p:spPr>
          <a:xfrm>
            <a:off x="3571875" y="5515273"/>
            <a:ext cx="876419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one expression per pattern, evaluated next to the dynamics at every step. No</a:t>
            </a:r>
          </a:p>
        </p:txBody>
      </p:sp>
      <p:sp>
        <p:nvSpPr>
          <p:cNvPr id="89" name="!!source-9-dom-5-5-3-3-3-5-0-text-1">
            <a:extLst>
              <a:ext uri="{FF2B5EF4-FFF2-40B4-BE49-F238E27FC236}">
                <a16:creationId xmlns:a16="http://schemas.microsoft.com/office/drawing/2014/main" id="{E7295C16-66A6-4BA3-98BE-8CA6D21DD1B7}"/>
              </a:ext>
            </a:extLst>
          </p:cNvPr>
          <p:cNvSpPr>
            <a:spLocks noGrp="1"/>
          </p:cNvSpPr>
          <p:nvPr/>
        </p:nvSpPr>
        <p:spPr>
          <a:xfrm>
            <a:off x="3571875" y="5812333"/>
            <a:ext cx="13955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extra states.</a:t>
            </a:r>
          </a:p>
        </p:txBody>
      </p:sp>
      <p:sp>
        <p:nvSpPr>
          <p:cNvPr id="90" name="!!source-9-dom-5-5-3-5-0-text-0">
            <a:extLst>
              <a:ext uri="{FF2B5EF4-FFF2-40B4-BE49-F238E27FC236}">
                <a16:creationId xmlns:a16="http://schemas.microsoft.com/office/drawing/2014/main" id="{9C588CB0-F2F7-434D-AD0F-C4BA2986B0F7}"/>
              </a:ext>
            </a:extLst>
          </p:cNvPr>
          <p:cNvSpPr>
            <a:spLocks noGrp="1"/>
          </p:cNvSpPr>
          <p:nvPr/>
        </p:nvSpPr>
        <p:spPr>
          <a:xfrm>
            <a:off x="3571875" y="6328916"/>
            <a:ext cx="844049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The solver sees what each pattern can extract, not what the tanks</a:t>
            </a:r>
          </a:p>
        </p:txBody>
      </p:sp>
      <p:sp>
        <p:nvSpPr>
          <p:cNvPr id="91" name="!!source-9-dom-5-5-3-5-0-text-1">
            <a:extLst>
              <a:ext uri="{FF2B5EF4-FFF2-40B4-BE49-F238E27FC236}">
                <a16:creationId xmlns:a16="http://schemas.microsoft.com/office/drawing/2014/main" id="{2A863472-FE75-400C-8FAC-5D43FA628FA1}"/>
              </a:ext>
            </a:extLst>
          </p:cNvPr>
          <p:cNvSpPr>
            <a:spLocks noGrp="1"/>
          </p:cNvSpPr>
          <p:nvPr/>
        </p:nvSpPr>
        <p:spPr>
          <a:xfrm>
            <a:off x="3571875" y="6687889"/>
            <a:ext cx="6794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hold.</a:t>
            </a:r>
          </a:p>
        </p:txBody>
      </p:sp>
      <p:sp>
        <p:nvSpPr>
          <p:cNvPr id="92" name="!!source-9-dom-5-9-fill">
            <a:extLst>
              <a:ext uri="{FF2B5EF4-FFF2-40B4-BE49-F238E27FC236}">
                <a16:creationId xmlns:a16="http://schemas.microsoft.com/office/drawing/2014/main" id="{A774713F-4BD8-40C2-8E69-A72DFDCC6B11}"/>
              </a:ext>
            </a:extLst>
          </p:cNvPr>
          <p:cNvSpPr>
            <a:spLocks noGrp="1"/>
          </p:cNvSpPr>
          <p:nvPr/>
        </p:nvSpPr>
        <p:spPr>
          <a:xfrm>
            <a:off x="13144500" y="2466975"/>
            <a:ext cx="190500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3" name="!!source-9-dom-5-9-outline">
            <a:extLst>
              <a:ext uri="{FF2B5EF4-FFF2-40B4-BE49-F238E27FC236}">
                <a16:creationId xmlns:a16="http://schemas.microsoft.com/office/drawing/2014/main" id="{4451FF1B-D538-462B-AB6C-3B2A71C8779A}"/>
              </a:ext>
            </a:extLst>
          </p:cNvPr>
          <p:cNvSpPr>
            <a:spLocks noGrp="1"/>
          </p:cNvSpPr>
          <p:nvPr/>
        </p:nvSpPr>
        <p:spPr>
          <a:xfrm>
            <a:off x="13158788" y="2481263"/>
            <a:ext cx="1876425" cy="4789438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!!source-9-dom-5-9-1-1-fill">
            <a:extLst>
              <a:ext uri="{FF2B5EF4-FFF2-40B4-BE49-F238E27FC236}">
                <a16:creationId xmlns:a16="http://schemas.microsoft.com/office/drawing/2014/main" id="{9428D952-9A78-41BB-82F2-007D8529CEA0}"/>
              </a:ext>
            </a:extLst>
          </p:cNvPr>
          <p:cNvSpPr>
            <a:spLocks noGrp="1"/>
          </p:cNvSpPr>
          <p:nvPr/>
        </p:nvSpPr>
        <p:spPr>
          <a:xfrm>
            <a:off x="13792200" y="3513832"/>
            <a:ext cx="609599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5" name="!!source-9-dom-5-9-1-1-0-text-0">
            <a:extLst>
              <a:ext uri="{FF2B5EF4-FFF2-40B4-BE49-F238E27FC236}">
                <a16:creationId xmlns:a16="http://schemas.microsoft.com/office/drawing/2014/main" id="{4D380E5B-FC27-4DB4-846C-0AB085A68EB3}"/>
              </a:ext>
            </a:extLst>
          </p:cNvPr>
          <p:cNvSpPr>
            <a:spLocks noGrp="1"/>
          </p:cNvSpPr>
          <p:nvPr/>
        </p:nvSpPr>
        <p:spPr>
          <a:xfrm>
            <a:off x="14012317" y="3642420"/>
            <a:ext cx="21684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6" name="!!source-9-dom-5-9-1-3-0-text-0">
            <a:extLst>
              <a:ext uri="{FF2B5EF4-FFF2-40B4-BE49-F238E27FC236}">
                <a16:creationId xmlns:a16="http://schemas.microsoft.com/office/drawing/2014/main" id="{7D9B92BB-34EF-4A37-A0BC-3245F2B8D3ED}"/>
              </a:ext>
            </a:extLst>
          </p:cNvPr>
          <p:cNvSpPr>
            <a:spLocks noGrp="1"/>
          </p:cNvSpPr>
          <p:nvPr/>
        </p:nvSpPr>
        <p:spPr>
          <a:xfrm>
            <a:off x="13265794" y="4313932"/>
            <a:ext cx="171003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THRESHOLD</a:t>
            </a:r>
          </a:p>
        </p:txBody>
      </p:sp>
      <p:sp>
        <p:nvSpPr>
          <p:cNvPr id="97" name="!!source-9-dom-5-9-1-5-0-text-0">
            <a:extLst>
              <a:ext uri="{FF2B5EF4-FFF2-40B4-BE49-F238E27FC236}">
                <a16:creationId xmlns:a16="http://schemas.microsoft.com/office/drawing/2014/main" id="{2FC3CF64-DB93-4FD9-925F-05316459AF12}"/>
              </a:ext>
            </a:extLst>
          </p:cNvPr>
          <p:cNvSpPr>
            <a:spLocks noGrp="1"/>
          </p:cNvSpPr>
          <p:nvPr/>
        </p:nvSpPr>
        <p:spPr>
          <a:xfrm>
            <a:off x="13408819" y="4780657"/>
            <a:ext cx="142383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Feasibility</a:t>
            </a:r>
          </a:p>
        </p:txBody>
      </p:sp>
      <p:sp>
        <p:nvSpPr>
          <p:cNvPr id="98" name="!!source-9-dom-5-9-1-7-0-0-text-0">
            <a:extLst>
              <a:ext uri="{FF2B5EF4-FFF2-40B4-BE49-F238E27FC236}">
                <a16:creationId xmlns:a16="http://schemas.microsoft.com/office/drawing/2014/main" id="{8BE6D0BE-7C44-48E4-8C33-6FC0FB38CE3A}"/>
              </a:ext>
            </a:extLst>
          </p:cNvPr>
          <p:cNvSpPr>
            <a:spLocks noGrp="1"/>
          </p:cNvSpPr>
          <p:nvPr/>
        </p:nvSpPr>
        <p:spPr>
          <a:xfrm>
            <a:off x="13267135" y="5304532"/>
            <a:ext cx="170735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available mass</a:t>
            </a:r>
          </a:p>
        </p:txBody>
      </p:sp>
      <p:sp>
        <p:nvSpPr>
          <p:cNvPr id="99" name="!!source-9-dom-5-9-1-7-0-0-text-1">
            <a:extLst>
              <a:ext uri="{FF2B5EF4-FFF2-40B4-BE49-F238E27FC236}">
                <a16:creationId xmlns:a16="http://schemas.microsoft.com/office/drawing/2014/main" id="{7BE46EE6-ABDF-4A39-8B84-815C6270B7B2}"/>
              </a:ext>
            </a:extLst>
          </p:cNvPr>
          <p:cNvSpPr>
            <a:spLocks noGrp="1"/>
          </p:cNvSpPr>
          <p:nvPr/>
        </p:nvSpPr>
        <p:spPr>
          <a:xfrm>
            <a:off x="13511213" y="5590282"/>
            <a:ext cx="121905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≥ demand</a:t>
            </a:r>
          </a:p>
        </p:txBody>
      </p:sp>
      <p:sp>
        <p:nvSpPr>
          <p:cNvPr id="100" name="!!source-9-dom-5-9-1-7-1-0-text-0">
            <a:extLst>
              <a:ext uri="{FF2B5EF4-FFF2-40B4-BE49-F238E27FC236}">
                <a16:creationId xmlns:a16="http://schemas.microsoft.com/office/drawing/2014/main" id="{3D1A2627-EE37-41FF-910A-D2EB39AF2A36}"/>
              </a:ext>
            </a:extLst>
          </p:cNvPr>
          <p:cNvSpPr>
            <a:spLocks noGrp="1"/>
          </p:cNvSpPr>
          <p:nvPr/>
        </p:nvSpPr>
        <p:spPr>
          <a:xfrm>
            <a:off x="13449746" y="5952232"/>
            <a:ext cx="134198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per pattern</a:t>
            </a:r>
          </a:p>
        </p:txBody>
      </p:sp>
      <p:sp>
        <p:nvSpPr>
          <p:cNvPr id="101" name="!!source-9-dom-5-9-3-1-0-fill">
            <a:extLst>
              <a:ext uri="{FF2B5EF4-FFF2-40B4-BE49-F238E27FC236}">
                <a16:creationId xmlns:a16="http://schemas.microsoft.com/office/drawing/2014/main" id="{C60F7527-F637-4675-B26A-0E99920DFFA2}"/>
              </a:ext>
            </a:extLst>
          </p:cNvPr>
          <p:cNvSpPr>
            <a:spLocks noGrp="1"/>
          </p:cNvSpPr>
          <p:nvPr/>
        </p:nvSpPr>
        <p:spPr>
          <a:xfrm>
            <a:off x="1347787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2" name="!!source-9-dom-5-9-3-1-0-0-text-0">
            <a:extLst>
              <a:ext uri="{FF2B5EF4-FFF2-40B4-BE49-F238E27FC236}">
                <a16:creationId xmlns:a16="http://schemas.microsoft.com/office/drawing/2014/main" id="{909B5B71-F5D7-40DD-BE8F-3E8D8B8E0C07}"/>
              </a:ext>
            </a:extLst>
          </p:cNvPr>
          <p:cNvSpPr>
            <a:spLocks noGrp="1"/>
          </p:cNvSpPr>
          <p:nvPr/>
        </p:nvSpPr>
        <p:spPr>
          <a:xfrm>
            <a:off x="13646497" y="2886075"/>
            <a:ext cx="205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3" name="!!source-9-dom-5-9-3-1-1-0-0-text-0">
            <a:extLst>
              <a:ext uri="{FF2B5EF4-FFF2-40B4-BE49-F238E27FC236}">
                <a16:creationId xmlns:a16="http://schemas.microsoft.com/office/drawing/2014/main" id="{23AFB3A5-2574-47D6-B43C-EC5E58149850}"/>
              </a:ext>
            </a:extLst>
          </p:cNvPr>
          <p:cNvSpPr>
            <a:spLocks noGrp="1"/>
          </p:cNvSpPr>
          <p:nvPr/>
        </p:nvSpPr>
        <p:spPr>
          <a:xfrm>
            <a:off x="14144625" y="2724150"/>
            <a:ext cx="162044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Feasibility</a:t>
            </a:r>
          </a:p>
        </p:txBody>
      </p:sp>
      <p:sp>
        <p:nvSpPr>
          <p:cNvPr id="104" name="!!source-9-dom-5-9-3-1-1-1-0-text-0">
            <a:extLst>
              <a:ext uri="{FF2B5EF4-FFF2-40B4-BE49-F238E27FC236}">
                <a16:creationId xmlns:a16="http://schemas.microsoft.com/office/drawing/2014/main" id="{F4879065-536D-4692-B760-1135223FA0B2}"/>
              </a:ext>
            </a:extLst>
          </p:cNvPr>
          <p:cNvSpPr>
            <a:spLocks noGrp="1"/>
          </p:cNvSpPr>
          <p:nvPr/>
        </p:nvSpPr>
        <p:spPr>
          <a:xfrm>
            <a:off x="14144625" y="3095625"/>
            <a:ext cx="52677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 threshold on the available mass, per pattern</a:t>
            </a:r>
          </a:p>
        </p:txBody>
      </p:sp>
      <p:sp>
        <p:nvSpPr>
          <p:cNvPr id="105" name="!!source-9-dom-5-9-3-3-2-0-0-text-0">
            <a:extLst>
              <a:ext uri="{FF2B5EF4-FFF2-40B4-BE49-F238E27FC236}">
                <a16:creationId xmlns:a16="http://schemas.microsoft.com/office/drawing/2014/main" id="{D8C2E3BA-79D8-4410-A75B-89748312272F}"/>
              </a:ext>
            </a:extLst>
          </p:cNvPr>
          <p:cNvSpPr>
            <a:spLocks noGrp="1"/>
          </p:cNvSpPr>
          <p:nvPr/>
        </p:nvSpPr>
        <p:spPr>
          <a:xfrm>
            <a:off x="18560355" y="3669209"/>
            <a:ext cx="190306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demand 16 kg ▸</a:t>
            </a:r>
          </a:p>
        </p:txBody>
      </p:sp>
      <p:sp>
        <p:nvSpPr>
          <p:cNvPr id="106" name="!!source-9-dom-5-9-3-3-5-fill">
            <a:extLst>
              <a:ext uri="{FF2B5EF4-FFF2-40B4-BE49-F238E27FC236}">
                <a16:creationId xmlns:a16="http://schemas.microsoft.com/office/drawing/2014/main" id="{DE45E6B9-44F1-40EE-93B8-55154E889671}"/>
              </a:ext>
            </a:extLst>
          </p:cNvPr>
          <p:cNvSpPr>
            <a:spLocks noGrp="1"/>
          </p:cNvSpPr>
          <p:nvPr/>
        </p:nvSpPr>
        <p:spPr>
          <a:xfrm>
            <a:off x="13477875" y="4069258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E8F3EC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7" name="!!source-9-dom-5-9-3-3-5-outline">
            <a:extLst>
              <a:ext uri="{FF2B5EF4-FFF2-40B4-BE49-F238E27FC236}">
                <a16:creationId xmlns:a16="http://schemas.microsoft.com/office/drawing/2014/main" id="{72EF0CD9-2704-4D8D-9C74-B525B9B5BF35}"/>
              </a:ext>
            </a:extLst>
          </p:cNvPr>
          <p:cNvSpPr>
            <a:spLocks noGrp="1"/>
          </p:cNvSpPr>
          <p:nvPr/>
        </p:nvSpPr>
        <p:spPr>
          <a:xfrm>
            <a:off x="13492162" y="40835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2E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9-dom-5-9-3-3-5-0-text-0">
            <a:extLst>
              <a:ext uri="{FF2B5EF4-FFF2-40B4-BE49-F238E27FC236}">
                <a16:creationId xmlns:a16="http://schemas.microsoft.com/office/drawing/2014/main" id="{9BF92A48-F371-4D11-B0C1-137D2F706472}"/>
              </a:ext>
            </a:extLst>
          </p:cNvPr>
          <p:cNvSpPr>
            <a:spLocks noGrp="1"/>
          </p:cNvSpPr>
          <p:nvPr/>
        </p:nvSpPr>
        <p:spPr>
          <a:xfrm>
            <a:off x="13716000" y="4193084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109" name="!!source-9-dom-5-9-3-3-6-fill">
            <a:extLst>
              <a:ext uri="{FF2B5EF4-FFF2-40B4-BE49-F238E27FC236}">
                <a16:creationId xmlns:a16="http://schemas.microsoft.com/office/drawing/2014/main" id="{6D567983-A2DA-4776-9A3B-B5EFA3F8F13C}"/>
              </a:ext>
            </a:extLst>
          </p:cNvPr>
          <p:cNvSpPr>
            <a:spLocks noGrp="1"/>
          </p:cNvSpPr>
          <p:nvPr/>
        </p:nvSpPr>
        <p:spPr>
          <a:xfrm>
            <a:off x="15801975" y="4116884"/>
            <a:ext cx="5886449" cy="47625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9-dom-5-9-3-3-6-outline">
            <a:extLst>
              <a:ext uri="{FF2B5EF4-FFF2-40B4-BE49-F238E27FC236}">
                <a16:creationId xmlns:a16="http://schemas.microsoft.com/office/drawing/2014/main" id="{6DB1CB43-AECB-4778-B8CF-E2B346D355CF}"/>
              </a:ext>
            </a:extLst>
          </p:cNvPr>
          <p:cNvSpPr>
            <a:spLocks noGrp="1"/>
          </p:cNvSpPr>
          <p:nvPr/>
        </p:nvSpPr>
        <p:spPr>
          <a:xfrm>
            <a:off x="15811500" y="4126409"/>
            <a:ext cx="5867399" cy="45720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9-dom-5-9-3-3-6-0-fill">
            <a:extLst>
              <a:ext uri="{FF2B5EF4-FFF2-40B4-BE49-F238E27FC236}">
                <a16:creationId xmlns:a16="http://schemas.microsoft.com/office/drawing/2014/main" id="{7D0351C6-46BB-4E04-B49B-2844B5E18AF7}"/>
              </a:ext>
            </a:extLst>
          </p:cNvPr>
          <p:cNvSpPr>
            <a:spLocks noGrp="1"/>
          </p:cNvSpPr>
          <p:nvPr/>
        </p:nvSpPr>
        <p:spPr>
          <a:xfrm>
            <a:off x="15821026" y="4135934"/>
            <a:ext cx="5087987" cy="438150"/>
          </a:xfrm>
          <a:prstGeom prst="rect">
            <a:avLst/>
          </a:prstGeom>
          <a:solidFill>
            <a:srgbClr val="2E7D4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9-dom-5-9-3-3-6-1-border-Left">
            <a:extLst>
              <a:ext uri="{FF2B5EF4-FFF2-40B4-BE49-F238E27FC236}">
                <a16:creationId xmlns:a16="http://schemas.microsoft.com/office/drawing/2014/main" id="{7A3A1545-1120-4150-BBD6-555537020140}"/>
              </a:ext>
            </a:extLst>
          </p:cNvPr>
          <p:cNvSpPr>
            <a:spLocks noGrp="1"/>
          </p:cNvSpPr>
          <p:nvPr/>
        </p:nvSpPr>
        <p:spPr>
          <a:xfrm>
            <a:off x="20518638" y="40597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13" name="!!source-9-dom-5-9-3-3-7-0-text-0">
            <a:extLst>
              <a:ext uri="{FF2B5EF4-FFF2-40B4-BE49-F238E27FC236}">
                <a16:creationId xmlns:a16="http://schemas.microsoft.com/office/drawing/2014/main" id="{80787FF1-6820-47CF-A8E4-5A81155CD07E}"/>
              </a:ext>
            </a:extLst>
          </p:cNvPr>
          <p:cNvSpPr>
            <a:spLocks noGrp="1"/>
          </p:cNvSpPr>
          <p:nvPr/>
        </p:nvSpPr>
        <p:spPr>
          <a:xfrm>
            <a:off x="22078951" y="4154984"/>
            <a:ext cx="295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14" name="!!source-9-dom-5-9-3-3-9-fill">
            <a:extLst>
              <a:ext uri="{FF2B5EF4-FFF2-40B4-BE49-F238E27FC236}">
                <a16:creationId xmlns:a16="http://schemas.microsoft.com/office/drawing/2014/main" id="{568C9E99-CED6-4CDB-B75A-F0B34D02DCB9}"/>
              </a:ext>
            </a:extLst>
          </p:cNvPr>
          <p:cNvSpPr>
            <a:spLocks noGrp="1"/>
          </p:cNvSpPr>
          <p:nvPr/>
        </p:nvSpPr>
        <p:spPr>
          <a:xfrm>
            <a:off x="13477875" y="4755059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E8F3EC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9-dom-5-9-3-3-9-outline">
            <a:extLst>
              <a:ext uri="{FF2B5EF4-FFF2-40B4-BE49-F238E27FC236}">
                <a16:creationId xmlns:a16="http://schemas.microsoft.com/office/drawing/2014/main" id="{56FC6650-5F7D-4591-B8A1-C1A90B7ED51D}"/>
              </a:ext>
            </a:extLst>
          </p:cNvPr>
          <p:cNvSpPr>
            <a:spLocks noGrp="1"/>
          </p:cNvSpPr>
          <p:nvPr/>
        </p:nvSpPr>
        <p:spPr>
          <a:xfrm>
            <a:off x="13492162" y="47693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2E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9-dom-5-9-3-3-9-0-text-0">
            <a:extLst>
              <a:ext uri="{FF2B5EF4-FFF2-40B4-BE49-F238E27FC236}">
                <a16:creationId xmlns:a16="http://schemas.microsoft.com/office/drawing/2014/main" id="{9732842E-A719-4AC4-8996-B4C3372C9168}"/>
              </a:ext>
            </a:extLst>
          </p:cNvPr>
          <p:cNvSpPr>
            <a:spLocks noGrp="1"/>
          </p:cNvSpPr>
          <p:nvPr/>
        </p:nvSpPr>
        <p:spPr>
          <a:xfrm>
            <a:off x="13716000" y="4878883"/>
            <a:ext cx="1106984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117" name="!!source-9-dom-5-9-3-3-10-fill">
            <a:extLst>
              <a:ext uri="{FF2B5EF4-FFF2-40B4-BE49-F238E27FC236}">
                <a16:creationId xmlns:a16="http://schemas.microsoft.com/office/drawing/2014/main" id="{E07765C4-F9D2-4D45-ACDE-CC475213EC37}"/>
              </a:ext>
            </a:extLst>
          </p:cNvPr>
          <p:cNvSpPr>
            <a:spLocks noGrp="1"/>
          </p:cNvSpPr>
          <p:nvPr/>
        </p:nvSpPr>
        <p:spPr>
          <a:xfrm>
            <a:off x="15801975" y="4802683"/>
            <a:ext cx="5886449" cy="476251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9-dom-5-9-3-3-10-outline">
            <a:extLst>
              <a:ext uri="{FF2B5EF4-FFF2-40B4-BE49-F238E27FC236}">
                <a16:creationId xmlns:a16="http://schemas.microsoft.com/office/drawing/2014/main" id="{242EBEA1-E988-4FE2-9125-CD3B8033EF71}"/>
              </a:ext>
            </a:extLst>
          </p:cNvPr>
          <p:cNvSpPr>
            <a:spLocks noGrp="1"/>
          </p:cNvSpPr>
          <p:nvPr/>
        </p:nvSpPr>
        <p:spPr>
          <a:xfrm>
            <a:off x="15811500" y="4812208"/>
            <a:ext cx="5867399" cy="457201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9-dom-5-9-3-3-10-0-fill">
            <a:extLst>
              <a:ext uri="{FF2B5EF4-FFF2-40B4-BE49-F238E27FC236}">
                <a16:creationId xmlns:a16="http://schemas.microsoft.com/office/drawing/2014/main" id="{85F925D2-C2D1-46EA-9E67-1A816DD08272}"/>
              </a:ext>
            </a:extLst>
          </p:cNvPr>
          <p:cNvSpPr>
            <a:spLocks noGrp="1"/>
          </p:cNvSpPr>
          <p:nvPr/>
        </p:nvSpPr>
        <p:spPr>
          <a:xfrm>
            <a:off x="15821026" y="4821734"/>
            <a:ext cx="4912518" cy="438150"/>
          </a:xfrm>
          <a:prstGeom prst="rect">
            <a:avLst/>
          </a:prstGeom>
          <a:solidFill>
            <a:srgbClr val="2E7D4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9-dom-5-9-3-3-10-1-border-Left">
            <a:extLst>
              <a:ext uri="{FF2B5EF4-FFF2-40B4-BE49-F238E27FC236}">
                <a16:creationId xmlns:a16="http://schemas.microsoft.com/office/drawing/2014/main" id="{4E22293F-343F-4DB6-949B-534BC04EE9D2}"/>
              </a:ext>
            </a:extLst>
          </p:cNvPr>
          <p:cNvSpPr>
            <a:spLocks noGrp="1"/>
          </p:cNvSpPr>
          <p:nvPr/>
        </p:nvSpPr>
        <p:spPr>
          <a:xfrm>
            <a:off x="20518638" y="47455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1" name="!!source-9-dom-5-9-3-3-11-0-text-0">
            <a:extLst>
              <a:ext uri="{FF2B5EF4-FFF2-40B4-BE49-F238E27FC236}">
                <a16:creationId xmlns:a16="http://schemas.microsoft.com/office/drawing/2014/main" id="{471BEF90-33D1-47EB-B5CA-BB770DE57C48}"/>
              </a:ext>
            </a:extLst>
          </p:cNvPr>
          <p:cNvSpPr>
            <a:spLocks noGrp="1"/>
          </p:cNvSpPr>
          <p:nvPr/>
        </p:nvSpPr>
        <p:spPr>
          <a:xfrm>
            <a:off x="22078951" y="4840784"/>
            <a:ext cx="295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22" name="!!source-9-dom-5-9-3-3-13-fill">
            <a:extLst>
              <a:ext uri="{FF2B5EF4-FFF2-40B4-BE49-F238E27FC236}">
                <a16:creationId xmlns:a16="http://schemas.microsoft.com/office/drawing/2014/main" id="{29B34421-6552-4B82-AD40-16B90D39E4DC}"/>
              </a:ext>
            </a:extLst>
          </p:cNvPr>
          <p:cNvSpPr>
            <a:spLocks noGrp="1"/>
          </p:cNvSpPr>
          <p:nvPr/>
        </p:nvSpPr>
        <p:spPr>
          <a:xfrm>
            <a:off x="13477875" y="5440859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9-dom-5-9-3-3-13-outline">
            <a:extLst>
              <a:ext uri="{FF2B5EF4-FFF2-40B4-BE49-F238E27FC236}">
                <a16:creationId xmlns:a16="http://schemas.microsoft.com/office/drawing/2014/main" id="{36A1A0E3-77AE-497B-9222-34D0F7EDD859}"/>
              </a:ext>
            </a:extLst>
          </p:cNvPr>
          <p:cNvSpPr>
            <a:spLocks noGrp="1"/>
          </p:cNvSpPr>
          <p:nvPr/>
        </p:nvSpPr>
        <p:spPr>
          <a:xfrm>
            <a:off x="13492162" y="54551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4" name="!!source-9-dom-5-9-3-3-13-0-text-0">
            <a:extLst>
              <a:ext uri="{FF2B5EF4-FFF2-40B4-BE49-F238E27FC236}">
                <a16:creationId xmlns:a16="http://schemas.microsoft.com/office/drawing/2014/main" id="{91D07149-AEE6-4AB4-A710-3DD7D9281001}"/>
              </a:ext>
            </a:extLst>
          </p:cNvPr>
          <p:cNvSpPr>
            <a:spLocks noGrp="1"/>
          </p:cNvSpPr>
          <p:nvPr/>
        </p:nvSpPr>
        <p:spPr>
          <a:xfrm>
            <a:off x="13716000" y="5564683"/>
            <a:ext cx="36671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T4</a:t>
            </a:r>
          </a:p>
        </p:txBody>
      </p:sp>
      <p:sp>
        <p:nvSpPr>
          <p:cNvPr id="125" name="!!source-9-dom-5-9-3-3-14-fill">
            <a:extLst>
              <a:ext uri="{FF2B5EF4-FFF2-40B4-BE49-F238E27FC236}">
                <a16:creationId xmlns:a16="http://schemas.microsoft.com/office/drawing/2014/main" id="{D09902CA-22A5-4EC7-8690-3210C08DF52E}"/>
              </a:ext>
            </a:extLst>
          </p:cNvPr>
          <p:cNvSpPr>
            <a:spLocks noGrp="1"/>
          </p:cNvSpPr>
          <p:nvPr/>
        </p:nvSpPr>
        <p:spPr>
          <a:xfrm>
            <a:off x="15801975" y="5488484"/>
            <a:ext cx="5886449" cy="47625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9-dom-5-9-3-3-14-outline">
            <a:extLst>
              <a:ext uri="{FF2B5EF4-FFF2-40B4-BE49-F238E27FC236}">
                <a16:creationId xmlns:a16="http://schemas.microsoft.com/office/drawing/2014/main" id="{64D2F8FC-A48C-4E40-8B1D-34C78482B94D}"/>
              </a:ext>
            </a:extLst>
          </p:cNvPr>
          <p:cNvSpPr>
            <a:spLocks noGrp="1"/>
          </p:cNvSpPr>
          <p:nvPr/>
        </p:nvSpPr>
        <p:spPr>
          <a:xfrm>
            <a:off x="15811500" y="5498009"/>
            <a:ext cx="5867399" cy="45720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7" name="!!source-9-dom-5-9-3-3-14-0-fill">
            <a:extLst>
              <a:ext uri="{FF2B5EF4-FFF2-40B4-BE49-F238E27FC236}">
                <a16:creationId xmlns:a16="http://schemas.microsoft.com/office/drawing/2014/main" id="{2EA1B2F7-9B9D-4F5B-A9EA-685153E28957}"/>
              </a:ext>
            </a:extLst>
          </p:cNvPr>
          <p:cNvSpPr>
            <a:spLocks noGrp="1"/>
          </p:cNvSpPr>
          <p:nvPr/>
        </p:nvSpPr>
        <p:spPr>
          <a:xfrm>
            <a:off x="15821026" y="5507534"/>
            <a:ext cx="2807196" cy="438150"/>
          </a:xfrm>
          <a:prstGeom prst="rect">
            <a:avLst/>
          </a:prstGeom>
          <a:solidFill>
            <a:srgbClr val="C9B8AD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8" name="!!source-9-dom-5-9-3-3-14-1-border-Left">
            <a:extLst>
              <a:ext uri="{FF2B5EF4-FFF2-40B4-BE49-F238E27FC236}">
                <a16:creationId xmlns:a16="http://schemas.microsoft.com/office/drawing/2014/main" id="{21E5D3B5-B40B-4E71-89EA-E112DE070C36}"/>
              </a:ext>
            </a:extLst>
          </p:cNvPr>
          <p:cNvSpPr>
            <a:spLocks noGrp="1"/>
          </p:cNvSpPr>
          <p:nvPr/>
        </p:nvSpPr>
        <p:spPr>
          <a:xfrm>
            <a:off x="20518638" y="54313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9-dom-5-9-3-3-15-0-text-0">
            <a:extLst>
              <a:ext uri="{FF2B5EF4-FFF2-40B4-BE49-F238E27FC236}">
                <a16:creationId xmlns:a16="http://schemas.microsoft.com/office/drawing/2014/main" id="{3D3F6C3A-EB84-4AB1-8727-37B8E72F6F8B}"/>
              </a:ext>
            </a:extLst>
          </p:cNvPr>
          <p:cNvSpPr>
            <a:spLocks noGrp="1"/>
          </p:cNvSpPr>
          <p:nvPr/>
        </p:nvSpPr>
        <p:spPr>
          <a:xfrm>
            <a:off x="22110205" y="5526583"/>
            <a:ext cx="232617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✗</a:t>
            </a:r>
          </a:p>
        </p:txBody>
      </p:sp>
      <p:sp>
        <p:nvSpPr>
          <p:cNvPr id="130" name="!!source-9-dom-5-9-3-5-0-text-0">
            <a:extLst>
              <a:ext uri="{FF2B5EF4-FFF2-40B4-BE49-F238E27FC236}">
                <a16:creationId xmlns:a16="http://schemas.microsoft.com/office/drawing/2014/main" id="{0877C509-C634-43CB-A6FF-152A20632690}"/>
              </a:ext>
            </a:extLst>
          </p:cNvPr>
          <p:cNvSpPr>
            <a:spLocks noGrp="1"/>
          </p:cNvSpPr>
          <p:nvPr/>
        </p:nvSpPr>
        <p:spPr>
          <a:xfrm>
            <a:off x="13477875" y="6328916"/>
            <a:ext cx="857979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Feasible: the pattern delivers at least the demand. The set changes</a:t>
            </a:r>
          </a:p>
        </p:txBody>
      </p:sp>
      <p:sp>
        <p:nvSpPr>
          <p:cNvPr id="131" name="!!source-9-dom-5-9-3-5-0-text-1">
            <a:extLst>
              <a:ext uri="{FF2B5EF4-FFF2-40B4-BE49-F238E27FC236}">
                <a16:creationId xmlns:a16="http://schemas.microsoft.com/office/drawing/2014/main" id="{4AF32C9D-97B7-41FF-B991-828EBAA678FA}"/>
              </a:ext>
            </a:extLst>
          </p:cNvPr>
          <p:cNvSpPr>
            <a:spLocks noGrp="1"/>
          </p:cNvSpPr>
          <p:nvPr/>
        </p:nvSpPr>
        <p:spPr>
          <a:xfrm>
            <a:off x="13477875" y="6687889"/>
            <a:ext cx="32614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with every tank pressure.</a:t>
            </a:r>
          </a:p>
        </p:txBody>
      </p:sp>
      <p:sp>
        <p:nvSpPr>
          <p:cNvPr id="132" name="!!source-9-dom-5-13-fill">
            <a:extLst>
              <a:ext uri="{FF2B5EF4-FFF2-40B4-BE49-F238E27FC236}">
                <a16:creationId xmlns:a16="http://schemas.microsoft.com/office/drawing/2014/main" id="{53087A1A-1CB4-4653-8378-BD48455B9FEF}"/>
              </a:ext>
            </a:extLst>
          </p:cNvPr>
          <p:cNvSpPr>
            <a:spLocks noGrp="1"/>
          </p:cNvSpPr>
          <p:nvPr/>
        </p:nvSpPr>
        <p:spPr>
          <a:xfrm>
            <a:off x="15335250" y="2466975"/>
            <a:ext cx="1905001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3" name="!!source-9-dom-5-13-outline">
            <a:extLst>
              <a:ext uri="{FF2B5EF4-FFF2-40B4-BE49-F238E27FC236}">
                <a16:creationId xmlns:a16="http://schemas.microsoft.com/office/drawing/2014/main" id="{703C4E4B-B79B-453E-AD56-050766BE7E7A}"/>
              </a:ext>
            </a:extLst>
          </p:cNvPr>
          <p:cNvSpPr>
            <a:spLocks noGrp="1"/>
          </p:cNvSpPr>
          <p:nvPr/>
        </p:nvSpPr>
        <p:spPr>
          <a:xfrm>
            <a:off x="15349537" y="2481263"/>
            <a:ext cx="1876426" cy="4789438"/>
          </a:xfrm>
          <a:prstGeom prst="rect">
            <a:avLst/>
          </a:prstGeom>
          <a:noFill/>
          <a:ln w="28575">
            <a:solidFill>
              <a:srgbClr val="8A7B71">
                <a:alpha val="10000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9-dom-5-13-1-1-fill">
            <a:extLst>
              <a:ext uri="{FF2B5EF4-FFF2-40B4-BE49-F238E27FC236}">
                <a16:creationId xmlns:a16="http://schemas.microsoft.com/office/drawing/2014/main" id="{BA501A20-9411-4E27-B281-E4775CCE0BE3}"/>
              </a:ext>
            </a:extLst>
          </p:cNvPr>
          <p:cNvSpPr>
            <a:spLocks noGrp="1"/>
          </p:cNvSpPr>
          <p:nvPr/>
        </p:nvSpPr>
        <p:spPr>
          <a:xfrm>
            <a:off x="15982950" y="3656707"/>
            <a:ext cx="609601" cy="609600"/>
          </a:xfrm>
          <a:prstGeom prst="ellipse">
            <a:avLst/>
          </a:prstGeom>
          <a:solidFill>
            <a:srgbClr val="8A7B71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5" name="!!source-9-dom-5-13-1-1-0-text-0">
            <a:extLst>
              <a:ext uri="{FF2B5EF4-FFF2-40B4-BE49-F238E27FC236}">
                <a16:creationId xmlns:a16="http://schemas.microsoft.com/office/drawing/2014/main" id="{86EB872E-BB8F-4B04-BE0A-6714C0AC8D31}"/>
              </a:ext>
            </a:extLst>
          </p:cNvPr>
          <p:cNvSpPr>
            <a:spLocks noGrp="1"/>
          </p:cNvSpPr>
          <p:nvPr/>
        </p:nvSpPr>
        <p:spPr>
          <a:xfrm>
            <a:off x="16189226" y="3785295"/>
            <a:ext cx="2445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36" name="!!source-9-dom-5-13-1-3-0-text-0">
            <a:extLst>
              <a:ext uri="{FF2B5EF4-FFF2-40B4-BE49-F238E27FC236}">
                <a16:creationId xmlns:a16="http://schemas.microsoft.com/office/drawing/2014/main" id="{11D32A7C-F9FA-4903-BE13-5EA3416EED89}"/>
              </a:ext>
            </a:extLst>
          </p:cNvPr>
          <p:cNvSpPr>
            <a:spLocks noGrp="1"/>
          </p:cNvSpPr>
          <p:nvPr/>
        </p:nvSpPr>
        <p:spPr>
          <a:xfrm>
            <a:off x="15632311" y="4456807"/>
            <a:ext cx="135850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ONGOING</a:t>
            </a:r>
          </a:p>
        </p:txBody>
      </p:sp>
      <p:sp>
        <p:nvSpPr>
          <p:cNvPr id="137" name="!!source-9-dom-5-13-1-5-0-text-0">
            <a:extLst>
              <a:ext uri="{FF2B5EF4-FFF2-40B4-BE49-F238E27FC236}">
                <a16:creationId xmlns:a16="http://schemas.microsoft.com/office/drawing/2014/main" id="{5DDE0D69-388A-4F3C-94BE-CFF6881886B6}"/>
              </a:ext>
            </a:extLst>
          </p:cNvPr>
          <p:cNvSpPr>
            <a:spLocks noGrp="1"/>
          </p:cNvSpPr>
          <p:nvPr/>
        </p:nvSpPr>
        <p:spPr>
          <a:xfrm>
            <a:off x="15542419" y="4923532"/>
            <a:ext cx="1538287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138" name="!!source-9-dom-5-13-1-7-0-0-text-0">
            <a:extLst>
              <a:ext uri="{FF2B5EF4-FFF2-40B4-BE49-F238E27FC236}">
                <a16:creationId xmlns:a16="http://schemas.microsoft.com/office/drawing/2014/main" id="{745D8A87-D5C0-4199-8B56-29B4F9DE0835}"/>
              </a:ext>
            </a:extLst>
          </p:cNvPr>
          <p:cNvSpPr>
            <a:spLocks noGrp="1"/>
          </p:cNvSpPr>
          <p:nvPr/>
        </p:nvSpPr>
        <p:spPr>
          <a:xfrm>
            <a:off x="15500896" y="5447407"/>
            <a:ext cx="162133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disjoint count</a:t>
            </a:r>
          </a:p>
        </p:txBody>
      </p:sp>
      <p:sp>
        <p:nvSpPr>
          <p:cNvPr id="139" name="!!source-9-dom-5-13-1-7-1-0-text-0">
            <a:extLst>
              <a:ext uri="{FF2B5EF4-FFF2-40B4-BE49-F238E27FC236}">
                <a16:creationId xmlns:a16="http://schemas.microsoft.com/office/drawing/2014/main" id="{04DC0070-DADA-46D5-B14E-C7B122E67987}"/>
              </a:ext>
            </a:extLst>
          </p:cNvPr>
          <p:cNvSpPr>
            <a:spLocks noGrp="1"/>
          </p:cNvSpPr>
          <p:nvPr/>
        </p:nvSpPr>
        <p:spPr>
          <a:xfrm>
            <a:off x="15842307" y="5809357"/>
            <a:ext cx="9383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≥ target</a:t>
            </a:r>
          </a:p>
        </p:txBody>
      </p:sp>
      <p:sp>
        <p:nvSpPr>
          <p:cNvPr id="140" name="!!source-9-dom-5-13-3-1-0-0-fill">
            <a:extLst>
              <a:ext uri="{FF2B5EF4-FFF2-40B4-BE49-F238E27FC236}">
                <a16:creationId xmlns:a16="http://schemas.microsoft.com/office/drawing/2014/main" id="{7A248D6C-96E2-4228-BB2D-939994994D51}"/>
              </a:ext>
            </a:extLst>
          </p:cNvPr>
          <p:cNvSpPr>
            <a:spLocks noGrp="1"/>
          </p:cNvSpPr>
          <p:nvPr/>
        </p:nvSpPr>
        <p:spPr>
          <a:xfrm>
            <a:off x="15668625" y="2800350"/>
            <a:ext cx="495300" cy="495300"/>
          </a:xfrm>
          <a:prstGeom prst="ellipse">
            <a:avLst/>
          </a:prstGeom>
          <a:solidFill>
            <a:srgbClr val="8A7B71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1" name="!!source-9-dom-5-13-3-1-0-0-0-text-0">
            <a:extLst>
              <a:ext uri="{FF2B5EF4-FFF2-40B4-BE49-F238E27FC236}">
                <a16:creationId xmlns:a16="http://schemas.microsoft.com/office/drawing/2014/main" id="{07E4EC17-48C5-4795-BB3B-9A5E60AFA2D4}"/>
              </a:ext>
            </a:extLst>
          </p:cNvPr>
          <p:cNvSpPr>
            <a:spLocks noGrp="1"/>
          </p:cNvSpPr>
          <p:nvPr/>
        </p:nvSpPr>
        <p:spPr>
          <a:xfrm>
            <a:off x="15824299" y="2886075"/>
            <a:ext cx="2314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42" name="!!source-9-dom-5-13-3-1-0-1-0-0-text-0">
            <a:extLst>
              <a:ext uri="{FF2B5EF4-FFF2-40B4-BE49-F238E27FC236}">
                <a16:creationId xmlns:a16="http://schemas.microsoft.com/office/drawing/2014/main" id="{EC1AABEB-C112-489D-8989-2E40CCA272D8}"/>
              </a:ext>
            </a:extLst>
          </p:cNvPr>
          <p:cNvSpPr>
            <a:spLocks noGrp="1"/>
          </p:cNvSpPr>
          <p:nvPr/>
        </p:nvSpPr>
        <p:spPr>
          <a:xfrm>
            <a:off x="16335375" y="2724150"/>
            <a:ext cx="175126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143" name="!!source-9-dom-5-13-3-1-0-1-1-0-text-0">
            <a:extLst>
              <a:ext uri="{FF2B5EF4-FFF2-40B4-BE49-F238E27FC236}">
                <a16:creationId xmlns:a16="http://schemas.microsoft.com/office/drawing/2014/main" id="{A37BFA30-865A-45D7-8D27-893300CE6369}"/>
              </a:ext>
            </a:extLst>
          </p:cNvPr>
          <p:cNvSpPr>
            <a:spLocks noGrp="1"/>
          </p:cNvSpPr>
          <p:nvPr/>
        </p:nvSpPr>
        <p:spPr>
          <a:xfrm>
            <a:off x="16335375" y="3095625"/>
            <a:ext cx="588094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count the disjoint feasible patterns against a target</a:t>
            </a:r>
          </a:p>
        </p:txBody>
      </p:sp>
      <p:sp>
        <p:nvSpPr>
          <p:cNvPr id="144" name="!!source-9-dom-5-13-3-1-1-outline">
            <a:extLst>
              <a:ext uri="{FF2B5EF4-FFF2-40B4-BE49-F238E27FC236}">
                <a16:creationId xmlns:a16="http://schemas.microsoft.com/office/drawing/2014/main" id="{90032EF0-2692-44F4-A956-FDFB4CD6475F}"/>
              </a:ext>
            </a:extLst>
          </p:cNvPr>
          <p:cNvSpPr>
            <a:spLocks noGrp="1"/>
          </p:cNvSpPr>
          <p:nvPr/>
        </p:nvSpPr>
        <p:spPr>
          <a:xfrm>
            <a:off x="22364701" y="2852738"/>
            <a:ext cx="2305048" cy="390525"/>
          </a:xfrm>
          <a:prstGeom prst="rect">
            <a:avLst/>
          </a:prstGeom>
          <a:noFill/>
          <a:ln w="19050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9-dom-5-13-3-1-1-0-text-0">
            <a:extLst>
              <a:ext uri="{FF2B5EF4-FFF2-40B4-BE49-F238E27FC236}">
                <a16:creationId xmlns:a16="http://schemas.microsoft.com/office/drawing/2014/main" id="{8ADC8DF6-26F3-43ED-87DC-31C404F97884}"/>
              </a:ext>
            </a:extLst>
          </p:cNvPr>
          <p:cNvSpPr>
            <a:spLocks noGrp="1"/>
          </p:cNvSpPr>
          <p:nvPr/>
        </p:nvSpPr>
        <p:spPr>
          <a:xfrm>
            <a:off x="22507576" y="2919413"/>
            <a:ext cx="206692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9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ONGOING WORK</a:t>
            </a:r>
          </a:p>
        </p:txBody>
      </p:sp>
      <p:sp>
        <p:nvSpPr>
          <p:cNvPr id="146" name="!!source-9-dom-5-13-3-3-1-1-0-text-0">
            <a:extLst>
              <a:ext uri="{FF2B5EF4-FFF2-40B4-BE49-F238E27FC236}">
                <a16:creationId xmlns:a16="http://schemas.microsoft.com/office/drawing/2014/main" id="{1A5580CF-1C8D-4AF2-991D-45FA75B0190C}"/>
              </a:ext>
            </a:extLst>
          </p:cNvPr>
          <p:cNvSpPr>
            <a:spLocks noGrp="1"/>
          </p:cNvSpPr>
          <p:nvPr/>
        </p:nvSpPr>
        <p:spPr>
          <a:xfrm>
            <a:off x="15668625" y="3738265"/>
            <a:ext cx="284603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FEASIBLE PATTERNS</a:t>
            </a:r>
          </a:p>
        </p:txBody>
      </p:sp>
      <p:sp>
        <p:nvSpPr>
          <p:cNvPr id="147" name="!!source-9-dom-5-13-3-3-1-3-0-fill">
            <a:extLst>
              <a:ext uri="{FF2B5EF4-FFF2-40B4-BE49-F238E27FC236}">
                <a16:creationId xmlns:a16="http://schemas.microsoft.com/office/drawing/2014/main" id="{6B01E969-B5D1-4FCA-9045-0C74561AFE99}"/>
              </a:ext>
            </a:extLst>
          </p:cNvPr>
          <p:cNvSpPr>
            <a:spLocks noGrp="1"/>
          </p:cNvSpPr>
          <p:nvPr/>
        </p:nvSpPr>
        <p:spPr>
          <a:xfrm>
            <a:off x="15668625" y="4128790"/>
            <a:ext cx="1535609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8" name="!!source-9-dom-5-13-3-3-1-3-0-outline">
            <a:extLst>
              <a:ext uri="{FF2B5EF4-FFF2-40B4-BE49-F238E27FC236}">
                <a16:creationId xmlns:a16="http://schemas.microsoft.com/office/drawing/2014/main" id="{13163ACC-2620-4D84-8053-EDF069A8B481}"/>
              </a:ext>
            </a:extLst>
          </p:cNvPr>
          <p:cNvSpPr>
            <a:spLocks noGrp="1"/>
          </p:cNvSpPr>
          <p:nvPr/>
        </p:nvSpPr>
        <p:spPr>
          <a:xfrm>
            <a:off x="15682913" y="4143077"/>
            <a:ext cx="1507034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9" name="!!source-9-dom-5-13-3-3-1-3-0-0-text-0">
            <a:extLst>
              <a:ext uri="{FF2B5EF4-FFF2-40B4-BE49-F238E27FC236}">
                <a16:creationId xmlns:a16="http://schemas.microsoft.com/office/drawing/2014/main" id="{C35BDBA9-A9B4-4A92-A625-867EA8E9E9EC}"/>
              </a:ext>
            </a:extLst>
          </p:cNvPr>
          <p:cNvSpPr>
            <a:spLocks noGrp="1"/>
          </p:cNvSpPr>
          <p:nvPr/>
        </p:nvSpPr>
        <p:spPr>
          <a:xfrm>
            <a:off x="15906750" y="4252615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150" name="!!source-9-dom-5-13-3-3-1-3-1-fill">
            <a:extLst>
              <a:ext uri="{FF2B5EF4-FFF2-40B4-BE49-F238E27FC236}">
                <a16:creationId xmlns:a16="http://schemas.microsoft.com/office/drawing/2014/main" id="{CB41D2F3-C98D-4613-9EBE-CCE0E352D13B}"/>
              </a:ext>
            </a:extLst>
          </p:cNvPr>
          <p:cNvSpPr>
            <a:spLocks noGrp="1"/>
          </p:cNvSpPr>
          <p:nvPr/>
        </p:nvSpPr>
        <p:spPr>
          <a:xfrm>
            <a:off x="17299483" y="4128790"/>
            <a:ext cx="1535610" cy="571500"/>
          </a:xfrm>
          <a:prstGeom prst="roundRect">
            <a:avLst>
              <a:gd name="adj" fmla="val 10000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1" name="!!source-9-dom-5-13-3-3-1-3-1-outline">
            <a:extLst>
              <a:ext uri="{FF2B5EF4-FFF2-40B4-BE49-F238E27FC236}">
                <a16:creationId xmlns:a16="http://schemas.microsoft.com/office/drawing/2014/main" id="{7F86059F-FC72-4A9A-9BB9-A728219DD1C1}"/>
              </a:ext>
            </a:extLst>
          </p:cNvPr>
          <p:cNvSpPr>
            <a:spLocks noGrp="1"/>
          </p:cNvSpPr>
          <p:nvPr/>
        </p:nvSpPr>
        <p:spPr>
          <a:xfrm>
            <a:off x="17313771" y="4143077"/>
            <a:ext cx="150703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2" name="!!source-9-dom-5-13-3-3-1-3-1-0-text-0">
            <a:extLst>
              <a:ext uri="{FF2B5EF4-FFF2-40B4-BE49-F238E27FC236}">
                <a16:creationId xmlns:a16="http://schemas.microsoft.com/office/drawing/2014/main" id="{1165126C-A8BD-4E3C-86F8-845ABCB47EAF}"/>
              </a:ext>
            </a:extLst>
          </p:cNvPr>
          <p:cNvSpPr>
            <a:spLocks noGrp="1"/>
          </p:cNvSpPr>
          <p:nvPr/>
        </p:nvSpPr>
        <p:spPr>
          <a:xfrm>
            <a:off x="17537609" y="4252615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153" name="!!source-9-dom-5-13-3-3-1-3-2-fill">
            <a:extLst>
              <a:ext uri="{FF2B5EF4-FFF2-40B4-BE49-F238E27FC236}">
                <a16:creationId xmlns:a16="http://schemas.microsoft.com/office/drawing/2014/main" id="{E9D75B8D-14ED-44B5-A4A0-E79CACEB8025}"/>
              </a:ext>
            </a:extLst>
          </p:cNvPr>
          <p:cNvSpPr>
            <a:spLocks noGrp="1"/>
          </p:cNvSpPr>
          <p:nvPr/>
        </p:nvSpPr>
        <p:spPr>
          <a:xfrm>
            <a:off x="18930342" y="4128790"/>
            <a:ext cx="1649760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4" name="!!source-9-dom-5-13-3-3-1-3-2-outline">
            <a:extLst>
              <a:ext uri="{FF2B5EF4-FFF2-40B4-BE49-F238E27FC236}">
                <a16:creationId xmlns:a16="http://schemas.microsoft.com/office/drawing/2014/main" id="{4BF6B5B5-7F07-4AD5-8E16-A93963ECB5F7}"/>
              </a:ext>
            </a:extLst>
          </p:cNvPr>
          <p:cNvSpPr>
            <a:spLocks noGrp="1"/>
          </p:cNvSpPr>
          <p:nvPr/>
        </p:nvSpPr>
        <p:spPr>
          <a:xfrm>
            <a:off x="18944630" y="4143077"/>
            <a:ext cx="162118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9-dom-5-13-3-3-1-3-2-0-text-0">
            <a:extLst>
              <a:ext uri="{FF2B5EF4-FFF2-40B4-BE49-F238E27FC236}">
                <a16:creationId xmlns:a16="http://schemas.microsoft.com/office/drawing/2014/main" id="{ECE7F829-729E-4276-8C7D-D6B4F6EA8C0C}"/>
              </a:ext>
            </a:extLst>
          </p:cNvPr>
          <p:cNvSpPr>
            <a:spLocks noGrp="1"/>
          </p:cNvSpPr>
          <p:nvPr/>
        </p:nvSpPr>
        <p:spPr>
          <a:xfrm>
            <a:off x="19168467" y="4252615"/>
            <a:ext cx="122113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T3₁ → T3₃</a:t>
            </a:r>
          </a:p>
        </p:txBody>
      </p:sp>
      <p:sp>
        <p:nvSpPr>
          <p:cNvPr id="156" name="!!source-9-dom-5-13-3-3-1-5-0-text-0">
            <a:extLst>
              <a:ext uri="{FF2B5EF4-FFF2-40B4-BE49-F238E27FC236}">
                <a16:creationId xmlns:a16="http://schemas.microsoft.com/office/drawing/2014/main" id="{FCE6B626-BCE4-4CF9-857A-C1E7BD257062}"/>
              </a:ext>
            </a:extLst>
          </p:cNvPr>
          <p:cNvSpPr>
            <a:spLocks noGrp="1"/>
          </p:cNvSpPr>
          <p:nvPr/>
        </p:nvSpPr>
        <p:spPr>
          <a:xfrm>
            <a:off x="15668625" y="4824115"/>
            <a:ext cx="47541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two share T4: only one of them can count</a:t>
            </a:r>
          </a:p>
        </p:txBody>
      </p:sp>
      <p:sp>
        <p:nvSpPr>
          <p:cNvPr id="157" name="!!source-9-dom-5-13-3-3-3-0-fill">
            <a:extLst>
              <a:ext uri="{FF2B5EF4-FFF2-40B4-BE49-F238E27FC236}">
                <a16:creationId xmlns:a16="http://schemas.microsoft.com/office/drawing/2014/main" id="{B870FF1A-C1E1-4200-8D71-65A0EC58751A}"/>
              </a:ext>
            </a:extLst>
          </p:cNvPr>
          <p:cNvSpPr>
            <a:spLocks noGrp="1"/>
          </p:cNvSpPr>
          <p:nvPr/>
        </p:nvSpPr>
        <p:spPr>
          <a:xfrm>
            <a:off x="15668625" y="5302151"/>
            <a:ext cx="1510307" cy="10001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8" name="!!source-9-dom-5-13-3-3-3-0-outline">
            <a:extLst>
              <a:ext uri="{FF2B5EF4-FFF2-40B4-BE49-F238E27FC236}">
                <a16:creationId xmlns:a16="http://schemas.microsoft.com/office/drawing/2014/main" id="{73F8F496-1B7B-4798-ACAB-156948ECD153}"/>
              </a:ext>
            </a:extLst>
          </p:cNvPr>
          <p:cNvSpPr>
            <a:spLocks noGrp="1"/>
          </p:cNvSpPr>
          <p:nvPr/>
        </p:nvSpPr>
        <p:spPr>
          <a:xfrm>
            <a:off x="15678150" y="5311676"/>
            <a:ext cx="1491257" cy="981075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9" name="!!source-9-dom-5-13-3-3-3-0-0-0-text-0">
            <a:extLst>
              <a:ext uri="{FF2B5EF4-FFF2-40B4-BE49-F238E27FC236}">
                <a16:creationId xmlns:a16="http://schemas.microsoft.com/office/drawing/2014/main" id="{7B5E1AF9-EFE9-4C96-B73F-8F6A29A8A872}"/>
              </a:ext>
            </a:extLst>
          </p:cNvPr>
          <p:cNvSpPr>
            <a:spLocks noGrp="1"/>
          </p:cNvSpPr>
          <p:nvPr/>
        </p:nvSpPr>
        <p:spPr>
          <a:xfrm>
            <a:off x="15840075" y="5435501"/>
            <a:ext cx="121503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DISJOINT</a:t>
            </a:r>
          </a:p>
        </p:txBody>
      </p:sp>
      <p:sp>
        <p:nvSpPr>
          <p:cNvPr id="160" name="!!source-9-dom-5-13-3-3-3-0-1-0-text-0">
            <a:extLst>
              <a:ext uri="{FF2B5EF4-FFF2-40B4-BE49-F238E27FC236}">
                <a16:creationId xmlns:a16="http://schemas.microsoft.com/office/drawing/2014/main" id="{30786352-9A0D-4043-B4C0-0CC3E30EC689}"/>
              </a:ext>
            </a:extLst>
          </p:cNvPr>
          <p:cNvSpPr>
            <a:spLocks noGrp="1"/>
          </p:cNvSpPr>
          <p:nvPr/>
        </p:nvSpPr>
        <p:spPr>
          <a:xfrm>
            <a:off x="16322873" y="5711726"/>
            <a:ext cx="249436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</a:t>
            </a:r>
          </a:p>
        </p:txBody>
      </p:sp>
      <p:sp>
        <p:nvSpPr>
          <p:cNvPr id="161" name="!!source-9-dom-5-13-3-3-3-1-0-text-0">
            <a:extLst>
              <a:ext uri="{FF2B5EF4-FFF2-40B4-BE49-F238E27FC236}">
                <a16:creationId xmlns:a16="http://schemas.microsoft.com/office/drawing/2014/main" id="{1D64E580-D0E5-49A2-8073-989446FCB07A}"/>
              </a:ext>
            </a:extLst>
          </p:cNvPr>
          <p:cNvSpPr>
            <a:spLocks noGrp="1"/>
          </p:cNvSpPr>
          <p:nvPr/>
        </p:nvSpPr>
        <p:spPr>
          <a:xfrm>
            <a:off x="17314218" y="5592663"/>
            <a:ext cx="253156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≥</a:t>
            </a:r>
          </a:p>
        </p:txBody>
      </p:sp>
      <p:sp>
        <p:nvSpPr>
          <p:cNvPr id="162" name="!!source-9-dom-5-13-3-3-3-2-fill">
            <a:extLst>
              <a:ext uri="{FF2B5EF4-FFF2-40B4-BE49-F238E27FC236}">
                <a16:creationId xmlns:a16="http://schemas.microsoft.com/office/drawing/2014/main" id="{10CC11EB-B248-489A-A22E-AA4BBECA0C66}"/>
              </a:ext>
            </a:extLst>
          </p:cNvPr>
          <p:cNvSpPr>
            <a:spLocks noGrp="1"/>
          </p:cNvSpPr>
          <p:nvPr/>
        </p:nvSpPr>
        <p:spPr>
          <a:xfrm>
            <a:off x="17655183" y="5302151"/>
            <a:ext cx="1311919" cy="10001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3" name="!!source-9-dom-5-13-3-3-3-2-outline">
            <a:extLst>
              <a:ext uri="{FF2B5EF4-FFF2-40B4-BE49-F238E27FC236}">
                <a16:creationId xmlns:a16="http://schemas.microsoft.com/office/drawing/2014/main" id="{0CB8E1AA-F6D0-4404-9A61-8F2D8C0E69EE}"/>
              </a:ext>
            </a:extLst>
          </p:cNvPr>
          <p:cNvSpPr>
            <a:spLocks noGrp="1"/>
          </p:cNvSpPr>
          <p:nvPr/>
        </p:nvSpPr>
        <p:spPr>
          <a:xfrm>
            <a:off x="17664708" y="5311676"/>
            <a:ext cx="1292869" cy="981075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4" name="!!source-9-dom-5-13-3-3-3-2-0-0-text-0">
            <a:extLst>
              <a:ext uri="{FF2B5EF4-FFF2-40B4-BE49-F238E27FC236}">
                <a16:creationId xmlns:a16="http://schemas.microsoft.com/office/drawing/2014/main" id="{44379E07-925C-4784-A147-2C24C305AAB3}"/>
              </a:ext>
            </a:extLst>
          </p:cNvPr>
          <p:cNvSpPr>
            <a:spLocks noGrp="1"/>
          </p:cNvSpPr>
          <p:nvPr/>
        </p:nvSpPr>
        <p:spPr>
          <a:xfrm>
            <a:off x="17826632" y="5435501"/>
            <a:ext cx="101664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TARGET</a:t>
            </a:r>
          </a:p>
        </p:txBody>
      </p:sp>
      <p:sp>
        <p:nvSpPr>
          <p:cNvPr id="165" name="!!source-9-dom-5-13-3-3-3-2-1-0-text-0">
            <a:extLst>
              <a:ext uri="{FF2B5EF4-FFF2-40B4-BE49-F238E27FC236}">
                <a16:creationId xmlns:a16="http://schemas.microsoft.com/office/drawing/2014/main" id="{A056F86E-838A-49A8-9A37-F437B0907B3D}"/>
              </a:ext>
            </a:extLst>
          </p:cNvPr>
          <p:cNvSpPr>
            <a:spLocks noGrp="1"/>
          </p:cNvSpPr>
          <p:nvPr/>
        </p:nvSpPr>
        <p:spPr>
          <a:xfrm>
            <a:off x="18210163" y="5711726"/>
            <a:ext cx="249436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</a:t>
            </a:r>
          </a:p>
        </p:txBody>
      </p:sp>
      <p:sp>
        <p:nvSpPr>
          <p:cNvPr id="166" name="!!source-9-dom-5-13-3-3-3-3-0-text-0">
            <a:extLst>
              <a:ext uri="{FF2B5EF4-FFF2-40B4-BE49-F238E27FC236}">
                <a16:creationId xmlns:a16="http://schemas.microsoft.com/office/drawing/2014/main" id="{14B6EB50-71E5-4771-BB32-5923BFE51235}"/>
              </a:ext>
            </a:extLst>
          </p:cNvPr>
          <p:cNvSpPr>
            <a:spLocks noGrp="1"/>
          </p:cNvSpPr>
          <p:nvPr/>
        </p:nvSpPr>
        <p:spPr>
          <a:xfrm>
            <a:off x="19037946" y="5602189"/>
            <a:ext cx="382041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⇔</a:t>
            </a:r>
          </a:p>
        </p:txBody>
      </p:sp>
      <p:sp>
        <p:nvSpPr>
          <p:cNvPr id="167" name="!!source-9-dom-5-13-3-3-3-4-fill">
            <a:extLst>
              <a:ext uri="{FF2B5EF4-FFF2-40B4-BE49-F238E27FC236}">
                <a16:creationId xmlns:a16="http://schemas.microsoft.com/office/drawing/2014/main" id="{7E080F1B-C52D-401A-BFE0-97CD7B7C2B65}"/>
              </a:ext>
            </a:extLst>
          </p:cNvPr>
          <p:cNvSpPr>
            <a:spLocks noGrp="1"/>
          </p:cNvSpPr>
          <p:nvPr/>
        </p:nvSpPr>
        <p:spPr>
          <a:xfrm>
            <a:off x="19443353" y="5302151"/>
            <a:ext cx="1739356" cy="1000125"/>
          </a:xfrm>
          <a:prstGeom prst="rect">
            <a:avLst/>
          </a:prstGeom>
          <a:solidFill>
            <a:srgbClr val="E8F3EC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8" name="!!source-9-dom-5-13-3-3-3-4-outline">
            <a:extLst>
              <a:ext uri="{FF2B5EF4-FFF2-40B4-BE49-F238E27FC236}">
                <a16:creationId xmlns:a16="http://schemas.microsoft.com/office/drawing/2014/main" id="{CC30C328-67DB-4CFB-A25D-7F8730F51150}"/>
              </a:ext>
            </a:extLst>
          </p:cNvPr>
          <p:cNvSpPr>
            <a:spLocks noGrp="1"/>
          </p:cNvSpPr>
          <p:nvPr/>
        </p:nvSpPr>
        <p:spPr>
          <a:xfrm>
            <a:off x="19452878" y="5311676"/>
            <a:ext cx="1720306" cy="981075"/>
          </a:xfrm>
          <a:prstGeom prst="rect">
            <a:avLst/>
          </a:prstGeom>
          <a:noFill/>
          <a:ln w="19050">
            <a:solidFill>
              <a:srgbClr val="2E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9" name="!!source-9-dom-5-13-3-3-3-4-0-0-text-0">
            <a:extLst>
              <a:ext uri="{FF2B5EF4-FFF2-40B4-BE49-F238E27FC236}">
                <a16:creationId xmlns:a16="http://schemas.microsoft.com/office/drawing/2014/main" id="{9D84CC98-8A0B-4433-81F5-FAC415A49F4C}"/>
              </a:ext>
            </a:extLst>
          </p:cNvPr>
          <p:cNvSpPr>
            <a:spLocks noGrp="1"/>
          </p:cNvSpPr>
          <p:nvPr/>
        </p:nvSpPr>
        <p:spPr>
          <a:xfrm>
            <a:off x="19614802" y="5435501"/>
            <a:ext cx="1444078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AVAILABLE</a:t>
            </a:r>
          </a:p>
        </p:txBody>
      </p:sp>
      <p:sp>
        <p:nvSpPr>
          <p:cNvPr id="170" name="!!source-9-dom-5-13-3-3-3-4-1-0-text-0">
            <a:extLst>
              <a:ext uri="{FF2B5EF4-FFF2-40B4-BE49-F238E27FC236}">
                <a16:creationId xmlns:a16="http://schemas.microsoft.com/office/drawing/2014/main" id="{BA609D05-E7F9-4FE1-A1DF-3A62536622F2}"/>
              </a:ext>
            </a:extLst>
          </p:cNvPr>
          <p:cNvSpPr>
            <a:spLocks noGrp="1"/>
          </p:cNvSpPr>
          <p:nvPr/>
        </p:nvSpPr>
        <p:spPr>
          <a:xfrm>
            <a:off x="20152815" y="5711726"/>
            <a:ext cx="36790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2E7D4F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2E7D4F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✓</a:t>
            </a:r>
          </a:p>
        </p:txBody>
      </p:sp>
      <p:sp>
        <p:nvSpPr>
          <p:cNvPr id="171" name="!!source-9-dom-5-13-3-5-0-text-0">
            <a:extLst>
              <a:ext uri="{FF2B5EF4-FFF2-40B4-BE49-F238E27FC236}">
                <a16:creationId xmlns:a16="http://schemas.microsoft.com/office/drawing/2014/main" id="{4A7BEE94-DC7F-4D1E-845D-80807F102E8A}"/>
              </a:ext>
            </a:extLst>
          </p:cNvPr>
          <p:cNvSpPr>
            <a:spLocks noGrp="1"/>
          </p:cNvSpPr>
          <p:nvPr/>
        </p:nvSpPr>
        <p:spPr>
          <a:xfrm>
            <a:off x="15668625" y="6687889"/>
            <a:ext cx="820831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The target is time-varying: raise it at rush hours, relax it at night.</a:t>
            </a:r>
          </a:p>
        </p:txBody>
      </p:sp>
      <p:sp>
        <p:nvSpPr>
          <p:cNvPr id="172" name="!!source-9-dom-7-1-outline">
            <a:extLst>
              <a:ext uri="{FF2B5EF4-FFF2-40B4-BE49-F238E27FC236}">
                <a16:creationId xmlns:a16="http://schemas.microsoft.com/office/drawing/2014/main" id="{5991F671-3437-447F-A13D-F349DE20C6B0}"/>
              </a:ext>
            </a:extLst>
          </p:cNvPr>
          <p:cNvSpPr>
            <a:spLocks noGrp="1"/>
          </p:cNvSpPr>
          <p:nvPr/>
        </p:nvSpPr>
        <p:spPr>
          <a:xfrm>
            <a:off x="1062037" y="7800082"/>
            <a:ext cx="4834682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3" name="!!source-9-dom-7-1-0-text-0">
            <a:extLst>
              <a:ext uri="{FF2B5EF4-FFF2-40B4-BE49-F238E27FC236}">
                <a16:creationId xmlns:a16="http://schemas.microsoft.com/office/drawing/2014/main" id="{56E9EBC0-93C9-44CC-904C-EADFBF840CFF}"/>
              </a:ext>
            </a:extLst>
          </p:cNvPr>
          <p:cNvSpPr>
            <a:spLocks noGrp="1"/>
          </p:cNvSpPr>
          <p:nvPr/>
        </p:nvSpPr>
        <p:spPr>
          <a:xfrm>
            <a:off x="1304925" y="7928669"/>
            <a:ext cx="4396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Feasible: per pattern, per client</a:t>
            </a:r>
          </a:p>
        </p:txBody>
      </p:sp>
      <p:sp>
        <p:nvSpPr>
          <p:cNvPr id="174" name="!!source-9-dom-7-3-outline">
            <a:extLst>
              <a:ext uri="{FF2B5EF4-FFF2-40B4-BE49-F238E27FC236}">
                <a16:creationId xmlns:a16="http://schemas.microsoft.com/office/drawing/2014/main" id="{C78A781B-3A2C-4B46-ADF5-B1A6622E6776}"/>
              </a:ext>
            </a:extLst>
          </p:cNvPr>
          <p:cNvSpPr>
            <a:spLocks noGrp="1"/>
          </p:cNvSpPr>
          <p:nvPr/>
        </p:nvSpPr>
        <p:spPr>
          <a:xfrm>
            <a:off x="6153894" y="7800082"/>
            <a:ext cx="5006876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5" name="!!source-9-dom-7-3-0-text-0">
            <a:extLst>
              <a:ext uri="{FF2B5EF4-FFF2-40B4-BE49-F238E27FC236}">
                <a16:creationId xmlns:a16="http://schemas.microsoft.com/office/drawing/2014/main" id="{C533B0F6-34E7-421F-9467-490607927F2B}"/>
              </a:ext>
            </a:extLst>
          </p:cNvPr>
          <p:cNvSpPr>
            <a:spLocks noGrp="1"/>
          </p:cNvSpPr>
          <p:nvPr/>
        </p:nvSpPr>
        <p:spPr>
          <a:xfrm>
            <a:off x="6396782" y="7928669"/>
            <a:ext cx="45687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Available: disjoint count ≥ target</a:t>
            </a:r>
          </a:p>
        </p:txBody>
      </p:sp>
      <p:sp>
        <p:nvSpPr>
          <p:cNvPr id="176" name="!!source-9-dom-7-5-0-text-0">
            <a:extLst>
              <a:ext uri="{FF2B5EF4-FFF2-40B4-BE49-F238E27FC236}">
                <a16:creationId xmlns:a16="http://schemas.microsoft.com/office/drawing/2014/main" id="{865AC497-DD7E-47ED-B14E-4DBB2D57A0A1}"/>
              </a:ext>
            </a:extLst>
          </p:cNvPr>
          <p:cNvSpPr>
            <a:spLocks noGrp="1"/>
          </p:cNvSpPr>
          <p:nvPr/>
        </p:nvSpPr>
        <p:spPr>
          <a:xfrm>
            <a:off x="11403657" y="7580263"/>
            <a:ext cx="4520804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Availability is a quantity the solver</a:t>
            </a:r>
          </a:p>
        </p:txBody>
      </p:sp>
      <p:sp>
        <p:nvSpPr>
          <p:cNvPr id="177" name="!!source-9-dom-7-5-0-text-1">
            <a:extLst>
              <a:ext uri="{FF2B5EF4-FFF2-40B4-BE49-F238E27FC236}">
                <a16:creationId xmlns:a16="http://schemas.microsoft.com/office/drawing/2014/main" id="{1D0F83A6-ACBB-42EE-A7F6-9AB3DDDA1BCA}"/>
              </a:ext>
            </a:extLst>
          </p:cNvPr>
          <p:cNvSpPr>
            <a:spLocks noGrp="1"/>
          </p:cNvSpPr>
          <p:nvPr/>
        </p:nvSpPr>
        <p:spPr>
          <a:xfrm>
            <a:off x="11403657" y="7926883"/>
            <a:ext cx="544145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optimises, not a stored mass. All of it can</a:t>
            </a:r>
          </a:p>
        </p:txBody>
      </p:sp>
      <p:sp>
        <p:nvSpPr>
          <p:cNvPr id="178" name="!!source-9-dom-7-5-0-text-2">
            <a:extLst>
              <a:ext uri="{FF2B5EF4-FFF2-40B4-BE49-F238E27FC236}">
                <a16:creationId xmlns:a16="http://schemas.microsoft.com/office/drawing/2014/main" id="{02F99E2F-718D-4837-9AB4-578396BEB999}"/>
              </a:ext>
            </a:extLst>
          </p:cNvPr>
          <p:cNvSpPr>
            <a:spLocks noGrp="1"/>
          </p:cNvSpPr>
          <p:nvPr/>
        </p:nvSpPr>
        <p:spPr>
          <a:xfrm>
            <a:off x="11403657" y="8273504"/>
            <a:ext cx="166657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vary in time.</a:t>
            </a:r>
          </a:p>
        </p:txBody>
      </p:sp>
      <p:pic>
        <p:nvPicPr>
          <p:cNvPr id="360" name="!!source-9-dom-9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361" name="!!source-9-dom-9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274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!!source-9-dom-fill">
            <a:extLst>
              <a:ext uri="{FF2B5EF4-FFF2-40B4-BE49-F238E27FC236}">
                <a16:creationId xmlns:a16="http://schemas.microsoft.com/office/drawing/2014/main" id="{F7305C69-3F05-485A-B8D4-3BEA446B99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9-dom-1-0-0-0-text-0">
            <a:extLst>
              <a:ext uri="{FF2B5EF4-FFF2-40B4-BE49-F238E27FC236}">
                <a16:creationId xmlns:a16="http://schemas.microsoft.com/office/drawing/2014/main" id="{F676990B-2DA8-4E7A-9E0B-6C7946DE706A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9-dom-1-0-1-0-text-0">
            <a:extLst>
              <a:ext uri="{FF2B5EF4-FFF2-40B4-BE49-F238E27FC236}">
                <a16:creationId xmlns:a16="http://schemas.microsoft.com/office/drawing/2014/main" id="{4B9415F6-A28B-437E-8F6E-1FE91E311692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9-dom-1-0-2-border-Bottom">
            <a:extLst>
              <a:ext uri="{FF2B5EF4-FFF2-40B4-BE49-F238E27FC236}">
                <a16:creationId xmlns:a16="http://schemas.microsoft.com/office/drawing/2014/main" id="{378226B0-F169-49F7-91C7-843672CE68AA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9-dom-1-0-2-0-text-0">
            <a:extLst>
              <a:ext uri="{FF2B5EF4-FFF2-40B4-BE49-F238E27FC236}">
                <a16:creationId xmlns:a16="http://schemas.microsoft.com/office/drawing/2014/main" id="{0024AA1A-52B8-4EE0-8647-79A774362A43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9-dom-1-0-3-0-text-0">
            <a:extLst>
              <a:ext uri="{FF2B5EF4-FFF2-40B4-BE49-F238E27FC236}">
                <a16:creationId xmlns:a16="http://schemas.microsoft.com/office/drawing/2014/main" id="{3A4E8617-51E9-4E6C-859D-A871305C27F3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9-dom-1-0-4-0-text-0">
            <a:extLst>
              <a:ext uri="{FF2B5EF4-FFF2-40B4-BE49-F238E27FC236}">
                <a16:creationId xmlns:a16="http://schemas.microsoft.com/office/drawing/2014/main" id="{07A3C5AB-96F0-46D2-9FAF-0AF4B09EC821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9-dom-1-0-5-0-text-0">
            <a:extLst>
              <a:ext uri="{FF2B5EF4-FFF2-40B4-BE49-F238E27FC236}">
                <a16:creationId xmlns:a16="http://schemas.microsoft.com/office/drawing/2014/main" id="{E4A1F620-256B-4A27-B1E3-7640E5D1698B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9-dom-1-1-0-text-0">
            <a:extLst>
              <a:ext uri="{FF2B5EF4-FFF2-40B4-BE49-F238E27FC236}">
                <a16:creationId xmlns:a16="http://schemas.microsoft.com/office/drawing/2014/main" id="{08345646-5EBD-414B-80A9-A217EFF46595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10 / 17</a:t>
            </a:r>
          </a:p>
        </p:txBody>
      </p:sp>
      <p:sp>
        <p:nvSpPr>
          <p:cNvPr id="10" name="!!source-9-dom-3-1-0-0-text-0">
            <a:extLst>
              <a:ext uri="{FF2B5EF4-FFF2-40B4-BE49-F238E27FC236}">
                <a16:creationId xmlns:a16="http://schemas.microsoft.com/office/drawing/2014/main" id="{355789AB-7F65-463D-9FDE-FAA5F418430C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6440686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The availability objective</a:t>
            </a:r>
          </a:p>
        </p:txBody>
      </p:sp>
      <p:sp>
        <p:nvSpPr>
          <p:cNvPr id="11" name="!!source-9-dom-3-1-1-0-0-text-0">
            <a:extLst>
              <a:ext uri="{FF2B5EF4-FFF2-40B4-BE49-F238E27FC236}">
                <a16:creationId xmlns:a16="http://schemas.microsoft.com/office/drawing/2014/main" id="{9ED52C32-0A63-4CBA-857F-C9667C43C8BC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410185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Which patterns are feasible?</a:t>
            </a:r>
          </a:p>
        </p:txBody>
      </p:sp>
      <p:sp>
        <p:nvSpPr>
          <p:cNvPr id="12" name="!!source-9-dom-5-1-fill">
            <a:extLst>
              <a:ext uri="{FF2B5EF4-FFF2-40B4-BE49-F238E27FC236}">
                <a16:creationId xmlns:a16="http://schemas.microsoft.com/office/drawing/2014/main" id="{69AAB4D0-2859-416B-ACEE-848DFFFDEAC7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190500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9-dom-5-1-outline">
            <a:extLst>
              <a:ext uri="{FF2B5EF4-FFF2-40B4-BE49-F238E27FC236}">
                <a16:creationId xmlns:a16="http://schemas.microsoft.com/office/drawing/2014/main" id="{B3FE1276-5B61-458B-8E12-093FBA3E9C3D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1876425" cy="4789438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9-dom-5-1-1-1-fill">
            <a:extLst>
              <a:ext uri="{FF2B5EF4-FFF2-40B4-BE49-F238E27FC236}">
                <a16:creationId xmlns:a16="http://schemas.microsoft.com/office/drawing/2014/main" id="{B4C79A0C-CB10-4F66-807C-D1DA8EC340AD}"/>
              </a:ext>
            </a:extLst>
          </p:cNvPr>
          <p:cNvSpPr>
            <a:spLocks noGrp="1"/>
          </p:cNvSpPr>
          <p:nvPr/>
        </p:nvSpPr>
        <p:spPr>
          <a:xfrm>
            <a:off x="1695450" y="3347144"/>
            <a:ext cx="609600" cy="6096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9-dom-5-1-1-1-0-text-0">
            <a:extLst>
              <a:ext uri="{FF2B5EF4-FFF2-40B4-BE49-F238E27FC236}">
                <a16:creationId xmlns:a16="http://schemas.microsoft.com/office/drawing/2014/main" id="{08EF2817-D5F3-4B24-BF35-9D46E6E9F175}"/>
              </a:ext>
            </a:extLst>
          </p:cNvPr>
          <p:cNvSpPr>
            <a:spLocks noGrp="1"/>
          </p:cNvSpPr>
          <p:nvPr/>
        </p:nvSpPr>
        <p:spPr>
          <a:xfrm>
            <a:off x="1944142" y="3475732"/>
            <a:ext cx="15969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9-dom-5-1-1-3-0-text-0">
            <a:extLst>
              <a:ext uri="{FF2B5EF4-FFF2-40B4-BE49-F238E27FC236}">
                <a16:creationId xmlns:a16="http://schemas.microsoft.com/office/drawing/2014/main" id="{2C0DF0C6-287C-42F1-BFB6-99E29A7825F7}"/>
              </a:ext>
            </a:extLst>
          </p:cNvPr>
          <p:cNvSpPr>
            <a:spLocks noGrp="1"/>
          </p:cNvSpPr>
          <p:nvPr/>
        </p:nvSpPr>
        <p:spPr>
          <a:xfrm>
            <a:off x="1583383" y="4147245"/>
            <a:ext cx="88136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INPUT</a:t>
            </a:r>
          </a:p>
        </p:txBody>
      </p:sp>
      <p:sp>
        <p:nvSpPr>
          <p:cNvPr id="17" name="!!source-9-dom-5-1-1-5-0-text-0">
            <a:extLst>
              <a:ext uri="{FF2B5EF4-FFF2-40B4-BE49-F238E27FC236}">
                <a16:creationId xmlns:a16="http://schemas.microsoft.com/office/drawing/2014/main" id="{E82D9D31-418A-4B15-8AEC-275BD2C15488}"/>
              </a:ext>
            </a:extLst>
          </p:cNvPr>
          <p:cNvSpPr>
            <a:spLocks noGrp="1"/>
          </p:cNvSpPr>
          <p:nvPr/>
        </p:nvSpPr>
        <p:spPr>
          <a:xfrm>
            <a:off x="1114574" y="4613969"/>
            <a:ext cx="181882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Hypothetical</a:t>
            </a:r>
          </a:p>
        </p:txBody>
      </p:sp>
      <p:sp>
        <p:nvSpPr>
          <p:cNvPr id="18" name="!!source-9-dom-5-1-1-5-0-text-1">
            <a:extLst>
              <a:ext uri="{FF2B5EF4-FFF2-40B4-BE49-F238E27FC236}">
                <a16:creationId xmlns:a16="http://schemas.microsoft.com/office/drawing/2014/main" id="{1A6CF3AC-4495-41D8-AE16-B1F2F0DC1580}"/>
              </a:ext>
            </a:extLst>
          </p:cNvPr>
          <p:cNvSpPr>
            <a:spLocks noGrp="1"/>
          </p:cNvSpPr>
          <p:nvPr/>
        </p:nvSpPr>
        <p:spPr>
          <a:xfrm>
            <a:off x="1615529" y="4947345"/>
            <a:ext cx="8170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client</a:t>
            </a:r>
          </a:p>
        </p:txBody>
      </p:sp>
      <p:sp>
        <p:nvSpPr>
          <p:cNvPr id="19" name="!!source-9-dom-5-1-1-7-0-0-text-0">
            <a:extLst>
              <a:ext uri="{FF2B5EF4-FFF2-40B4-BE49-F238E27FC236}">
                <a16:creationId xmlns:a16="http://schemas.microsoft.com/office/drawing/2014/main" id="{7A70AE2D-5F77-400E-95CB-4DB5FF220DD7}"/>
              </a:ext>
            </a:extLst>
          </p:cNvPr>
          <p:cNvSpPr>
            <a:spLocks noGrp="1"/>
          </p:cNvSpPr>
          <p:nvPr/>
        </p:nvSpPr>
        <p:spPr>
          <a:xfrm>
            <a:off x="1145232" y="5471219"/>
            <a:ext cx="175766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mass on arrival</a:t>
            </a:r>
          </a:p>
        </p:txBody>
      </p:sp>
      <p:sp>
        <p:nvSpPr>
          <p:cNvPr id="20" name="!!source-9-dom-5-1-1-7-1-0-text-0">
            <a:extLst>
              <a:ext uri="{FF2B5EF4-FFF2-40B4-BE49-F238E27FC236}">
                <a16:creationId xmlns:a16="http://schemas.microsoft.com/office/drawing/2014/main" id="{1A3A5CE0-7378-49B3-B47F-F59354D96C3C}"/>
              </a:ext>
            </a:extLst>
          </p:cNvPr>
          <p:cNvSpPr>
            <a:spLocks noGrp="1"/>
          </p:cNvSpPr>
          <p:nvPr/>
        </p:nvSpPr>
        <p:spPr>
          <a:xfrm>
            <a:off x="1446758" y="5833169"/>
            <a:ext cx="115460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hydrogen</a:t>
            </a:r>
          </a:p>
        </p:txBody>
      </p:sp>
      <p:sp>
        <p:nvSpPr>
          <p:cNvPr id="21" name="!!source-9-dom-5-1-1-7-1-0-text-1">
            <a:extLst>
              <a:ext uri="{FF2B5EF4-FFF2-40B4-BE49-F238E27FC236}">
                <a16:creationId xmlns:a16="http://schemas.microsoft.com/office/drawing/2014/main" id="{CE033B88-50DA-44DF-849C-1BF12094418C}"/>
              </a:ext>
            </a:extLst>
          </p:cNvPr>
          <p:cNvSpPr>
            <a:spLocks noGrp="1"/>
          </p:cNvSpPr>
          <p:nvPr/>
        </p:nvSpPr>
        <p:spPr>
          <a:xfrm>
            <a:off x="1510159" y="6118919"/>
            <a:ext cx="102765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demand</a:t>
            </a:r>
          </a:p>
        </p:txBody>
      </p:sp>
      <p:sp>
        <p:nvSpPr>
          <p:cNvPr id="22" name="!!source-9-dom-5-1-3-1-0-fill">
            <a:extLst>
              <a:ext uri="{FF2B5EF4-FFF2-40B4-BE49-F238E27FC236}">
                <a16:creationId xmlns:a16="http://schemas.microsoft.com/office/drawing/2014/main" id="{BFDB4E41-312C-4A89-81AD-C2A2441076E8}"/>
              </a:ext>
            </a:extLst>
          </p:cNvPr>
          <p:cNvSpPr>
            <a:spLocks noGrp="1"/>
          </p:cNvSpPr>
          <p:nvPr/>
        </p:nvSpPr>
        <p:spPr>
          <a:xfrm>
            <a:off x="1381125" y="28003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" name="!!source-9-dom-5-1-3-1-0-0-text-0">
            <a:extLst>
              <a:ext uri="{FF2B5EF4-FFF2-40B4-BE49-F238E27FC236}">
                <a16:creationId xmlns:a16="http://schemas.microsoft.com/office/drawing/2014/main" id="{B5B97476-BBC9-448F-BCEC-0B49E2A0ACF0}"/>
              </a:ext>
            </a:extLst>
          </p:cNvPr>
          <p:cNvSpPr>
            <a:spLocks noGrp="1"/>
          </p:cNvSpPr>
          <p:nvPr/>
        </p:nvSpPr>
        <p:spPr>
          <a:xfrm>
            <a:off x="1576388" y="288607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4" name="!!source-9-dom-5-1-3-1-1-0-0-text-0">
            <a:extLst>
              <a:ext uri="{FF2B5EF4-FFF2-40B4-BE49-F238E27FC236}">
                <a16:creationId xmlns:a16="http://schemas.microsoft.com/office/drawing/2014/main" id="{BDB45A3A-CEB0-4F57-A071-9301E4566501}"/>
              </a:ext>
            </a:extLst>
          </p:cNvPr>
          <p:cNvSpPr>
            <a:spLocks noGrp="1"/>
          </p:cNvSpPr>
          <p:nvPr/>
        </p:nvSpPr>
        <p:spPr>
          <a:xfrm>
            <a:off x="2047875" y="2724150"/>
            <a:ext cx="330577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hypothetical client</a:t>
            </a:r>
          </a:p>
        </p:txBody>
      </p:sp>
      <p:sp>
        <p:nvSpPr>
          <p:cNvPr id="25" name="!!source-9-dom-5-1-3-1-1-1-0-text-0">
            <a:extLst>
              <a:ext uri="{FF2B5EF4-FFF2-40B4-BE49-F238E27FC236}">
                <a16:creationId xmlns:a16="http://schemas.microsoft.com/office/drawing/2014/main" id="{B1734E93-17E9-4AAC-A4C5-7565AF29E85E}"/>
              </a:ext>
            </a:extLst>
          </p:cNvPr>
          <p:cNvSpPr>
            <a:spLocks noGrp="1"/>
          </p:cNvSpPr>
          <p:nvPr/>
        </p:nvSpPr>
        <p:spPr>
          <a:xfrm>
            <a:off x="2047875" y="3095625"/>
            <a:ext cx="446201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the one the station must stay ready for</a:t>
            </a:r>
          </a:p>
        </p:txBody>
      </p:sp>
      <p:sp>
        <p:nvSpPr>
          <p:cNvPr id="26" name="!!source-9-dom-5-1-3-3-1-0-0-text-0">
            <a:extLst>
              <a:ext uri="{FF2B5EF4-FFF2-40B4-BE49-F238E27FC236}">
                <a16:creationId xmlns:a16="http://schemas.microsoft.com/office/drawing/2014/main" id="{57150C3D-D36E-435B-9F0C-DECB2FB9AEF7}"/>
              </a:ext>
            </a:extLst>
          </p:cNvPr>
          <p:cNvSpPr>
            <a:spLocks noGrp="1"/>
          </p:cNvSpPr>
          <p:nvPr/>
        </p:nvSpPr>
        <p:spPr>
          <a:xfrm>
            <a:off x="1381125" y="3896320"/>
            <a:ext cx="196676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on arrival</a:t>
            </a:r>
          </a:p>
        </p:txBody>
      </p:sp>
      <p:sp>
        <p:nvSpPr>
          <p:cNvPr id="27" name="!!source-9-dom-5-1-3-3-1-1-fill">
            <a:extLst>
              <a:ext uri="{FF2B5EF4-FFF2-40B4-BE49-F238E27FC236}">
                <a16:creationId xmlns:a16="http://schemas.microsoft.com/office/drawing/2014/main" id="{A34B4857-DE61-465E-912D-DEB4423CD0C1}"/>
              </a:ext>
            </a:extLst>
          </p:cNvPr>
          <p:cNvSpPr>
            <a:spLocks noGrp="1"/>
          </p:cNvSpPr>
          <p:nvPr/>
        </p:nvSpPr>
        <p:spPr>
          <a:xfrm>
            <a:off x="1788170" y="4277320"/>
            <a:ext cx="1104900" cy="1485900"/>
          </a:xfrm>
          <a:prstGeom prst="roundRect">
            <a:avLst>
              <a:gd name="adj" fmla="val 12069"/>
            </a:avLst>
          </a:prstGeom>
          <a:solidFill>
            <a:srgbClr val="FFF5F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9-dom-5-1-3-3-1-1-outline">
            <a:extLst>
              <a:ext uri="{FF2B5EF4-FFF2-40B4-BE49-F238E27FC236}">
                <a16:creationId xmlns:a16="http://schemas.microsoft.com/office/drawing/2014/main" id="{84569826-0520-4F72-9D66-53B4F0DF24EA}"/>
              </a:ext>
            </a:extLst>
          </p:cNvPr>
          <p:cNvSpPr>
            <a:spLocks noGrp="1"/>
          </p:cNvSpPr>
          <p:nvPr/>
        </p:nvSpPr>
        <p:spPr>
          <a:xfrm>
            <a:off x="1802457" y="4291608"/>
            <a:ext cx="1076325" cy="1457325"/>
          </a:xfrm>
          <a:prstGeom prst="roundRect">
            <a:avLst>
              <a:gd name="adj" fmla="val 12389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9-dom-5-1-3-3-1-1-0-fill">
            <a:extLst>
              <a:ext uri="{FF2B5EF4-FFF2-40B4-BE49-F238E27FC236}">
                <a16:creationId xmlns:a16="http://schemas.microsoft.com/office/drawing/2014/main" id="{49D0C7E5-63B7-4BB7-A8CF-AB0020E1B252}"/>
              </a:ext>
            </a:extLst>
          </p:cNvPr>
          <p:cNvSpPr>
            <a:spLocks noGrp="1"/>
          </p:cNvSpPr>
          <p:nvPr/>
        </p:nvSpPr>
        <p:spPr>
          <a:xfrm>
            <a:off x="1816745" y="5420320"/>
            <a:ext cx="1047750" cy="314325"/>
          </a:xfrm>
          <a:custGeom>
            <a:avLst/>
            <a:gdLst/>
            <a:ahLst/>
            <a:cxnLst/>
            <a:rect l="0" t="0" r="0" b="0"/>
            <a:pathLst>
              <a:path w="1047750" h="314325">
                <a:moveTo>
                  <a:pt x="0" y="0"/>
                </a:moveTo>
                <a:lnTo>
                  <a:pt x="1047750" y="0"/>
                </a:lnTo>
                <a:lnTo>
                  <a:pt x="1047750" y="209550"/>
                </a:lnTo>
                <a:lnTo>
                  <a:pt x="1045737" y="229990"/>
                </a:lnTo>
                <a:lnTo>
                  <a:pt x="1039775" y="249646"/>
                </a:lnTo>
                <a:lnTo>
                  <a:pt x="1030092" y="267760"/>
                </a:lnTo>
                <a:lnTo>
                  <a:pt x="1017062" y="283637"/>
                </a:lnTo>
                <a:lnTo>
                  <a:pt x="1001185" y="296667"/>
                </a:lnTo>
                <a:lnTo>
                  <a:pt x="983071" y="306349"/>
                </a:lnTo>
                <a:lnTo>
                  <a:pt x="963416" y="312312"/>
                </a:lnTo>
                <a:lnTo>
                  <a:pt x="942975" y="314325"/>
                </a:lnTo>
                <a:lnTo>
                  <a:pt x="104775" y="314325"/>
                </a:lnTo>
                <a:lnTo>
                  <a:pt x="84334" y="312312"/>
                </a:lnTo>
                <a:lnTo>
                  <a:pt x="64679" y="306349"/>
                </a:lnTo>
                <a:lnTo>
                  <a:pt x="46565" y="296667"/>
                </a:lnTo>
                <a:lnTo>
                  <a:pt x="30688" y="283637"/>
                </a:lnTo>
                <a:lnTo>
                  <a:pt x="17658" y="267760"/>
                </a:lnTo>
                <a:lnTo>
                  <a:pt x="7976" y="249646"/>
                </a:lnTo>
                <a:lnTo>
                  <a:pt x="2013" y="229990"/>
                </a:lnTo>
                <a:lnTo>
                  <a:pt x="0" y="20955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9-dom-5-1-3-3-1-2-0-text-0">
            <a:extLst>
              <a:ext uri="{FF2B5EF4-FFF2-40B4-BE49-F238E27FC236}">
                <a16:creationId xmlns:a16="http://schemas.microsoft.com/office/drawing/2014/main" id="{EA621DD9-271A-4AC8-82B6-F7FB9D1A2B4F}"/>
              </a:ext>
            </a:extLst>
          </p:cNvPr>
          <p:cNvSpPr>
            <a:spLocks noGrp="1"/>
          </p:cNvSpPr>
          <p:nvPr/>
        </p:nvSpPr>
        <p:spPr>
          <a:xfrm>
            <a:off x="1889224" y="5839420"/>
            <a:ext cx="95056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31" name="!!source-9-dom-5-1-3-3-3-0-fill">
            <a:extLst>
              <a:ext uri="{FF2B5EF4-FFF2-40B4-BE49-F238E27FC236}">
                <a16:creationId xmlns:a16="http://schemas.microsoft.com/office/drawing/2014/main" id="{985C627E-0C07-4BB5-9A9D-035AB7241747}"/>
              </a:ext>
            </a:extLst>
          </p:cNvPr>
          <p:cNvSpPr>
            <a:spLocks noGrp="1"/>
          </p:cNvSpPr>
          <p:nvPr/>
        </p:nvSpPr>
        <p:spPr>
          <a:xfrm>
            <a:off x="3643164" y="5001220"/>
            <a:ext cx="514350" cy="38099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9-dom-5-1-3-3-3-1-border-Top">
            <a:extLst>
              <a:ext uri="{FF2B5EF4-FFF2-40B4-BE49-F238E27FC236}">
                <a16:creationId xmlns:a16="http://schemas.microsoft.com/office/drawing/2014/main" id="{E298EFCD-2ED0-4314-986F-EBD22EB7A4E0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9-dom-5-1-3-3-3-1-border-Bottom">
            <a:extLst>
              <a:ext uri="{FF2B5EF4-FFF2-40B4-BE49-F238E27FC236}">
                <a16:creationId xmlns:a16="http://schemas.microsoft.com/office/drawing/2014/main" id="{9ED7CBAD-250A-4198-A004-56C3462B5FDB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9-dom-5-1-3-3-3-1-border-Left">
            <a:extLst>
              <a:ext uri="{FF2B5EF4-FFF2-40B4-BE49-F238E27FC236}">
                <a16:creationId xmlns:a16="http://schemas.microsoft.com/office/drawing/2014/main" id="{23AFED2C-1951-4439-BB14-FA0BA7450A27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9-dom-5-1-3-3-5-fill">
            <a:extLst>
              <a:ext uri="{FF2B5EF4-FFF2-40B4-BE49-F238E27FC236}">
                <a16:creationId xmlns:a16="http://schemas.microsoft.com/office/drawing/2014/main" id="{B6BC5B12-FBFE-4AA2-B02D-FA96708C22BB}"/>
              </a:ext>
            </a:extLst>
          </p:cNvPr>
          <p:cNvSpPr>
            <a:spLocks noGrp="1"/>
          </p:cNvSpPr>
          <p:nvPr/>
        </p:nvSpPr>
        <p:spPr>
          <a:xfrm>
            <a:off x="4652814" y="4734520"/>
            <a:ext cx="1842344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9-dom-5-1-3-3-5-outline">
            <a:extLst>
              <a:ext uri="{FF2B5EF4-FFF2-40B4-BE49-F238E27FC236}">
                <a16:creationId xmlns:a16="http://schemas.microsoft.com/office/drawing/2014/main" id="{74E54EF5-64F4-4C43-8E28-0589EB9EDC1C}"/>
              </a:ext>
            </a:extLst>
          </p:cNvPr>
          <p:cNvSpPr>
            <a:spLocks noGrp="1"/>
          </p:cNvSpPr>
          <p:nvPr/>
        </p:nvSpPr>
        <p:spPr>
          <a:xfrm>
            <a:off x="4667101" y="4748808"/>
            <a:ext cx="1813769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9-dom-5-1-3-3-5-0-text-0">
            <a:extLst>
              <a:ext uri="{FF2B5EF4-FFF2-40B4-BE49-F238E27FC236}">
                <a16:creationId xmlns:a16="http://schemas.microsoft.com/office/drawing/2014/main" id="{33BCA1D3-4C6C-4F1F-AB5A-1748D37031C7}"/>
              </a:ext>
            </a:extLst>
          </p:cNvPr>
          <p:cNvSpPr>
            <a:spLocks noGrp="1"/>
          </p:cNvSpPr>
          <p:nvPr/>
        </p:nvSpPr>
        <p:spPr>
          <a:xfrm>
            <a:off x="4890939" y="4858345"/>
            <a:ext cx="141371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asks 16 kg</a:t>
            </a:r>
          </a:p>
        </p:txBody>
      </p:sp>
      <p:sp>
        <p:nvSpPr>
          <p:cNvPr id="38" name="!!source-9-dom-5-1-3-3-7-1-0-text-0">
            <a:extLst>
              <a:ext uri="{FF2B5EF4-FFF2-40B4-BE49-F238E27FC236}">
                <a16:creationId xmlns:a16="http://schemas.microsoft.com/office/drawing/2014/main" id="{FC0175DC-0505-4F39-BF75-52A519313A28}"/>
              </a:ext>
            </a:extLst>
          </p:cNvPr>
          <p:cNvSpPr>
            <a:spLocks noGrp="1"/>
          </p:cNvSpPr>
          <p:nvPr/>
        </p:nvSpPr>
        <p:spPr>
          <a:xfrm>
            <a:off x="6838057" y="4042172"/>
            <a:ext cx="298177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ALONG THE HORIZON</a:t>
            </a:r>
          </a:p>
        </p:txBody>
      </p:sp>
      <p:sp>
        <p:nvSpPr>
          <p:cNvPr id="39" name="!!source-9-dom-5-1-3-3-7-3-0-fill">
            <a:extLst>
              <a:ext uri="{FF2B5EF4-FFF2-40B4-BE49-F238E27FC236}">
                <a16:creationId xmlns:a16="http://schemas.microsoft.com/office/drawing/2014/main" id="{6A8BC24A-7463-47F7-B4BF-6FD001314315}"/>
              </a:ext>
            </a:extLst>
          </p:cNvPr>
          <p:cNvSpPr>
            <a:spLocks noGrp="1"/>
          </p:cNvSpPr>
          <p:nvPr/>
        </p:nvSpPr>
        <p:spPr>
          <a:xfrm>
            <a:off x="6838057" y="4861322"/>
            <a:ext cx="381000" cy="428625"/>
          </a:xfrm>
          <a:prstGeom prst="rect">
            <a:avLst/>
          </a:prstGeom>
          <a:solidFill>
            <a:srgbClr val="E6D9D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9-dom-5-1-3-3-7-3-1-fill">
            <a:extLst>
              <a:ext uri="{FF2B5EF4-FFF2-40B4-BE49-F238E27FC236}">
                <a16:creationId xmlns:a16="http://schemas.microsoft.com/office/drawing/2014/main" id="{3FF1FF95-B8F2-48C9-A9FA-7A2FE239DD2B}"/>
              </a:ext>
            </a:extLst>
          </p:cNvPr>
          <p:cNvSpPr>
            <a:spLocks noGrp="1"/>
          </p:cNvSpPr>
          <p:nvPr/>
        </p:nvSpPr>
        <p:spPr>
          <a:xfrm>
            <a:off x="7295257" y="4561285"/>
            <a:ext cx="381000" cy="728662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9-dom-5-1-3-3-7-3-2-fill">
            <a:extLst>
              <a:ext uri="{FF2B5EF4-FFF2-40B4-BE49-F238E27FC236}">
                <a16:creationId xmlns:a16="http://schemas.microsoft.com/office/drawing/2014/main" id="{1C4A9E8E-6D2C-49C2-8910-D3241AAA0F24}"/>
              </a:ext>
            </a:extLst>
          </p:cNvPr>
          <p:cNvSpPr>
            <a:spLocks noGrp="1"/>
          </p:cNvSpPr>
          <p:nvPr/>
        </p:nvSpPr>
        <p:spPr>
          <a:xfrm>
            <a:off x="7752457" y="4561285"/>
            <a:ext cx="381000" cy="728662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9-dom-5-1-3-3-7-3-3-fill">
            <a:extLst>
              <a:ext uri="{FF2B5EF4-FFF2-40B4-BE49-F238E27FC236}">
                <a16:creationId xmlns:a16="http://schemas.microsoft.com/office/drawing/2014/main" id="{C8F1F6BD-E744-4F82-A4F3-4208518B4189}"/>
              </a:ext>
            </a:extLst>
          </p:cNvPr>
          <p:cNvSpPr>
            <a:spLocks noGrp="1"/>
          </p:cNvSpPr>
          <p:nvPr/>
        </p:nvSpPr>
        <p:spPr>
          <a:xfrm>
            <a:off x="8209657" y="4775597"/>
            <a:ext cx="381000" cy="514350"/>
          </a:xfrm>
          <a:prstGeom prst="rect">
            <a:avLst/>
          </a:prstGeom>
          <a:solidFill>
            <a:srgbClr val="E6D9D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3" name="!!source-9-dom-5-1-3-3-7-5-0-text-0">
            <a:extLst>
              <a:ext uri="{FF2B5EF4-FFF2-40B4-BE49-F238E27FC236}">
                <a16:creationId xmlns:a16="http://schemas.microsoft.com/office/drawing/2014/main" id="{AD817B90-2343-4C97-B682-5A49B24F0E5C}"/>
              </a:ext>
            </a:extLst>
          </p:cNvPr>
          <p:cNvSpPr>
            <a:spLocks noGrp="1"/>
          </p:cNvSpPr>
          <p:nvPr/>
        </p:nvSpPr>
        <p:spPr>
          <a:xfrm>
            <a:off x="6838057" y="5413772"/>
            <a:ext cx="348540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both are parameters: they can</a:t>
            </a:r>
          </a:p>
        </p:txBody>
      </p:sp>
      <p:sp>
        <p:nvSpPr>
          <p:cNvPr id="44" name="!!source-9-dom-5-1-3-3-7-5-0-text-1">
            <a:extLst>
              <a:ext uri="{FF2B5EF4-FFF2-40B4-BE49-F238E27FC236}">
                <a16:creationId xmlns:a16="http://schemas.microsoft.com/office/drawing/2014/main" id="{368DA635-1334-4F66-A431-452A67740C72}"/>
              </a:ext>
            </a:extLst>
          </p:cNvPr>
          <p:cNvSpPr>
            <a:spLocks noGrp="1"/>
          </p:cNvSpPr>
          <p:nvPr/>
        </p:nvSpPr>
        <p:spPr>
          <a:xfrm>
            <a:off x="6838057" y="5710833"/>
            <a:ext cx="327094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change with the time of day</a:t>
            </a:r>
          </a:p>
        </p:txBody>
      </p:sp>
      <p:sp>
        <p:nvSpPr>
          <p:cNvPr id="45" name="!!source-9-dom-5-1-3-5-0-text-0">
            <a:extLst>
              <a:ext uri="{FF2B5EF4-FFF2-40B4-BE49-F238E27FC236}">
                <a16:creationId xmlns:a16="http://schemas.microsoft.com/office/drawing/2014/main" id="{B15BD1DA-2D3E-49EE-BFA0-05B2A04AEAC6}"/>
              </a:ext>
            </a:extLst>
          </p:cNvPr>
          <p:cNvSpPr>
            <a:spLocks noGrp="1"/>
          </p:cNvSpPr>
          <p:nvPr/>
        </p:nvSpPr>
        <p:spPr>
          <a:xfrm>
            <a:off x="1381125" y="6687889"/>
            <a:ext cx="894844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Not a booked client. The objective is written for whoever might arrive.</a:t>
            </a:r>
          </a:p>
        </p:txBody>
      </p:sp>
      <p:sp>
        <p:nvSpPr>
          <p:cNvPr id="46" name="!!source-9-dom-5-5-fill">
            <a:extLst>
              <a:ext uri="{FF2B5EF4-FFF2-40B4-BE49-F238E27FC236}">
                <a16:creationId xmlns:a16="http://schemas.microsoft.com/office/drawing/2014/main" id="{95A030CB-8A77-4807-8248-D7721CD64FAD}"/>
              </a:ext>
            </a:extLst>
          </p:cNvPr>
          <p:cNvSpPr>
            <a:spLocks noGrp="1"/>
          </p:cNvSpPr>
          <p:nvPr/>
        </p:nvSpPr>
        <p:spPr>
          <a:xfrm>
            <a:off x="3238500" y="2466975"/>
            <a:ext cx="190500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9-dom-5-5-outline">
            <a:extLst>
              <a:ext uri="{FF2B5EF4-FFF2-40B4-BE49-F238E27FC236}">
                <a16:creationId xmlns:a16="http://schemas.microsoft.com/office/drawing/2014/main" id="{70EC2D6E-2677-4EA0-A630-E63E00B79F5E}"/>
              </a:ext>
            </a:extLst>
          </p:cNvPr>
          <p:cNvSpPr>
            <a:spLocks noGrp="1"/>
          </p:cNvSpPr>
          <p:nvPr/>
        </p:nvSpPr>
        <p:spPr>
          <a:xfrm>
            <a:off x="3252788" y="2481263"/>
            <a:ext cx="1876425" cy="4789438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!!source-9-dom-5-5-1-1-fill">
            <a:extLst>
              <a:ext uri="{FF2B5EF4-FFF2-40B4-BE49-F238E27FC236}">
                <a16:creationId xmlns:a16="http://schemas.microsoft.com/office/drawing/2014/main" id="{523EC289-D43F-4048-BC90-6D2642F94B1A}"/>
              </a:ext>
            </a:extLst>
          </p:cNvPr>
          <p:cNvSpPr>
            <a:spLocks noGrp="1"/>
          </p:cNvSpPr>
          <p:nvPr/>
        </p:nvSpPr>
        <p:spPr>
          <a:xfrm>
            <a:off x="3886200" y="3180457"/>
            <a:ext cx="609600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9-dom-5-5-1-1-0-text-0">
            <a:extLst>
              <a:ext uri="{FF2B5EF4-FFF2-40B4-BE49-F238E27FC236}">
                <a16:creationId xmlns:a16="http://schemas.microsoft.com/office/drawing/2014/main" id="{C6A28128-1883-4DAE-BA35-EE9493818F3C}"/>
              </a:ext>
            </a:extLst>
          </p:cNvPr>
          <p:cNvSpPr>
            <a:spLocks noGrp="1"/>
          </p:cNvSpPr>
          <p:nvPr/>
        </p:nvSpPr>
        <p:spPr>
          <a:xfrm>
            <a:off x="4106615" y="3309045"/>
            <a:ext cx="2162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0" name="!!source-9-dom-5-5-1-3-0-text-0">
            <a:extLst>
              <a:ext uri="{FF2B5EF4-FFF2-40B4-BE49-F238E27FC236}">
                <a16:creationId xmlns:a16="http://schemas.microsoft.com/office/drawing/2014/main" id="{A4E3AE86-CE00-4A63-AE5B-C48D85D7438F}"/>
              </a:ext>
            </a:extLst>
          </p:cNvPr>
          <p:cNvSpPr>
            <a:spLocks noGrp="1"/>
          </p:cNvSpPr>
          <p:nvPr/>
        </p:nvSpPr>
        <p:spPr>
          <a:xfrm>
            <a:off x="3699421" y="3980557"/>
            <a:ext cx="103063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MODEL</a:t>
            </a:r>
          </a:p>
        </p:txBody>
      </p:sp>
      <p:sp>
        <p:nvSpPr>
          <p:cNvPr id="51" name="!!source-9-dom-5-5-1-5-0-text-0">
            <a:extLst>
              <a:ext uri="{FF2B5EF4-FFF2-40B4-BE49-F238E27FC236}">
                <a16:creationId xmlns:a16="http://schemas.microsoft.com/office/drawing/2014/main" id="{F0AF037D-89F7-4DE5-AC73-E14F6DD5F899}"/>
              </a:ext>
            </a:extLst>
          </p:cNvPr>
          <p:cNvSpPr>
            <a:spLocks noGrp="1"/>
          </p:cNvSpPr>
          <p:nvPr/>
        </p:nvSpPr>
        <p:spPr>
          <a:xfrm>
            <a:off x="3568749" y="4447282"/>
            <a:ext cx="12921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</a:t>
            </a:r>
          </a:p>
        </p:txBody>
      </p:sp>
      <p:sp>
        <p:nvSpPr>
          <p:cNvPr id="52" name="!!source-9-dom-5-5-1-5-0-text-1">
            <a:extLst>
              <a:ext uri="{FF2B5EF4-FFF2-40B4-BE49-F238E27FC236}">
                <a16:creationId xmlns:a16="http://schemas.microsoft.com/office/drawing/2014/main" id="{7E389514-BE82-4765-820D-048CA26A1B14}"/>
              </a:ext>
            </a:extLst>
          </p:cNvPr>
          <p:cNvSpPr>
            <a:spLocks noGrp="1"/>
          </p:cNvSpPr>
          <p:nvPr/>
        </p:nvSpPr>
        <p:spPr>
          <a:xfrm>
            <a:off x="3565029" y="4780657"/>
            <a:ext cx="12995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per</a:t>
            </a:r>
          </a:p>
        </p:txBody>
      </p:sp>
      <p:sp>
        <p:nvSpPr>
          <p:cNvPr id="53" name="!!source-9-dom-5-5-1-5-0-text-2">
            <a:extLst>
              <a:ext uri="{FF2B5EF4-FFF2-40B4-BE49-F238E27FC236}">
                <a16:creationId xmlns:a16="http://schemas.microsoft.com/office/drawing/2014/main" id="{91790E64-D946-4758-AC38-15CFD0ACCE16}"/>
              </a:ext>
            </a:extLst>
          </p:cNvPr>
          <p:cNvSpPr>
            <a:spLocks noGrp="1"/>
          </p:cNvSpPr>
          <p:nvPr/>
        </p:nvSpPr>
        <p:spPr>
          <a:xfrm>
            <a:off x="3680817" y="5114032"/>
            <a:ext cx="106784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pattern</a:t>
            </a:r>
          </a:p>
        </p:txBody>
      </p:sp>
      <p:sp>
        <p:nvSpPr>
          <p:cNvPr id="54" name="!!source-9-dom-5-5-1-7-0-0-text-0">
            <a:extLst>
              <a:ext uri="{FF2B5EF4-FFF2-40B4-BE49-F238E27FC236}">
                <a16:creationId xmlns:a16="http://schemas.microsoft.com/office/drawing/2014/main" id="{480DEAA1-2BE7-4243-A0C7-60FF1915910F}"/>
              </a:ext>
            </a:extLst>
          </p:cNvPr>
          <p:cNvSpPr>
            <a:spLocks noGrp="1"/>
          </p:cNvSpPr>
          <p:nvPr/>
        </p:nvSpPr>
        <p:spPr>
          <a:xfrm>
            <a:off x="3517255" y="5637907"/>
            <a:ext cx="139511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closed form</a:t>
            </a:r>
          </a:p>
        </p:txBody>
      </p:sp>
      <p:sp>
        <p:nvSpPr>
          <p:cNvPr id="55" name="!!source-9-dom-5-5-1-7-1-0-text-0">
            <a:extLst>
              <a:ext uri="{FF2B5EF4-FFF2-40B4-BE49-F238E27FC236}">
                <a16:creationId xmlns:a16="http://schemas.microsoft.com/office/drawing/2014/main" id="{AD41187F-52D7-41DC-9EB4-023ED2A430FE}"/>
              </a:ext>
            </a:extLst>
          </p:cNvPr>
          <p:cNvSpPr>
            <a:spLocks noGrp="1"/>
          </p:cNvSpPr>
          <p:nvPr/>
        </p:nvSpPr>
        <p:spPr>
          <a:xfrm>
            <a:off x="3446562" y="5999857"/>
            <a:ext cx="153650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linear in tank</a:t>
            </a:r>
          </a:p>
        </p:txBody>
      </p:sp>
      <p:sp>
        <p:nvSpPr>
          <p:cNvPr id="56" name="!!source-9-dom-5-5-1-7-1-0-text-1">
            <a:extLst>
              <a:ext uri="{FF2B5EF4-FFF2-40B4-BE49-F238E27FC236}">
                <a16:creationId xmlns:a16="http://schemas.microsoft.com/office/drawing/2014/main" id="{3322E82B-6876-445D-8643-91467ABCCFF9}"/>
              </a:ext>
            </a:extLst>
          </p:cNvPr>
          <p:cNvSpPr>
            <a:spLocks noGrp="1"/>
          </p:cNvSpPr>
          <p:nvPr/>
        </p:nvSpPr>
        <p:spPr>
          <a:xfrm>
            <a:off x="3765798" y="6285607"/>
            <a:ext cx="89788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masses</a:t>
            </a:r>
          </a:p>
        </p:txBody>
      </p:sp>
      <p:sp>
        <p:nvSpPr>
          <p:cNvPr id="57" name="!!source-9-dom-5-5-3-1-0-fill">
            <a:extLst>
              <a:ext uri="{FF2B5EF4-FFF2-40B4-BE49-F238E27FC236}">
                <a16:creationId xmlns:a16="http://schemas.microsoft.com/office/drawing/2014/main" id="{0856DFF1-18E8-4E93-AFAC-62E419C01EAF}"/>
              </a:ext>
            </a:extLst>
          </p:cNvPr>
          <p:cNvSpPr>
            <a:spLocks noGrp="1"/>
          </p:cNvSpPr>
          <p:nvPr/>
        </p:nvSpPr>
        <p:spPr>
          <a:xfrm>
            <a:off x="357187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9-dom-5-5-3-1-0-0-text-0">
            <a:extLst>
              <a:ext uri="{FF2B5EF4-FFF2-40B4-BE49-F238E27FC236}">
                <a16:creationId xmlns:a16="http://schemas.microsoft.com/office/drawing/2014/main" id="{5AEBE554-29BE-47BC-81BC-4BDA0F61483A}"/>
              </a:ext>
            </a:extLst>
          </p:cNvPr>
          <p:cNvSpPr>
            <a:spLocks noGrp="1"/>
          </p:cNvSpPr>
          <p:nvPr/>
        </p:nvSpPr>
        <p:spPr>
          <a:xfrm>
            <a:off x="3740795" y="2886075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9" name="!!source-9-dom-5-5-3-1-1-0-0-text-0">
            <a:extLst>
              <a:ext uri="{FF2B5EF4-FFF2-40B4-BE49-F238E27FC236}">
                <a16:creationId xmlns:a16="http://schemas.microsoft.com/office/drawing/2014/main" id="{3D17F5DC-8E9F-42FB-AECD-F8639E64EF15}"/>
              </a:ext>
            </a:extLst>
          </p:cNvPr>
          <p:cNvSpPr>
            <a:spLocks noGrp="1"/>
          </p:cNvSpPr>
          <p:nvPr/>
        </p:nvSpPr>
        <p:spPr>
          <a:xfrm>
            <a:off x="4238625" y="2724150"/>
            <a:ext cx="423475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 mass per pattern</a:t>
            </a:r>
          </a:p>
        </p:txBody>
      </p:sp>
      <p:sp>
        <p:nvSpPr>
          <p:cNvPr id="60" name="!!source-9-dom-5-5-3-1-1-1-0-text-0">
            <a:extLst>
              <a:ext uri="{FF2B5EF4-FFF2-40B4-BE49-F238E27FC236}">
                <a16:creationId xmlns:a16="http://schemas.microsoft.com/office/drawing/2014/main" id="{CA9FB0E5-81C2-40B9-B986-AFA7D6D122ED}"/>
              </a:ext>
            </a:extLst>
          </p:cNvPr>
          <p:cNvSpPr>
            <a:spLocks noGrp="1"/>
          </p:cNvSpPr>
          <p:nvPr/>
        </p:nvSpPr>
        <p:spPr>
          <a:xfrm>
            <a:off x="4238625" y="3095625"/>
            <a:ext cx="434771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closed form, linear in the tank masses</a:t>
            </a:r>
          </a:p>
        </p:txBody>
      </p:sp>
      <p:sp>
        <p:nvSpPr>
          <p:cNvPr id="61" name="!!source-9-dom-5-5-3-3-1-1-fill">
            <a:extLst>
              <a:ext uri="{FF2B5EF4-FFF2-40B4-BE49-F238E27FC236}">
                <a16:creationId xmlns:a16="http://schemas.microsoft.com/office/drawing/2014/main" id="{422544B1-032A-42C5-B1ED-D7618067D67B}"/>
              </a:ext>
            </a:extLst>
          </p:cNvPr>
          <p:cNvSpPr>
            <a:spLocks noGrp="1"/>
          </p:cNvSpPr>
          <p:nvPr/>
        </p:nvSpPr>
        <p:spPr>
          <a:xfrm>
            <a:off x="3571875" y="3581698"/>
            <a:ext cx="1941909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2" name="!!source-9-dom-5-5-3-3-1-1-outline">
            <a:extLst>
              <a:ext uri="{FF2B5EF4-FFF2-40B4-BE49-F238E27FC236}">
                <a16:creationId xmlns:a16="http://schemas.microsoft.com/office/drawing/2014/main" id="{E788B215-3851-43F5-B7DA-AAC2040EBB32}"/>
              </a:ext>
            </a:extLst>
          </p:cNvPr>
          <p:cNvSpPr>
            <a:spLocks noGrp="1"/>
          </p:cNvSpPr>
          <p:nvPr/>
        </p:nvSpPr>
        <p:spPr>
          <a:xfrm>
            <a:off x="3586163" y="3595985"/>
            <a:ext cx="1913334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!!source-9-dom-5-5-3-3-1-1-0-text-0">
            <a:extLst>
              <a:ext uri="{FF2B5EF4-FFF2-40B4-BE49-F238E27FC236}">
                <a16:creationId xmlns:a16="http://schemas.microsoft.com/office/drawing/2014/main" id="{1A90F53A-B09C-43E8-8D98-DA494D197038}"/>
              </a:ext>
            </a:extLst>
          </p:cNvPr>
          <p:cNvSpPr>
            <a:spLocks noGrp="1"/>
          </p:cNvSpPr>
          <p:nvPr/>
        </p:nvSpPr>
        <p:spPr>
          <a:xfrm>
            <a:off x="3810000" y="3705523"/>
            <a:ext cx="15132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· 300 bar</a:t>
            </a:r>
          </a:p>
        </p:txBody>
      </p:sp>
      <p:sp>
        <p:nvSpPr>
          <p:cNvPr id="64" name="!!source-9-dom-5-5-3-3-1-2-0-fill">
            <a:extLst>
              <a:ext uri="{FF2B5EF4-FFF2-40B4-BE49-F238E27FC236}">
                <a16:creationId xmlns:a16="http://schemas.microsoft.com/office/drawing/2014/main" id="{0FE354E3-DED9-4EAE-81DC-2B572598291D}"/>
              </a:ext>
            </a:extLst>
          </p:cNvPr>
          <p:cNvSpPr>
            <a:spLocks noGrp="1"/>
          </p:cNvSpPr>
          <p:nvPr/>
        </p:nvSpPr>
        <p:spPr>
          <a:xfrm>
            <a:off x="5513784" y="3848398"/>
            <a:ext cx="32385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9-dom-5-5-3-3-1-2-1-border-Top">
            <a:extLst>
              <a:ext uri="{FF2B5EF4-FFF2-40B4-BE49-F238E27FC236}">
                <a16:creationId xmlns:a16="http://schemas.microsoft.com/office/drawing/2014/main" id="{CD35A90F-2393-43B9-B7C2-1F7840D23DF1}"/>
              </a:ext>
            </a:extLst>
          </p:cNvPr>
          <p:cNvSpPr>
            <a:spLocks noGrp="1"/>
          </p:cNvSpPr>
          <p:nvPr/>
        </p:nvSpPr>
        <p:spPr>
          <a:xfrm>
            <a:off x="5837634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9-dom-5-5-3-3-1-2-1-border-Bottom">
            <a:extLst>
              <a:ext uri="{FF2B5EF4-FFF2-40B4-BE49-F238E27FC236}">
                <a16:creationId xmlns:a16="http://schemas.microsoft.com/office/drawing/2014/main" id="{3835D875-D02A-4E5F-8575-99A4B83DAA83}"/>
              </a:ext>
            </a:extLst>
          </p:cNvPr>
          <p:cNvSpPr>
            <a:spLocks noGrp="1"/>
          </p:cNvSpPr>
          <p:nvPr/>
        </p:nvSpPr>
        <p:spPr>
          <a:xfrm>
            <a:off x="5837634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7" name="!!source-9-dom-5-5-3-3-1-2-1-border-Left">
            <a:extLst>
              <a:ext uri="{FF2B5EF4-FFF2-40B4-BE49-F238E27FC236}">
                <a16:creationId xmlns:a16="http://schemas.microsoft.com/office/drawing/2014/main" id="{3787E42B-5FC0-4E61-8EE1-730D9B540BD2}"/>
              </a:ext>
            </a:extLst>
          </p:cNvPr>
          <p:cNvSpPr>
            <a:spLocks noGrp="1"/>
          </p:cNvSpPr>
          <p:nvPr/>
        </p:nvSpPr>
        <p:spPr>
          <a:xfrm>
            <a:off x="5837634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9-dom-5-5-3-3-1-3-fill">
            <a:extLst>
              <a:ext uri="{FF2B5EF4-FFF2-40B4-BE49-F238E27FC236}">
                <a16:creationId xmlns:a16="http://schemas.microsoft.com/office/drawing/2014/main" id="{EF6495F3-92F9-43B2-9004-09B3FD2F20D3}"/>
              </a:ext>
            </a:extLst>
          </p:cNvPr>
          <p:cNvSpPr>
            <a:spLocks noGrp="1"/>
          </p:cNvSpPr>
          <p:nvPr/>
        </p:nvSpPr>
        <p:spPr>
          <a:xfrm>
            <a:off x="5990035" y="3581698"/>
            <a:ext cx="1967954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9-dom-5-5-3-3-1-3-outline">
            <a:extLst>
              <a:ext uri="{FF2B5EF4-FFF2-40B4-BE49-F238E27FC236}">
                <a16:creationId xmlns:a16="http://schemas.microsoft.com/office/drawing/2014/main" id="{78339607-959B-4F3E-A9C8-649D8B2501B6}"/>
              </a:ext>
            </a:extLst>
          </p:cNvPr>
          <p:cNvSpPr>
            <a:spLocks noGrp="1"/>
          </p:cNvSpPr>
          <p:nvPr/>
        </p:nvSpPr>
        <p:spPr>
          <a:xfrm>
            <a:off x="6004322" y="3595985"/>
            <a:ext cx="1939379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!!source-9-dom-5-5-3-3-1-3-0-text-0">
            <a:extLst>
              <a:ext uri="{FF2B5EF4-FFF2-40B4-BE49-F238E27FC236}">
                <a16:creationId xmlns:a16="http://schemas.microsoft.com/office/drawing/2014/main" id="{3D1EBFA1-888C-4168-AE3E-CF2F6D3BF845}"/>
              </a:ext>
            </a:extLst>
          </p:cNvPr>
          <p:cNvSpPr>
            <a:spLocks noGrp="1"/>
          </p:cNvSpPr>
          <p:nvPr/>
        </p:nvSpPr>
        <p:spPr>
          <a:xfrm>
            <a:off x="6228159" y="3705523"/>
            <a:ext cx="153932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 · 480 bar</a:t>
            </a:r>
          </a:p>
        </p:txBody>
      </p:sp>
      <p:sp>
        <p:nvSpPr>
          <p:cNvPr id="71" name="!!source-9-dom-5-5-3-3-1-4-0-fill">
            <a:extLst>
              <a:ext uri="{FF2B5EF4-FFF2-40B4-BE49-F238E27FC236}">
                <a16:creationId xmlns:a16="http://schemas.microsoft.com/office/drawing/2014/main" id="{87C11B35-2769-4263-990A-1938FCB8BB11}"/>
              </a:ext>
            </a:extLst>
          </p:cNvPr>
          <p:cNvSpPr>
            <a:spLocks noGrp="1"/>
          </p:cNvSpPr>
          <p:nvPr/>
        </p:nvSpPr>
        <p:spPr>
          <a:xfrm>
            <a:off x="7957989" y="3848398"/>
            <a:ext cx="32385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9-dom-5-5-3-3-1-4-1-border-Top">
            <a:extLst>
              <a:ext uri="{FF2B5EF4-FFF2-40B4-BE49-F238E27FC236}">
                <a16:creationId xmlns:a16="http://schemas.microsoft.com/office/drawing/2014/main" id="{B7C49482-270B-4701-B502-5147E42DE2D6}"/>
              </a:ext>
            </a:extLst>
          </p:cNvPr>
          <p:cNvSpPr>
            <a:spLocks noGrp="1"/>
          </p:cNvSpPr>
          <p:nvPr/>
        </p:nvSpPr>
        <p:spPr>
          <a:xfrm>
            <a:off x="828183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9-dom-5-5-3-3-1-4-1-border-Bottom">
            <a:extLst>
              <a:ext uri="{FF2B5EF4-FFF2-40B4-BE49-F238E27FC236}">
                <a16:creationId xmlns:a16="http://schemas.microsoft.com/office/drawing/2014/main" id="{3B4AD9B5-EBBD-4CEB-8B3F-5D3D58EBAFFA}"/>
              </a:ext>
            </a:extLst>
          </p:cNvPr>
          <p:cNvSpPr>
            <a:spLocks noGrp="1"/>
          </p:cNvSpPr>
          <p:nvPr/>
        </p:nvSpPr>
        <p:spPr>
          <a:xfrm>
            <a:off x="828183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4" name="!!source-9-dom-5-5-3-3-1-4-1-border-Left">
            <a:extLst>
              <a:ext uri="{FF2B5EF4-FFF2-40B4-BE49-F238E27FC236}">
                <a16:creationId xmlns:a16="http://schemas.microsoft.com/office/drawing/2014/main" id="{A151BB2A-BCCA-4F54-BF8B-FEB7223D0A63}"/>
              </a:ext>
            </a:extLst>
          </p:cNvPr>
          <p:cNvSpPr>
            <a:spLocks noGrp="1"/>
          </p:cNvSpPr>
          <p:nvPr/>
        </p:nvSpPr>
        <p:spPr>
          <a:xfrm>
            <a:off x="828183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5" name="!!source-9-dom-5-5-3-3-1-5-fill">
            <a:extLst>
              <a:ext uri="{FF2B5EF4-FFF2-40B4-BE49-F238E27FC236}">
                <a16:creationId xmlns:a16="http://schemas.microsoft.com/office/drawing/2014/main" id="{7786DF82-645B-4CC6-AB5E-44B8FB3AE6DF}"/>
              </a:ext>
            </a:extLst>
          </p:cNvPr>
          <p:cNvSpPr>
            <a:spLocks noGrp="1"/>
          </p:cNvSpPr>
          <p:nvPr/>
        </p:nvSpPr>
        <p:spPr>
          <a:xfrm>
            <a:off x="8434239" y="3581698"/>
            <a:ext cx="1448693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9-dom-5-5-3-3-1-5-outline">
            <a:extLst>
              <a:ext uri="{FF2B5EF4-FFF2-40B4-BE49-F238E27FC236}">
                <a16:creationId xmlns:a16="http://schemas.microsoft.com/office/drawing/2014/main" id="{E98D67F4-F2F5-4642-9C61-F3D1EB5AAED0}"/>
              </a:ext>
            </a:extLst>
          </p:cNvPr>
          <p:cNvSpPr>
            <a:spLocks noGrp="1"/>
          </p:cNvSpPr>
          <p:nvPr/>
        </p:nvSpPr>
        <p:spPr>
          <a:xfrm>
            <a:off x="8448526" y="3595985"/>
            <a:ext cx="1420118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9-dom-5-5-3-3-1-5-0-text-0">
            <a:extLst>
              <a:ext uri="{FF2B5EF4-FFF2-40B4-BE49-F238E27FC236}">
                <a16:creationId xmlns:a16="http://schemas.microsoft.com/office/drawing/2014/main" id="{4472625A-C792-4E5A-9F7C-A2C07E7F3332}"/>
              </a:ext>
            </a:extLst>
          </p:cNvPr>
          <p:cNvSpPr>
            <a:spLocks noGrp="1"/>
          </p:cNvSpPr>
          <p:nvPr/>
        </p:nvSpPr>
        <p:spPr>
          <a:xfrm>
            <a:off x="8672364" y="3705523"/>
            <a:ext cx="102006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78" name="!!source-9-dom-5-5-3-3-3-1-0-0-text-0">
            <a:extLst>
              <a:ext uri="{FF2B5EF4-FFF2-40B4-BE49-F238E27FC236}">
                <a16:creationId xmlns:a16="http://schemas.microsoft.com/office/drawing/2014/main" id="{9C4B93B8-BB0B-4226-A2D7-155F812FB555}"/>
              </a:ext>
            </a:extLst>
          </p:cNvPr>
          <p:cNvSpPr>
            <a:spLocks noGrp="1"/>
          </p:cNvSpPr>
          <p:nvPr/>
        </p:nvSpPr>
        <p:spPr>
          <a:xfrm>
            <a:off x="3571875" y="4324648"/>
            <a:ext cx="334818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what this pattern can extract</a:t>
            </a:r>
          </a:p>
        </p:txBody>
      </p:sp>
      <p:sp>
        <p:nvSpPr>
          <p:cNvPr id="79" name="!!source-9-dom-5-5-3-3-3-1-1-0-text-0">
            <a:extLst>
              <a:ext uri="{FF2B5EF4-FFF2-40B4-BE49-F238E27FC236}">
                <a16:creationId xmlns:a16="http://schemas.microsoft.com/office/drawing/2014/main" id="{B741DDFB-BE43-4EBF-A987-102012907B00}"/>
              </a:ext>
            </a:extLst>
          </p:cNvPr>
          <p:cNvSpPr>
            <a:spLocks noGrp="1"/>
          </p:cNvSpPr>
          <p:nvPr/>
        </p:nvSpPr>
        <p:spPr>
          <a:xfrm>
            <a:off x="11061353" y="4372273"/>
            <a:ext cx="28753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</a:t>
            </a:r>
          </a:p>
        </p:txBody>
      </p:sp>
      <p:sp>
        <p:nvSpPr>
          <p:cNvPr id="80" name="!!source-9-dom-5-5-3-3-3-1-1-1-0-text-0">
            <a:extLst>
              <a:ext uri="{FF2B5EF4-FFF2-40B4-BE49-F238E27FC236}">
                <a16:creationId xmlns:a16="http://schemas.microsoft.com/office/drawing/2014/main" id="{4CC367A4-742A-4171-9A84-C994A3E60D26}"/>
              </a:ext>
            </a:extLst>
          </p:cNvPr>
          <p:cNvSpPr>
            <a:spLocks noGrp="1"/>
          </p:cNvSpPr>
          <p:nvPr/>
        </p:nvSpPr>
        <p:spPr>
          <a:xfrm>
            <a:off x="11301263" y="4324648"/>
            <a:ext cx="277267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</a:t>
            </a:r>
          </a:p>
        </p:txBody>
      </p:sp>
      <p:sp>
        <p:nvSpPr>
          <p:cNvPr id="81" name="!!source-9-dom-5-5-3-3-3-1-1-2-text-0">
            <a:extLst>
              <a:ext uri="{FF2B5EF4-FFF2-40B4-BE49-F238E27FC236}">
                <a16:creationId xmlns:a16="http://schemas.microsoft.com/office/drawing/2014/main" id="{36D6EC5F-E056-405D-9881-5A4451A9FA01}"/>
              </a:ext>
            </a:extLst>
          </p:cNvPr>
          <p:cNvSpPr>
            <a:spLocks noGrp="1"/>
          </p:cNvSpPr>
          <p:nvPr/>
        </p:nvSpPr>
        <p:spPr>
          <a:xfrm>
            <a:off x="11530905" y="4372273"/>
            <a:ext cx="109924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= 17.5 kg</a:t>
            </a:r>
          </a:p>
        </p:txBody>
      </p:sp>
      <p:sp>
        <p:nvSpPr>
          <p:cNvPr id="82" name="!!source-9-dom-5-5-3-3-3-3-fill">
            <a:extLst>
              <a:ext uri="{FF2B5EF4-FFF2-40B4-BE49-F238E27FC236}">
                <a16:creationId xmlns:a16="http://schemas.microsoft.com/office/drawing/2014/main" id="{A67C3E4F-AB71-4E41-B310-2538B985461E}"/>
              </a:ext>
            </a:extLst>
          </p:cNvPr>
          <p:cNvSpPr>
            <a:spLocks noGrp="1"/>
          </p:cNvSpPr>
          <p:nvPr/>
        </p:nvSpPr>
        <p:spPr>
          <a:xfrm>
            <a:off x="3571875" y="4743748"/>
            <a:ext cx="9010650" cy="66675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3" name="!!source-9-dom-5-5-3-3-3-3-outline">
            <a:extLst>
              <a:ext uri="{FF2B5EF4-FFF2-40B4-BE49-F238E27FC236}">
                <a16:creationId xmlns:a16="http://schemas.microsoft.com/office/drawing/2014/main" id="{8652FEC4-40F6-48E7-BC87-C7EAC3418E0D}"/>
              </a:ext>
            </a:extLst>
          </p:cNvPr>
          <p:cNvSpPr>
            <a:spLocks noGrp="1"/>
          </p:cNvSpPr>
          <p:nvPr/>
        </p:nvSpPr>
        <p:spPr>
          <a:xfrm>
            <a:off x="3581400" y="4753273"/>
            <a:ext cx="8991600" cy="64770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!!source-9-dom-5-5-3-3-3-3-0-fill">
            <a:extLst>
              <a:ext uri="{FF2B5EF4-FFF2-40B4-BE49-F238E27FC236}">
                <a16:creationId xmlns:a16="http://schemas.microsoft.com/office/drawing/2014/main" id="{EFC73EDE-6F0A-4E54-B470-E2EABFF91E3E}"/>
              </a:ext>
            </a:extLst>
          </p:cNvPr>
          <p:cNvSpPr>
            <a:spLocks noGrp="1"/>
          </p:cNvSpPr>
          <p:nvPr/>
        </p:nvSpPr>
        <p:spPr>
          <a:xfrm>
            <a:off x="3590925" y="4762798"/>
            <a:ext cx="4127301" cy="628650"/>
          </a:xfrm>
          <a:prstGeom prst="rect">
            <a:avLst/>
          </a:prstGeom>
          <a:solidFill>
            <a:srgbClr val="7A5A4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9-dom-5-5-3-3-3-3-0-0-text-0">
            <a:extLst>
              <a:ext uri="{FF2B5EF4-FFF2-40B4-BE49-F238E27FC236}">
                <a16:creationId xmlns:a16="http://schemas.microsoft.com/office/drawing/2014/main" id="{FD6F04F3-9069-4C12-AA2A-C0FDC8F88C74}"/>
              </a:ext>
            </a:extLst>
          </p:cNvPr>
          <p:cNvSpPr>
            <a:spLocks noGrp="1"/>
          </p:cNvSpPr>
          <p:nvPr/>
        </p:nvSpPr>
        <p:spPr>
          <a:xfrm>
            <a:off x="4762947" y="4934248"/>
            <a:ext cx="183073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from A · 8.0 kg</a:t>
            </a:r>
          </a:p>
        </p:txBody>
      </p:sp>
      <p:sp>
        <p:nvSpPr>
          <p:cNvPr id="86" name="!!source-9-dom-5-5-3-3-3-3-1-fill">
            <a:extLst>
              <a:ext uri="{FF2B5EF4-FFF2-40B4-BE49-F238E27FC236}">
                <a16:creationId xmlns:a16="http://schemas.microsoft.com/office/drawing/2014/main" id="{AE6B6864-D720-4E05-BD47-87FF57596515}"/>
              </a:ext>
            </a:extLst>
          </p:cNvPr>
          <p:cNvSpPr>
            <a:spLocks noGrp="1"/>
          </p:cNvSpPr>
          <p:nvPr/>
        </p:nvSpPr>
        <p:spPr>
          <a:xfrm>
            <a:off x="7718227" y="4762798"/>
            <a:ext cx="4845100" cy="62865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7" name="!!source-9-dom-5-5-3-3-3-3-1-0-text-0">
            <a:extLst>
              <a:ext uri="{FF2B5EF4-FFF2-40B4-BE49-F238E27FC236}">
                <a16:creationId xmlns:a16="http://schemas.microsoft.com/office/drawing/2014/main" id="{BF859138-1E92-4B17-A47B-DA70DA53A2C3}"/>
              </a:ext>
            </a:extLst>
          </p:cNvPr>
          <p:cNvSpPr>
            <a:spLocks noGrp="1"/>
          </p:cNvSpPr>
          <p:nvPr/>
        </p:nvSpPr>
        <p:spPr>
          <a:xfrm>
            <a:off x="9262468" y="4934248"/>
            <a:ext cx="1804094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from B · 9.5 kg</a:t>
            </a:r>
          </a:p>
        </p:txBody>
      </p:sp>
      <p:sp>
        <p:nvSpPr>
          <p:cNvPr id="88" name="!!source-9-dom-5-5-3-3-3-5-0-text-0">
            <a:extLst>
              <a:ext uri="{FF2B5EF4-FFF2-40B4-BE49-F238E27FC236}">
                <a16:creationId xmlns:a16="http://schemas.microsoft.com/office/drawing/2014/main" id="{E70DB46F-A637-48A9-A38A-B4899A8AD470}"/>
              </a:ext>
            </a:extLst>
          </p:cNvPr>
          <p:cNvSpPr>
            <a:spLocks noGrp="1"/>
          </p:cNvSpPr>
          <p:nvPr/>
        </p:nvSpPr>
        <p:spPr>
          <a:xfrm>
            <a:off x="3571875" y="5515273"/>
            <a:ext cx="876419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one expression per pattern, evaluated next to the dynamics at every step. No</a:t>
            </a:r>
          </a:p>
        </p:txBody>
      </p:sp>
      <p:sp>
        <p:nvSpPr>
          <p:cNvPr id="89" name="!!source-9-dom-5-5-3-3-3-5-0-text-1">
            <a:extLst>
              <a:ext uri="{FF2B5EF4-FFF2-40B4-BE49-F238E27FC236}">
                <a16:creationId xmlns:a16="http://schemas.microsoft.com/office/drawing/2014/main" id="{E12DB287-66E8-4854-9E9F-74B339A4FA38}"/>
              </a:ext>
            </a:extLst>
          </p:cNvPr>
          <p:cNvSpPr>
            <a:spLocks noGrp="1"/>
          </p:cNvSpPr>
          <p:nvPr/>
        </p:nvSpPr>
        <p:spPr>
          <a:xfrm>
            <a:off x="3571875" y="5812333"/>
            <a:ext cx="13955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extra states.</a:t>
            </a:r>
          </a:p>
        </p:txBody>
      </p:sp>
      <p:sp>
        <p:nvSpPr>
          <p:cNvPr id="90" name="!!source-9-dom-5-5-3-5-0-text-0">
            <a:extLst>
              <a:ext uri="{FF2B5EF4-FFF2-40B4-BE49-F238E27FC236}">
                <a16:creationId xmlns:a16="http://schemas.microsoft.com/office/drawing/2014/main" id="{A2F494B0-1986-4885-BD21-D195FD4CCE43}"/>
              </a:ext>
            </a:extLst>
          </p:cNvPr>
          <p:cNvSpPr>
            <a:spLocks noGrp="1"/>
          </p:cNvSpPr>
          <p:nvPr/>
        </p:nvSpPr>
        <p:spPr>
          <a:xfrm>
            <a:off x="3571875" y="6328916"/>
            <a:ext cx="844049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The solver sees what each pattern can extract, not what the tanks</a:t>
            </a:r>
          </a:p>
        </p:txBody>
      </p:sp>
      <p:sp>
        <p:nvSpPr>
          <p:cNvPr id="91" name="!!source-9-dom-5-5-3-5-0-text-1">
            <a:extLst>
              <a:ext uri="{FF2B5EF4-FFF2-40B4-BE49-F238E27FC236}">
                <a16:creationId xmlns:a16="http://schemas.microsoft.com/office/drawing/2014/main" id="{A1F4C10E-8283-4D9A-A10A-5B637E1AB2D5}"/>
              </a:ext>
            </a:extLst>
          </p:cNvPr>
          <p:cNvSpPr>
            <a:spLocks noGrp="1"/>
          </p:cNvSpPr>
          <p:nvPr/>
        </p:nvSpPr>
        <p:spPr>
          <a:xfrm>
            <a:off x="3571875" y="6687889"/>
            <a:ext cx="6794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hold.</a:t>
            </a:r>
          </a:p>
        </p:txBody>
      </p:sp>
      <p:sp>
        <p:nvSpPr>
          <p:cNvPr id="92" name="!!source-9-dom-5-9-fill">
            <a:extLst>
              <a:ext uri="{FF2B5EF4-FFF2-40B4-BE49-F238E27FC236}">
                <a16:creationId xmlns:a16="http://schemas.microsoft.com/office/drawing/2014/main" id="{C3590EE4-549E-4E48-9252-F09152FCB611}"/>
              </a:ext>
            </a:extLst>
          </p:cNvPr>
          <p:cNvSpPr>
            <a:spLocks noGrp="1"/>
          </p:cNvSpPr>
          <p:nvPr/>
        </p:nvSpPr>
        <p:spPr>
          <a:xfrm>
            <a:off x="5429250" y="2466975"/>
            <a:ext cx="962025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3" name="!!source-9-dom-5-9-outline">
            <a:extLst>
              <a:ext uri="{FF2B5EF4-FFF2-40B4-BE49-F238E27FC236}">
                <a16:creationId xmlns:a16="http://schemas.microsoft.com/office/drawing/2014/main" id="{E23FA04C-B449-4457-972F-BF66F2E069DD}"/>
              </a:ext>
            </a:extLst>
          </p:cNvPr>
          <p:cNvSpPr>
            <a:spLocks noGrp="1"/>
          </p:cNvSpPr>
          <p:nvPr/>
        </p:nvSpPr>
        <p:spPr>
          <a:xfrm>
            <a:off x="5443538" y="2481263"/>
            <a:ext cx="9591675" cy="4789438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!!source-9-dom-5-9-1-1-fill">
            <a:extLst>
              <a:ext uri="{FF2B5EF4-FFF2-40B4-BE49-F238E27FC236}">
                <a16:creationId xmlns:a16="http://schemas.microsoft.com/office/drawing/2014/main" id="{C338C847-1F3C-4564-9DB5-AD5D12D2E1D0}"/>
              </a:ext>
            </a:extLst>
          </p:cNvPr>
          <p:cNvSpPr>
            <a:spLocks noGrp="1"/>
          </p:cNvSpPr>
          <p:nvPr/>
        </p:nvSpPr>
        <p:spPr>
          <a:xfrm>
            <a:off x="9934575" y="3513832"/>
            <a:ext cx="609599" cy="6096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5" name="!!source-9-dom-5-9-1-1-0-text-0">
            <a:extLst>
              <a:ext uri="{FF2B5EF4-FFF2-40B4-BE49-F238E27FC236}">
                <a16:creationId xmlns:a16="http://schemas.microsoft.com/office/drawing/2014/main" id="{973BD0D6-8417-404E-A1F4-27A809524F45}"/>
              </a:ext>
            </a:extLst>
          </p:cNvPr>
          <p:cNvSpPr>
            <a:spLocks noGrp="1"/>
          </p:cNvSpPr>
          <p:nvPr/>
        </p:nvSpPr>
        <p:spPr>
          <a:xfrm>
            <a:off x="10154692" y="3642420"/>
            <a:ext cx="21684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6" name="!!source-9-dom-5-9-1-3-0-text-0">
            <a:extLst>
              <a:ext uri="{FF2B5EF4-FFF2-40B4-BE49-F238E27FC236}">
                <a16:creationId xmlns:a16="http://schemas.microsoft.com/office/drawing/2014/main" id="{601FDB4B-EC8E-47D8-93F9-B32DC0516F08}"/>
              </a:ext>
            </a:extLst>
          </p:cNvPr>
          <p:cNvSpPr>
            <a:spLocks noGrp="1"/>
          </p:cNvSpPr>
          <p:nvPr/>
        </p:nvSpPr>
        <p:spPr>
          <a:xfrm>
            <a:off x="9408171" y="4313932"/>
            <a:ext cx="171003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THRESHOLD</a:t>
            </a:r>
          </a:p>
        </p:txBody>
      </p:sp>
      <p:sp>
        <p:nvSpPr>
          <p:cNvPr id="97" name="!!source-9-dom-5-9-1-5-0-text-0">
            <a:extLst>
              <a:ext uri="{FF2B5EF4-FFF2-40B4-BE49-F238E27FC236}">
                <a16:creationId xmlns:a16="http://schemas.microsoft.com/office/drawing/2014/main" id="{6C4B4F6D-CFAF-49B8-85AA-40410FB28FAE}"/>
              </a:ext>
            </a:extLst>
          </p:cNvPr>
          <p:cNvSpPr>
            <a:spLocks noGrp="1"/>
          </p:cNvSpPr>
          <p:nvPr/>
        </p:nvSpPr>
        <p:spPr>
          <a:xfrm>
            <a:off x="9551194" y="4780657"/>
            <a:ext cx="142383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Feasibility</a:t>
            </a:r>
          </a:p>
        </p:txBody>
      </p:sp>
      <p:sp>
        <p:nvSpPr>
          <p:cNvPr id="98" name="!!source-9-dom-5-9-1-7-0-0-text-0">
            <a:extLst>
              <a:ext uri="{FF2B5EF4-FFF2-40B4-BE49-F238E27FC236}">
                <a16:creationId xmlns:a16="http://schemas.microsoft.com/office/drawing/2014/main" id="{6458598B-4E67-478D-BB21-E5F5E9823E89}"/>
              </a:ext>
            </a:extLst>
          </p:cNvPr>
          <p:cNvSpPr>
            <a:spLocks noGrp="1"/>
          </p:cNvSpPr>
          <p:nvPr/>
        </p:nvSpPr>
        <p:spPr>
          <a:xfrm>
            <a:off x="9409509" y="5304532"/>
            <a:ext cx="170735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available mass</a:t>
            </a:r>
          </a:p>
        </p:txBody>
      </p:sp>
      <p:sp>
        <p:nvSpPr>
          <p:cNvPr id="99" name="!!source-9-dom-5-9-1-7-0-0-text-1">
            <a:extLst>
              <a:ext uri="{FF2B5EF4-FFF2-40B4-BE49-F238E27FC236}">
                <a16:creationId xmlns:a16="http://schemas.microsoft.com/office/drawing/2014/main" id="{48FBBBCA-C6BE-426C-8442-7B9B9948517F}"/>
              </a:ext>
            </a:extLst>
          </p:cNvPr>
          <p:cNvSpPr>
            <a:spLocks noGrp="1"/>
          </p:cNvSpPr>
          <p:nvPr/>
        </p:nvSpPr>
        <p:spPr>
          <a:xfrm>
            <a:off x="9653588" y="5590282"/>
            <a:ext cx="121905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≥ demand</a:t>
            </a:r>
          </a:p>
        </p:txBody>
      </p:sp>
      <p:sp>
        <p:nvSpPr>
          <p:cNvPr id="100" name="!!source-9-dom-5-9-1-7-1-0-text-0">
            <a:extLst>
              <a:ext uri="{FF2B5EF4-FFF2-40B4-BE49-F238E27FC236}">
                <a16:creationId xmlns:a16="http://schemas.microsoft.com/office/drawing/2014/main" id="{D8F20737-1D07-4690-A25A-63FBE3B782DE}"/>
              </a:ext>
            </a:extLst>
          </p:cNvPr>
          <p:cNvSpPr>
            <a:spLocks noGrp="1"/>
          </p:cNvSpPr>
          <p:nvPr/>
        </p:nvSpPr>
        <p:spPr>
          <a:xfrm>
            <a:off x="9592121" y="5952232"/>
            <a:ext cx="134198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per pattern</a:t>
            </a:r>
          </a:p>
        </p:txBody>
      </p:sp>
      <p:sp>
        <p:nvSpPr>
          <p:cNvPr id="101" name="!!source-9-dom-5-9-3-1-0-fill">
            <a:extLst>
              <a:ext uri="{FF2B5EF4-FFF2-40B4-BE49-F238E27FC236}">
                <a16:creationId xmlns:a16="http://schemas.microsoft.com/office/drawing/2014/main" id="{5B35C865-B874-414A-A9FE-8DDEBC448AE8}"/>
              </a:ext>
            </a:extLst>
          </p:cNvPr>
          <p:cNvSpPr>
            <a:spLocks noGrp="1"/>
          </p:cNvSpPr>
          <p:nvPr/>
        </p:nvSpPr>
        <p:spPr>
          <a:xfrm>
            <a:off x="5762625" y="2800350"/>
            <a:ext cx="495300" cy="4953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2" name="!!source-9-dom-5-9-3-1-0-0-text-0">
            <a:extLst>
              <a:ext uri="{FF2B5EF4-FFF2-40B4-BE49-F238E27FC236}">
                <a16:creationId xmlns:a16="http://schemas.microsoft.com/office/drawing/2014/main" id="{4A45E58E-6FB8-478F-A3A0-1F8749FEA3F2}"/>
              </a:ext>
            </a:extLst>
          </p:cNvPr>
          <p:cNvSpPr>
            <a:spLocks noGrp="1"/>
          </p:cNvSpPr>
          <p:nvPr/>
        </p:nvSpPr>
        <p:spPr>
          <a:xfrm>
            <a:off x="5931247" y="2886075"/>
            <a:ext cx="205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3" name="!!source-9-dom-5-9-3-1-1-0-0-text-0">
            <a:extLst>
              <a:ext uri="{FF2B5EF4-FFF2-40B4-BE49-F238E27FC236}">
                <a16:creationId xmlns:a16="http://schemas.microsoft.com/office/drawing/2014/main" id="{B0DE2F4B-81A8-4C4F-9B8B-20061283920F}"/>
              </a:ext>
            </a:extLst>
          </p:cNvPr>
          <p:cNvSpPr>
            <a:spLocks noGrp="1"/>
          </p:cNvSpPr>
          <p:nvPr/>
        </p:nvSpPr>
        <p:spPr>
          <a:xfrm>
            <a:off x="6429375" y="2724150"/>
            <a:ext cx="162044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Feasibility</a:t>
            </a:r>
          </a:p>
        </p:txBody>
      </p:sp>
      <p:sp>
        <p:nvSpPr>
          <p:cNvPr id="104" name="!!source-9-dom-5-9-3-1-1-1-0-text-0">
            <a:extLst>
              <a:ext uri="{FF2B5EF4-FFF2-40B4-BE49-F238E27FC236}">
                <a16:creationId xmlns:a16="http://schemas.microsoft.com/office/drawing/2014/main" id="{0A60FE27-AD09-438C-9A98-F78A0597D3D3}"/>
              </a:ext>
            </a:extLst>
          </p:cNvPr>
          <p:cNvSpPr>
            <a:spLocks noGrp="1"/>
          </p:cNvSpPr>
          <p:nvPr/>
        </p:nvSpPr>
        <p:spPr>
          <a:xfrm>
            <a:off x="6429375" y="3095625"/>
            <a:ext cx="52677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 threshold on the available mass, per pattern</a:t>
            </a:r>
          </a:p>
        </p:txBody>
      </p:sp>
      <p:sp>
        <p:nvSpPr>
          <p:cNvPr id="105" name="!!source-9-dom-5-9-3-3-2-0-0-text-0">
            <a:extLst>
              <a:ext uri="{FF2B5EF4-FFF2-40B4-BE49-F238E27FC236}">
                <a16:creationId xmlns:a16="http://schemas.microsoft.com/office/drawing/2014/main" id="{646508FF-CC2D-4750-BD61-1919B62365F3}"/>
              </a:ext>
            </a:extLst>
          </p:cNvPr>
          <p:cNvSpPr>
            <a:spLocks noGrp="1"/>
          </p:cNvSpPr>
          <p:nvPr/>
        </p:nvSpPr>
        <p:spPr>
          <a:xfrm>
            <a:off x="10845105" y="3669209"/>
            <a:ext cx="19030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demand 16 kg ▸</a:t>
            </a:r>
          </a:p>
        </p:txBody>
      </p:sp>
      <p:sp>
        <p:nvSpPr>
          <p:cNvPr id="106" name="!!source-9-dom-5-9-3-3-5-fill">
            <a:extLst>
              <a:ext uri="{FF2B5EF4-FFF2-40B4-BE49-F238E27FC236}">
                <a16:creationId xmlns:a16="http://schemas.microsoft.com/office/drawing/2014/main" id="{94669373-7E8B-4711-906B-534B7C9AB6A6}"/>
              </a:ext>
            </a:extLst>
          </p:cNvPr>
          <p:cNvSpPr>
            <a:spLocks noGrp="1"/>
          </p:cNvSpPr>
          <p:nvPr/>
        </p:nvSpPr>
        <p:spPr>
          <a:xfrm>
            <a:off x="5762625" y="4069258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E8F3EC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7" name="!!source-9-dom-5-9-3-3-5-outline">
            <a:extLst>
              <a:ext uri="{FF2B5EF4-FFF2-40B4-BE49-F238E27FC236}">
                <a16:creationId xmlns:a16="http://schemas.microsoft.com/office/drawing/2014/main" id="{CAD1C4EF-1F45-483C-B269-F82D59F2FE31}"/>
              </a:ext>
            </a:extLst>
          </p:cNvPr>
          <p:cNvSpPr>
            <a:spLocks noGrp="1"/>
          </p:cNvSpPr>
          <p:nvPr/>
        </p:nvSpPr>
        <p:spPr>
          <a:xfrm>
            <a:off x="5776913" y="40835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2E7D4F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9-dom-5-9-3-3-5-0-text-0">
            <a:extLst>
              <a:ext uri="{FF2B5EF4-FFF2-40B4-BE49-F238E27FC236}">
                <a16:creationId xmlns:a16="http://schemas.microsoft.com/office/drawing/2014/main" id="{E10E40A8-4BBD-4CDE-8276-4F5B806207D9}"/>
              </a:ext>
            </a:extLst>
          </p:cNvPr>
          <p:cNvSpPr>
            <a:spLocks noGrp="1"/>
          </p:cNvSpPr>
          <p:nvPr/>
        </p:nvSpPr>
        <p:spPr>
          <a:xfrm>
            <a:off x="6000750" y="4193084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E7D4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E7D4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109" name="!!source-9-dom-5-9-3-3-6-fill">
            <a:extLst>
              <a:ext uri="{FF2B5EF4-FFF2-40B4-BE49-F238E27FC236}">
                <a16:creationId xmlns:a16="http://schemas.microsoft.com/office/drawing/2014/main" id="{5F2392A3-7E71-46D9-AD2C-591CE8772FD8}"/>
              </a:ext>
            </a:extLst>
          </p:cNvPr>
          <p:cNvSpPr>
            <a:spLocks noGrp="1"/>
          </p:cNvSpPr>
          <p:nvPr/>
        </p:nvSpPr>
        <p:spPr>
          <a:xfrm>
            <a:off x="8086725" y="4116884"/>
            <a:ext cx="5886449" cy="476250"/>
          </a:xfrm>
          <a:prstGeom prst="rect">
            <a:avLst/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9-dom-5-9-3-3-6-outline">
            <a:extLst>
              <a:ext uri="{FF2B5EF4-FFF2-40B4-BE49-F238E27FC236}">
                <a16:creationId xmlns:a16="http://schemas.microsoft.com/office/drawing/2014/main" id="{67E7EA46-88C0-4DBE-8C28-57EF63A0D280}"/>
              </a:ext>
            </a:extLst>
          </p:cNvPr>
          <p:cNvSpPr>
            <a:spLocks noGrp="1"/>
          </p:cNvSpPr>
          <p:nvPr/>
        </p:nvSpPr>
        <p:spPr>
          <a:xfrm>
            <a:off x="8096250" y="4126409"/>
            <a:ext cx="5867399" cy="457200"/>
          </a:xfrm>
          <a:prstGeom prst="rect">
            <a:avLst/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9-dom-5-9-3-3-6-0-fill">
            <a:extLst>
              <a:ext uri="{FF2B5EF4-FFF2-40B4-BE49-F238E27FC236}">
                <a16:creationId xmlns:a16="http://schemas.microsoft.com/office/drawing/2014/main" id="{D4AAD5CA-A4EB-4DBF-A0AD-EA6787CDD155}"/>
              </a:ext>
            </a:extLst>
          </p:cNvPr>
          <p:cNvSpPr>
            <a:spLocks noGrp="1"/>
          </p:cNvSpPr>
          <p:nvPr/>
        </p:nvSpPr>
        <p:spPr>
          <a:xfrm>
            <a:off x="8105775" y="4135934"/>
            <a:ext cx="5087988" cy="438150"/>
          </a:xfrm>
          <a:prstGeom prst="rect">
            <a:avLst/>
          </a:prstGeom>
          <a:solidFill>
            <a:srgbClr val="2E7D4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9-dom-5-9-3-3-6-1-border-Left">
            <a:extLst>
              <a:ext uri="{FF2B5EF4-FFF2-40B4-BE49-F238E27FC236}">
                <a16:creationId xmlns:a16="http://schemas.microsoft.com/office/drawing/2014/main" id="{C78ADA40-1A77-4DB9-9E68-418B0CDC98D0}"/>
              </a:ext>
            </a:extLst>
          </p:cNvPr>
          <p:cNvSpPr>
            <a:spLocks noGrp="1"/>
          </p:cNvSpPr>
          <p:nvPr/>
        </p:nvSpPr>
        <p:spPr>
          <a:xfrm>
            <a:off x="12803386" y="40597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10000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13" name="!!source-9-dom-5-9-3-3-7-0-text-0">
            <a:extLst>
              <a:ext uri="{FF2B5EF4-FFF2-40B4-BE49-F238E27FC236}">
                <a16:creationId xmlns:a16="http://schemas.microsoft.com/office/drawing/2014/main" id="{B1DDE75E-273A-4F25-96A1-EDFFC7E3E7EA}"/>
              </a:ext>
            </a:extLst>
          </p:cNvPr>
          <p:cNvSpPr>
            <a:spLocks noGrp="1"/>
          </p:cNvSpPr>
          <p:nvPr/>
        </p:nvSpPr>
        <p:spPr>
          <a:xfrm>
            <a:off x="14363700" y="4154984"/>
            <a:ext cx="295126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2E7D4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2E7D4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14" name="!!source-9-dom-5-9-3-3-9-fill">
            <a:extLst>
              <a:ext uri="{FF2B5EF4-FFF2-40B4-BE49-F238E27FC236}">
                <a16:creationId xmlns:a16="http://schemas.microsoft.com/office/drawing/2014/main" id="{01AEE32D-34C1-4CB8-8352-6D47B506B9FF}"/>
              </a:ext>
            </a:extLst>
          </p:cNvPr>
          <p:cNvSpPr>
            <a:spLocks noGrp="1"/>
          </p:cNvSpPr>
          <p:nvPr/>
        </p:nvSpPr>
        <p:spPr>
          <a:xfrm>
            <a:off x="5762625" y="4755059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E8F3EC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9-dom-5-9-3-3-9-outline">
            <a:extLst>
              <a:ext uri="{FF2B5EF4-FFF2-40B4-BE49-F238E27FC236}">
                <a16:creationId xmlns:a16="http://schemas.microsoft.com/office/drawing/2014/main" id="{26467208-308D-45A7-8649-7113CD875B4F}"/>
              </a:ext>
            </a:extLst>
          </p:cNvPr>
          <p:cNvSpPr>
            <a:spLocks noGrp="1"/>
          </p:cNvSpPr>
          <p:nvPr/>
        </p:nvSpPr>
        <p:spPr>
          <a:xfrm>
            <a:off x="5776913" y="47693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2E7D4F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9-dom-5-9-3-3-9-0-text-0">
            <a:extLst>
              <a:ext uri="{FF2B5EF4-FFF2-40B4-BE49-F238E27FC236}">
                <a16:creationId xmlns:a16="http://schemas.microsoft.com/office/drawing/2014/main" id="{87554FA8-1651-4A7D-A807-CFE909B5A5A3}"/>
              </a:ext>
            </a:extLst>
          </p:cNvPr>
          <p:cNvSpPr>
            <a:spLocks noGrp="1"/>
          </p:cNvSpPr>
          <p:nvPr/>
        </p:nvSpPr>
        <p:spPr>
          <a:xfrm>
            <a:off x="6000750" y="4878883"/>
            <a:ext cx="1106984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E7D4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E7D4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117" name="!!source-9-dom-5-9-3-3-10-fill">
            <a:extLst>
              <a:ext uri="{FF2B5EF4-FFF2-40B4-BE49-F238E27FC236}">
                <a16:creationId xmlns:a16="http://schemas.microsoft.com/office/drawing/2014/main" id="{5D8D68C5-C171-41FA-865A-4426A8614241}"/>
              </a:ext>
            </a:extLst>
          </p:cNvPr>
          <p:cNvSpPr>
            <a:spLocks noGrp="1"/>
          </p:cNvSpPr>
          <p:nvPr/>
        </p:nvSpPr>
        <p:spPr>
          <a:xfrm>
            <a:off x="8086725" y="4802683"/>
            <a:ext cx="5886449" cy="476251"/>
          </a:xfrm>
          <a:prstGeom prst="rect">
            <a:avLst/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9-dom-5-9-3-3-10-outline">
            <a:extLst>
              <a:ext uri="{FF2B5EF4-FFF2-40B4-BE49-F238E27FC236}">
                <a16:creationId xmlns:a16="http://schemas.microsoft.com/office/drawing/2014/main" id="{B00E6948-F9AC-4C42-881D-00F0A11AA3F8}"/>
              </a:ext>
            </a:extLst>
          </p:cNvPr>
          <p:cNvSpPr>
            <a:spLocks noGrp="1"/>
          </p:cNvSpPr>
          <p:nvPr/>
        </p:nvSpPr>
        <p:spPr>
          <a:xfrm>
            <a:off x="8096250" y="4812208"/>
            <a:ext cx="5867399" cy="457201"/>
          </a:xfrm>
          <a:prstGeom prst="rect">
            <a:avLst/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9-dom-5-9-3-3-10-0-fill">
            <a:extLst>
              <a:ext uri="{FF2B5EF4-FFF2-40B4-BE49-F238E27FC236}">
                <a16:creationId xmlns:a16="http://schemas.microsoft.com/office/drawing/2014/main" id="{4F6C262F-2769-4622-89D1-5A09C5278E99}"/>
              </a:ext>
            </a:extLst>
          </p:cNvPr>
          <p:cNvSpPr>
            <a:spLocks noGrp="1"/>
          </p:cNvSpPr>
          <p:nvPr/>
        </p:nvSpPr>
        <p:spPr>
          <a:xfrm>
            <a:off x="8105775" y="4821734"/>
            <a:ext cx="4912518" cy="438150"/>
          </a:xfrm>
          <a:prstGeom prst="rect">
            <a:avLst/>
          </a:prstGeom>
          <a:solidFill>
            <a:srgbClr val="2E7D4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9-dom-5-9-3-3-10-1-border-Left">
            <a:extLst>
              <a:ext uri="{FF2B5EF4-FFF2-40B4-BE49-F238E27FC236}">
                <a16:creationId xmlns:a16="http://schemas.microsoft.com/office/drawing/2014/main" id="{C4E6029C-A055-4E53-B3E5-C3AC1CEC75F8}"/>
              </a:ext>
            </a:extLst>
          </p:cNvPr>
          <p:cNvSpPr>
            <a:spLocks noGrp="1"/>
          </p:cNvSpPr>
          <p:nvPr/>
        </p:nvSpPr>
        <p:spPr>
          <a:xfrm>
            <a:off x="12803386" y="47455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10000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1" name="!!source-9-dom-5-9-3-3-11-0-text-0">
            <a:extLst>
              <a:ext uri="{FF2B5EF4-FFF2-40B4-BE49-F238E27FC236}">
                <a16:creationId xmlns:a16="http://schemas.microsoft.com/office/drawing/2014/main" id="{96EC5FBD-6D59-4F2D-8530-DFCB6B93A86E}"/>
              </a:ext>
            </a:extLst>
          </p:cNvPr>
          <p:cNvSpPr>
            <a:spLocks noGrp="1"/>
          </p:cNvSpPr>
          <p:nvPr/>
        </p:nvSpPr>
        <p:spPr>
          <a:xfrm>
            <a:off x="14363700" y="4840784"/>
            <a:ext cx="295126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2E7D4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2E7D4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22" name="!!source-9-dom-5-9-3-3-13-fill">
            <a:extLst>
              <a:ext uri="{FF2B5EF4-FFF2-40B4-BE49-F238E27FC236}">
                <a16:creationId xmlns:a16="http://schemas.microsoft.com/office/drawing/2014/main" id="{2746F4F4-D7D2-4CA7-AF3E-E167FB3A69E0}"/>
              </a:ext>
            </a:extLst>
          </p:cNvPr>
          <p:cNvSpPr>
            <a:spLocks noGrp="1"/>
          </p:cNvSpPr>
          <p:nvPr/>
        </p:nvSpPr>
        <p:spPr>
          <a:xfrm>
            <a:off x="5762625" y="5440859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9-dom-5-9-3-3-13-outline">
            <a:extLst>
              <a:ext uri="{FF2B5EF4-FFF2-40B4-BE49-F238E27FC236}">
                <a16:creationId xmlns:a16="http://schemas.microsoft.com/office/drawing/2014/main" id="{35D96344-00AD-4BC2-80A4-77C566E55DA5}"/>
              </a:ext>
            </a:extLst>
          </p:cNvPr>
          <p:cNvSpPr>
            <a:spLocks noGrp="1"/>
          </p:cNvSpPr>
          <p:nvPr/>
        </p:nvSpPr>
        <p:spPr>
          <a:xfrm>
            <a:off x="5776913" y="54551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4" name="!!source-9-dom-5-9-3-3-13-0-text-0">
            <a:extLst>
              <a:ext uri="{FF2B5EF4-FFF2-40B4-BE49-F238E27FC236}">
                <a16:creationId xmlns:a16="http://schemas.microsoft.com/office/drawing/2014/main" id="{869088EE-B0A6-43AA-B620-84AAC7311C79}"/>
              </a:ext>
            </a:extLst>
          </p:cNvPr>
          <p:cNvSpPr>
            <a:spLocks noGrp="1"/>
          </p:cNvSpPr>
          <p:nvPr/>
        </p:nvSpPr>
        <p:spPr>
          <a:xfrm>
            <a:off x="6000750" y="5564683"/>
            <a:ext cx="36671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T4</a:t>
            </a:r>
          </a:p>
        </p:txBody>
      </p:sp>
      <p:sp>
        <p:nvSpPr>
          <p:cNvPr id="125" name="!!source-9-dom-5-9-3-3-14-fill">
            <a:extLst>
              <a:ext uri="{FF2B5EF4-FFF2-40B4-BE49-F238E27FC236}">
                <a16:creationId xmlns:a16="http://schemas.microsoft.com/office/drawing/2014/main" id="{2FDFED04-0D25-4594-B4A9-F400E971C539}"/>
              </a:ext>
            </a:extLst>
          </p:cNvPr>
          <p:cNvSpPr>
            <a:spLocks noGrp="1"/>
          </p:cNvSpPr>
          <p:nvPr/>
        </p:nvSpPr>
        <p:spPr>
          <a:xfrm>
            <a:off x="8086725" y="5488484"/>
            <a:ext cx="5886449" cy="476250"/>
          </a:xfrm>
          <a:prstGeom prst="rect">
            <a:avLst/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9-dom-5-9-3-3-14-outline">
            <a:extLst>
              <a:ext uri="{FF2B5EF4-FFF2-40B4-BE49-F238E27FC236}">
                <a16:creationId xmlns:a16="http://schemas.microsoft.com/office/drawing/2014/main" id="{27F2DF87-3754-4350-A628-5BBE0B43873A}"/>
              </a:ext>
            </a:extLst>
          </p:cNvPr>
          <p:cNvSpPr>
            <a:spLocks noGrp="1"/>
          </p:cNvSpPr>
          <p:nvPr/>
        </p:nvSpPr>
        <p:spPr>
          <a:xfrm>
            <a:off x="8096250" y="5498009"/>
            <a:ext cx="5867399" cy="457200"/>
          </a:xfrm>
          <a:prstGeom prst="rect">
            <a:avLst/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7" name="!!source-9-dom-5-9-3-3-14-0-fill">
            <a:extLst>
              <a:ext uri="{FF2B5EF4-FFF2-40B4-BE49-F238E27FC236}">
                <a16:creationId xmlns:a16="http://schemas.microsoft.com/office/drawing/2014/main" id="{3DCFAF99-54B1-4E20-9AEC-520CF93A2CC0}"/>
              </a:ext>
            </a:extLst>
          </p:cNvPr>
          <p:cNvSpPr>
            <a:spLocks noGrp="1"/>
          </p:cNvSpPr>
          <p:nvPr/>
        </p:nvSpPr>
        <p:spPr>
          <a:xfrm>
            <a:off x="8105775" y="5507534"/>
            <a:ext cx="2807196" cy="438150"/>
          </a:xfrm>
          <a:prstGeom prst="rect">
            <a:avLst/>
          </a:prstGeom>
          <a:solidFill>
            <a:srgbClr val="C9B8AD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8" name="!!source-9-dom-5-9-3-3-14-1-border-Left">
            <a:extLst>
              <a:ext uri="{FF2B5EF4-FFF2-40B4-BE49-F238E27FC236}">
                <a16:creationId xmlns:a16="http://schemas.microsoft.com/office/drawing/2014/main" id="{B96A1581-7D2D-4F21-929F-42FACFF72568}"/>
              </a:ext>
            </a:extLst>
          </p:cNvPr>
          <p:cNvSpPr>
            <a:spLocks noGrp="1"/>
          </p:cNvSpPr>
          <p:nvPr/>
        </p:nvSpPr>
        <p:spPr>
          <a:xfrm>
            <a:off x="12803386" y="54313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10000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9-dom-5-9-3-3-15-0-text-0">
            <a:extLst>
              <a:ext uri="{FF2B5EF4-FFF2-40B4-BE49-F238E27FC236}">
                <a16:creationId xmlns:a16="http://schemas.microsoft.com/office/drawing/2014/main" id="{A5EF6265-80B1-4313-8192-979FDB496AAC}"/>
              </a:ext>
            </a:extLst>
          </p:cNvPr>
          <p:cNvSpPr>
            <a:spLocks noGrp="1"/>
          </p:cNvSpPr>
          <p:nvPr/>
        </p:nvSpPr>
        <p:spPr>
          <a:xfrm>
            <a:off x="14394954" y="5526583"/>
            <a:ext cx="232618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C9B8AD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C9B8AD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✗</a:t>
            </a:r>
          </a:p>
        </p:txBody>
      </p:sp>
      <p:sp>
        <p:nvSpPr>
          <p:cNvPr id="130" name="!!source-9-dom-5-9-3-5-0-text-0">
            <a:extLst>
              <a:ext uri="{FF2B5EF4-FFF2-40B4-BE49-F238E27FC236}">
                <a16:creationId xmlns:a16="http://schemas.microsoft.com/office/drawing/2014/main" id="{EB396FE0-1C58-4FC8-92BF-9B9B4C6412A7}"/>
              </a:ext>
            </a:extLst>
          </p:cNvPr>
          <p:cNvSpPr>
            <a:spLocks noGrp="1"/>
          </p:cNvSpPr>
          <p:nvPr/>
        </p:nvSpPr>
        <p:spPr>
          <a:xfrm>
            <a:off x="5762625" y="6328916"/>
            <a:ext cx="857979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Feasible: the pattern delivers at least the demand. The set changes</a:t>
            </a:r>
          </a:p>
        </p:txBody>
      </p:sp>
      <p:sp>
        <p:nvSpPr>
          <p:cNvPr id="131" name="!!source-9-dom-5-9-3-5-0-text-1">
            <a:extLst>
              <a:ext uri="{FF2B5EF4-FFF2-40B4-BE49-F238E27FC236}">
                <a16:creationId xmlns:a16="http://schemas.microsoft.com/office/drawing/2014/main" id="{39CD0C83-B265-49C8-B41E-1EF17656B4BD}"/>
              </a:ext>
            </a:extLst>
          </p:cNvPr>
          <p:cNvSpPr>
            <a:spLocks noGrp="1"/>
          </p:cNvSpPr>
          <p:nvPr/>
        </p:nvSpPr>
        <p:spPr>
          <a:xfrm>
            <a:off x="5762625" y="6687889"/>
            <a:ext cx="32614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with every tank pressure.</a:t>
            </a:r>
          </a:p>
        </p:txBody>
      </p:sp>
      <p:sp>
        <p:nvSpPr>
          <p:cNvPr id="132" name="!!source-9-dom-5-13-fill">
            <a:extLst>
              <a:ext uri="{FF2B5EF4-FFF2-40B4-BE49-F238E27FC236}">
                <a16:creationId xmlns:a16="http://schemas.microsoft.com/office/drawing/2014/main" id="{D8F719B9-47B8-4B22-8B4F-87124B5205BE}"/>
              </a:ext>
            </a:extLst>
          </p:cNvPr>
          <p:cNvSpPr>
            <a:spLocks noGrp="1"/>
          </p:cNvSpPr>
          <p:nvPr/>
        </p:nvSpPr>
        <p:spPr>
          <a:xfrm>
            <a:off x="15335250" y="2466975"/>
            <a:ext cx="1905001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3" name="!!source-9-dom-5-13-outline">
            <a:extLst>
              <a:ext uri="{FF2B5EF4-FFF2-40B4-BE49-F238E27FC236}">
                <a16:creationId xmlns:a16="http://schemas.microsoft.com/office/drawing/2014/main" id="{5EE2D921-809F-4266-8D3B-7EEDE2489DC1}"/>
              </a:ext>
            </a:extLst>
          </p:cNvPr>
          <p:cNvSpPr>
            <a:spLocks noGrp="1"/>
          </p:cNvSpPr>
          <p:nvPr/>
        </p:nvSpPr>
        <p:spPr>
          <a:xfrm>
            <a:off x="15349537" y="2481263"/>
            <a:ext cx="1876426" cy="4789438"/>
          </a:xfrm>
          <a:prstGeom prst="rect">
            <a:avLst/>
          </a:prstGeom>
          <a:noFill/>
          <a:ln w="28575">
            <a:solidFill>
              <a:srgbClr val="8A7B71">
                <a:alpha val="10000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9-dom-5-13-1-1-fill">
            <a:extLst>
              <a:ext uri="{FF2B5EF4-FFF2-40B4-BE49-F238E27FC236}">
                <a16:creationId xmlns:a16="http://schemas.microsoft.com/office/drawing/2014/main" id="{7EF3FEAA-9892-410A-9938-EBD13AD08DF9}"/>
              </a:ext>
            </a:extLst>
          </p:cNvPr>
          <p:cNvSpPr>
            <a:spLocks noGrp="1"/>
          </p:cNvSpPr>
          <p:nvPr/>
        </p:nvSpPr>
        <p:spPr>
          <a:xfrm>
            <a:off x="15982950" y="3656707"/>
            <a:ext cx="609601" cy="609600"/>
          </a:xfrm>
          <a:prstGeom prst="ellipse">
            <a:avLst/>
          </a:prstGeom>
          <a:solidFill>
            <a:srgbClr val="8A7B71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5" name="!!source-9-dom-5-13-1-1-0-text-0">
            <a:extLst>
              <a:ext uri="{FF2B5EF4-FFF2-40B4-BE49-F238E27FC236}">
                <a16:creationId xmlns:a16="http://schemas.microsoft.com/office/drawing/2014/main" id="{C124F3D4-E544-4980-8087-89C7B508C170}"/>
              </a:ext>
            </a:extLst>
          </p:cNvPr>
          <p:cNvSpPr>
            <a:spLocks noGrp="1"/>
          </p:cNvSpPr>
          <p:nvPr/>
        </p:nvSpPr>
        <p:spPr>
          <a:xfrm>
            <a:off x="16189226" y="3785295"/>
            <a:ext cx="2445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36" name="!!source-9-dom-5-13-1-3-0-text-0">
            <a:extLst>
              <a:ext uri="{FF2B5EF4-FFF2-40B4-BE49-F238E27FC236}">
                <a16:creationId xmlns:a16="http://schemas.microsoft.com/office/drawing/2014/main" id="{3000F945-C1DE-4500-8392-94F22E895C89}"/>
              </a:ext>
            </a:extLst>
          </p:cNvPr>
          <p:cNvSpPr>
            <a:spLocks noGrp="1"/>
          </p:cNvSpPr>
          <p:nvPr/>
        </p:nvSpPr>
        <p:spPr>
          <a:xfrm>
            <a:off x="15632311" y="4456807"/>
            <a:ext cx="135850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ONGOING</a:t>
            </a:r>
          </a:p>
        </p:txBody>
      </p:sp>
      <p:sp>
        <p:nvSpPr>
          <p:cNvPr id="137" name="!!source-9-dom-5-13-1-5-0-text-0">
            <a:extLst>
              <a:ext uri="{FF2B5EF4-FFF2-40B4-BE49-F238E27FC236}">
                <a16:creationId xmlns:a16="http://schemas.microsoft.com/office/drawing/2014/main" id="{D6912573-0415-4354-BADD-C623895FCA35}"/>
              </a:ext>
            </a:extLst>
          </p:cNvPr>
          <p:cNvSpPr>
            <a:spLocks noGrp="1"/>
          </p:cNvSpPr>
          <p:nvPr/>
        </p:nvSpPr>
        <p:spPr>
          <a:xfrm>
            <a:off x="15542419" y="4923532"/>
            <a:ext cx="1538287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138" name="!!source-9-dom-5-13-1-7-0-0-text-0">
            <a:extLst>
              <a:ext uri="{FF2B5EF4-FFF2-40B4-BE49-F238E27FC236}">
                <a16:creationId xmlns:a16="http://schemas.microsoft.com/office/drawing/2014/main" id="{07FE8649-D309-47E0-B36D-2977E91F993D}"/>
              </a:ext>
            </a:extLst>
          </p:cNvPr>
          <p:cNvSpPr>
            <a:spLocks noGrp="1"/>
          </p:cNvSpPr>
          <p:nvPr/>
        </p:nvSpPr>
        <p:spPr>
          <a:xfrm>
            <a:off x="15500896" y="5447407"/>
            <a:ext cx="162133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disjoint count</a:t>
            </a:r>
          </a:p>
        </p:txBody>
      </p:sp>
      <p:sp>
        <p:nvSpPr>
          <p:cNvPr id="139" name="!!source-9-dom-5-13-1-7-1-0-text-0">
            <a:extLst>
              <a:ext uri="{FF2B5EF4-FFF2-40B4-BE49-F238E27FC236}">
                <a16:creationId xmlns:a16="http://schemas.microsoft.com/office/drawing/2014/main" id="{72425EBB-7FB3-4D64-B855-63D06903E6E3}"/>
              </a:ext>
            </a:extLst>
          </p:cNvPr>
          <p:cNvSpPr>
            <a:spLocks noGrp="1"/>
          </p:cNvSpPr>
          <p:nvPr/>
        </p:nvSpPr>
        <p:spPr>
          <a:xfrm>
            <a:off x="15842307" y="5809357"/>
            <a:ext cx="9383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≥ target</a:t>
            </a:r>
          </a:p>
        </p:txBody>
      </p:sp>
      <p:sp>
        <p:nvSpPr>
          <p:cNvPr id="140" name="!!source-9-dom-5-13-3-1-0-0-fill">
            <a:extLst>
              <a:ext uri="{FF2B5EF4-FFF2-40B4-BE49-F238E27FC236}">
                <a16:creationId xmlns:a16="http://schemas.microsoft.com/office/drawing/2014/main" id="{E6D88C8F-F384-4AEF-AE05-7DEE50DC074C}"/>
              </a:ext>
            </a:extLst>
          </p:cNvPr>
          <p:cNvSpPr>
            <a:spLocks noGrp="1"/>
          </p:cNvSpPr>
          <p:nvPr/>
        </p:nvSpPr>
        <p:spPr>
          <a:xfrm>
            <a:off x="15668625" y="2800350"/>
            <a:ext cx="495300" cy="495300"/>
          </a:xfrm>
          <a:prstGeom prst="ellipse">
            <a:avLst/>
          </a:prstGeom>
          <a:solidFill>
            <a:srgbClr val="8A7B71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1" name="!!source-9-dom-5-13-3-1-0-0-0-text-0">
            <a:extLst>
              <a:ext uri="{FF2B5EF4-FFF2-40B4-BE49-F238E27FC236}">
                <a16:creationId xmlns:a16="http://schemas.microsoft.com/office/drawing/2014/main" id="{8AA11C28-0CA0-4B3B-825C-FC2CB997EB6A}"/>
              </a:ext>
            </a:extLst>
          </p:cNvPr>
          <p:cNvSpPr>
            <a:spLocks noGrp="1"/>
          </p:cNvSpPr>
          <p:nvPr/>
        </p:nvSpPr>
        <p:spPr>
          <a:xfrm>
            <a:off x="15824299" y="2886075"/>
            <a:ext cx="2314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42" name="!!source-9-dom-5-13-3-1-0-1-0-0-text-0">
            <a:extLst>
              <a:ext uri="{FF2B5EF4-FFF2-40B4-BE49-F238E27FC236}">
                <a16:creationId xmlns:a16="http://schemas.microsoft.com/office/drawing/2014/main" id="{AA251763-1D78-41D4-9D16-840DD7DFFE74}"/>
              </a:ext>
            </a:extLst>
          </p:cNvPr>
          <p:cNvSpPr>
            <a:spLocks noGrp="1"/>
          </p:cNvSpPr>
          <p:nvPr/>
        </p:nvSpPr>
        <p:spPr>
          <a:xfrm>
            <a:off x="16335375" y="2724150"/>
            <a:ext cx="175126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143" name="!!source-9-dom-5-13-3-1-0-1-1-0-text-0">
            <a:extLst>
              <a:ext uri="{FF2B5EF4-FFF2-40B4-BE49-F238E27FC236}">
                <a16:creationId xmlns:a16="http://schemas.microsoft.com/office/drawing/2014/main" id="{157EB8CB-E3AE-45E5-AA26-88819FF7663B}"/>
              </a:ext>
            </a:extLst>
          </p:cNvPr>
          <p:cNvSpPr>
            <a:spLocks noGrp="1"/>
          </p:cNvSpPr>
          <p:nvPr/>
        </p:nvSpPr>
        <p:spPr>
          <a:xfrm>
            <a:off x="16335375" y="3095625"/>
            <a:ext cx="588094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count the disjoint feasible patterns against a target</a:t>
            </a:r>
          </a:p>
        </p:txBody>
      </p:sp>
      <p:sp>
        <p:nvSpPr>
          <p:cNvPr id="144" name="!!source-9-dom-5-13-3-1-1-outline">
            <a:extLst>
              <a:ext uri="{FF2B5EF4-FFF2-40B4-BE49-F238E27FC236}">
                <a16:creationId xmlns:a16="http://schemas.microsoft.com/office/drawing/2014/main" id="{520A7957-C9A3-41B7-B2AB-7A7EDEF5432C}"/>
              </a:ext>
            </a:extLst>
          </p:cNvPr>
          <p:cNvSpPr>
            <a:spLocks noGrp="1"/>
          </p:cNvSpPr>
          <p:nvPr/>
        </p:nvSpPr>
        <p:spPr>
          <a:xfrm>
            <a:off x="22364701" y="2852738"/>
            <a:ext cx="2305048" cy="390525"/>
          </a:xfrm>
          <a:prstGeom prst="rect">
            <a:avLst/>
          </a:prstGeom>
          <a:noFill/>
          <a:ln w="19050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9-dom-5-13-3-1-1-0-text-0">
            <a:extLst>
              <a:ext uri="{FF2B5EF4-FFF2-40B4-BE49-F238E27FC236}">
                <a16:creationId xmlns:a16="http://schemas.microsoft.com/office/drawing/2014/main" id="{9230A8D6-7842-4DB6-ACF2-4B7C5BC9BE9E}"/>
              </a:ext>
            </a:extLst>
          </p:cNvPr>
          <p:cNvSpPr>
            <a:spLocks noGrp="1"/>
          </p:cNvSpPr>
          <p:nvPr/>
        </p:nvSpPr>
        <p:spPr>
          <a:xfrm>
            <a:off x="22507576" y="2919413"/>
            <a:ext cx="206692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9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ONGOING WORK</a:t>
            </a:r>
          </a:p>
        </p:txBody>
      </p:sp>
      <p:sp>
        <p:nvSpPr>
          <p:cNvPr id="146" name="!!source-9-dom-5-13-3-3-1-1-0-text-0">
            <a:extLst>
              <a:ext uri="{FF2B5EF4-FFF2-40B4-BE49-F238E27FC236}">
                <a16:creationId xmlns:a16="http://schemas.microsoft.com/office/drawing/2014/main" id="{2EDE411C-B044-443C-AC79-B38A5DD93A38}"/>
              </a:ext>
            </a:extLst>
          </p:cNvPr>
          <p:cNvSpPr>
            <a:spLocks noGrp="1"/>
          </p:cNvSpPr>
          <p:nvPr/>
        </p:nvSpPr>
        <p:spPr>
          <a:xfrm>
            <a:off x="15668625" y="3738265"/>
            <a:ext cx="284603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FEASIBLE PATTERNS</a:t>
            </a:r>
          </a:p>
        </p:txBody>
      </p:sp>
      <p:sp>
        <p:nvSpPr>
          <p:cNvPr id="147" name="!!source-9-dom-5-13-3-3-1-3-0-fill">
            <a:extLst>
              <a:ext uri="{FF2B5EF4-FFF2-40B4-BE49-F238E27FC236}">
                <a16:creationId xmlns:a16="http://schemas.microsoft.com/office/drawing/2014/main" id="{0925FA68-2935-4EA6-98D7-D3E955694692}"/>
              </a:ext>
            </a:extLst>
          </p:cNvPr>
          <p:cNvSpPr>
            <a:spLocks noGrp="1"/>
          </p:cNvSpPr>
          <p:nvPr/>
        </p:nvSpPr>
        <p:spPr>
          <a:xfrm>
            <a:off x="15668625" y="4128790"/>
            <a:ext cx="1535609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8" name="!!source-9-dom-5-13-3-3-1-3-0-outline">
            <a:extLst>
              <a:ext uri="{FF2B5EF4-FFF2-40B4-BE49-F238E27FC236}">
                <a16:creationId xmlns:a16="http://schemas.microsoft.com/office/drawing/2014/main" id="{1C335EEB-D284-4C7E-B91D-C6E326BCB6A7}"/>
              </a:ext>
            </a:extLst>
          </p:cNvPr>
          <p:cNvSpPr>
            <a:spLocks noGrp="1"/>
          </p:cNvSpPr>
          <p:nvPr/>
        </p:nvSpPr>
        <p:spPr>
          <a:xfrm>
            <a:off x="15682913" y="4143077"/>
            <a:ext cx="1507034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9" name="!!source-9-dom-5-13-3-3-1-3-0-0-text-0">
            <a:extLst>
              <a:ext uri="{FF2B5EF4-FFF2-40B4-BE49-F238E27FC236}">
                <a16:creationId xmlns:a16="http://schemas.microsoft.com/office/drawing/2014/main" id="{85C9ED81-D7A0-4896-88D0-1FD65F99A12A}"/>
              </a:ext>
            </a:extLst>
          </p:cNvPr>
          <p:cNvSpPr>
            <a:spLocks noGrp="1"/>
          </p:cNvSpPr>
          <p:nvPr/>
        </p:nvSpPr>
        <p:spPr>
          <a:xfrm>
            <a:off x="15906750" y="4252615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150" name="!!source-9-dom-5-13-3-3-1-3-1-fill">
            <a:extLst>
              <a:ext uri="{FF2B5EF4-FFF2-40B4-BE49-F238E27FC236}">
                <a16:creationId xmlns:a16="http://schemas.microsoft.com/office/drawing/2014/main" id="{0E420A95-496D-43F3-959C-E4AA096084C5}"/>
              </a:ext>
            </a:extLst>
          </p:cNvPr>
          <p:cNvSpPr>
            <a:spLocks noGrp="1"/>
          </p:cNvSpPr>
          <p:nvPr/>
        </p:nvSpPr>
        <p:spPr>
          <a:xfrm>
            <a:off x="17299483" y="4128790"/>
            <a:ext cx="1535610" cy="571500"/>
          </a:xfrm>
          <a:prstGeom prst="roundRect">
            <a:avLst>
              <a:gd name="adj" fmla="val 10000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1" name="!!source-9-dom-5-13-3-3-1-3-1-outline">
            <a:extLst>
              <a:ext uri="{FF2B5EF4-FFF2-40B4-BE49-F238E27FC236}">
                <a16:creationId xmlns:a16="http://schemas.microsoft.com/office/drawing/2014/main" id="{953AC2CA-5376-409B-8AAF-017CF83F6803}"/>
              </a:ext>
            </a:extLst>
          </p:cNvPr>
          <p:cNvSpPr>
            <a:spLocks noGrp="1"/>
          </p:cNvSpPr>
          <p:nvPr/>
        </p:nvSpPr>
        <p:spPr>
          <a:xfrm>
            <a:off x="17313771" y="4143077"/>
            <a:ext cx="150703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2" name="!!source-9-dom-5-13-3-3-1-3-1-0-text-0">
            <a:extLst>
              <a:ext uri="{FF2B5EF4-FFF2-40B4-BE49-F238E27FC236}">
                <a16:creationId xmlns:a16="http://schemas.microsoft.com/office/drawing/2014/main" id="{7FBE026E-A2AC-4F0F-A2CE-EF4B74B706D9}"/>
              </a:ext>
            </a:extLst>
          </p:cNvPr>
          <p:cNvSpPr>
            <a:spLocks noGrp="1"/>
          </p:cNvSpPr>
          <p:nvPr/>
        </p:nvSpPr>
        <p:spPr>
          <a:xfrm>
            <a:off x="17537609" y="4252615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153" name="!!source-9-dom-5-13-3-3-1-3-2-fill">
            <a:extLst>
              <a:ext uri="{FF2B5EF4-FFF2-40B4-BE49-F238E27FC236}">
                <a16:creationId xmlns:a16="http://schemas.microsoft.com/office/drawing/2014/main" id="{33BA4751-7730-4E7F-AA50-25EF7C732C3C}"/>
              </a:ext>
            </a:extLst>
          </p:cNvPr>
          <p:cNvSpPr>
            <a:spLocks noGrp="1"/>
          </p:cNvSpPr>
          <p:nvPr/>
        </p:nvSpPr>
        <p:spPr>
          <a:xfrm>
            <a:off x="18930342" y="4128790"/>
            <a:ext cx="1649760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4" name="!!source-9-dom-5-13-3-3-1-3-2-outline">
            <a:extLst>
              <a:ext uri="{FF2B5EF4-FFF2-40B4-BE49-F238E27FC236}">
                <a16:creationId xmlns:a16="http://schemas.microsoft.com/office/drawing/2014/main" id="{786BFD49-E229-4F5D-BF2E-F524158B42AB}"/>
              </a:ext>
            </a:extLst>
          </p:cNvPr>
          <p:cNvSpPr>
            <a:spLocks noGrp="1"/>
          </p:cNvSpPr>
          <p:nvPr/>
        </p:nvSpPr>
        <p:spPr>
          <a:xfrm>
            <a:off x="18944630" y="4143077"/>
            <a:ext cx="162118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9-dom-5-13-3-3-1-3-2-0-text-0">
            <a:extLst>
              <a:ext uri="{FF2B5EF4-FFF2-40B4-BE49-F238E27FC236}">
                <a16:creationId xmlns:a16="http://schemas.microsoft.com/office/drawing/2014/main" id="{D969051C-1EAD-4309-BC99-96EBFC59BA88}"/>
              </a:ext>
            </a:extLst>
          </p:cNvPr>
          <p:cNvSpPr>
            <a:spLocks noGrp="1"/>
          </p:cNvSpPr>
          <p:nvPr/>
        </p:nvSpPr>
        <p:spPr>
          <a:xfrm>
            <a:off x="19168467" y="4252615"/>
            <a:ext cx="122113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T3₁ → T3₃</a:t>
            </a:r>
          </a:p>
        </p:txBody>
      </p:sp>
      <p:sp>
        <p:nvSpPr>
          <p:cNvPr id="156" name="!!source-9-dom-5-13-3-3-1-5-0-text-0">
            <a:extLst>
              <a:ext uri="{FF2B5EF4-FFF2-40B4-BE49-F238E27FC236}">
                <a16:creationId xmlns:a16="http://schemas.microsoft.com/office/drawing/2014/main" id="{C2590324-54BC-4CE7-B0C4-B326895BB43F}"/>
              </a:ext>
            </a:extLst>
          </p:cNvPr>
          <p:cNvSpPr>
            <a:spLocks noGrp="1"/>
          </p:cNvSpPr>
          <p:nvPr/>
        </p:nvSpPr>
        <p:spPr>
          <a:xfrm>
            <a:off x="15668625" y="4824115"/>
            <a:ext cx="47541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two share T4: only one of them can count</a:t>
            </a:r>
          </a:p>
        </p:txBody>
      </p:sp>
      <p:sp>
        <p:nvSpPr>
          <p:cNvPr id="157" name="!!source-9-dom-5-13-3-3-3-0-fill">
            <a:extLst>
              <a:ext uri="{FF2B5EF4-FFF2-40B4-BE49-F238E27FC236}">
                <a16:creationId xmlns:a16="http://schemas.microsoft.com/office/drawing/2014/main" id="{7F3CA4F5-0EEC-407D-9FCF-91B042C1E9A6}"/>
              </a:ext>
            </a:extLst>
          </p:cNvPr>
          <p:cNvSpPr>
            <a:spLocks noGrp="1"/>
          </p:cNvSpPr>
          <p:nvPr/>
        </p:nvSpPr>
        <p:spPr>
          <a:xfrm>
            <a:off x="15668625" y="5302151"/>
            <a:ext cx="1510307" cy="10001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8" name="!!source-9-dom-5-13-3-3-3-0-outline">
            <a:extLst>
              <a:ext uri="{FF2B5EF4-FFF2-40B4-BE49-F238E27FC236}">
                <a16:creationId xmlns:a16="http://schemas.microsoft.com/office/drawing/2014/main" id="{CFB2833B-D3F4-4C10-B11E-C73D2AC16724}"/>
              </a:ext>
            </a:extLst>
          </p:cNvPr>
          <p:cNvSpPr>
            <a:spLocks noGrp="1"/>
          </p:cNvSpPr>
          <p:nvPr/>
        </p:nvSpPr>
        <p:spPr>
          <a:xfrm>
            <a:off x="15678150" y="5311676"/>
            <a:ext cx="1491257" cy="981075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9" name="!!source-9-dom-5-13-3-3-3-0-0-0-text-0">
            <a:extLst>
              <a:ext uri="{FF2B5EF4-FFF2-40B4-BE49-F238E27FC236}">
                <a16:creationId xmlns:a16="http://schemas.microsoft.com/office/drawing/2014/main" id="{88F5689F-3C13-441A-AB6C-BDF76829BDE4}"/>
              </a:ext>
            </a:extLst>
          </p:cNvPr>
          <p:cNvSpPr>
            <a:spLocks noGrp="1"/>
          </p:cNvSpPr>
          <p:nvPr/>
        </p:nvSpPr>
        <p:spPr>
          <a:xfrm>
            <a:off x="15840075" y="5435501"/>
            <a:ext cx="121503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DISJOINT</a:t>
            </a:r>
          </a:p>
        </p:txBody>
      </p:sp>
      <p:sp>
        <p:nvSpPr>
          <p:cNvPr id="160" name="!!source-9-dom-5-13-3-3-3-0-1-0-text-0">
            <a:extLst>
              <a:ext uri="{FF2B5EF4-FFF2-40B4-BE49-F238E27FC236}">
                <a16:creationId xmlns:a16="http://schemas.microsoft.com/office/drawing/2014/main" id="{F24C507C-33F4-4EBF-9D7A-BA51264C28FA}"/>
              </a:ext>
            </a:extLst>
          </p:cNvPr>
          <p:cNvSpPr>
            <a:spLocks noGrp="1"/>
          </p:cNvSpPr>
          <p:nvPr/>
        </p:nvSpPr>
        <p:spPr>
          <a:xfrm>
            <a:off x="16322873" y="5711726"/>
            <a:ext cx="249436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</a:t>
            </a:r>
          </a:p>
        </p:txBody>
      </p:sp>
      <p:sp>
        <p:nvSpPr>
          <p:cNvPr id="161" name="!!source-9-dom-5-13-3-3-3-1-0-text-0">
            <a:extLst>
              <a:ext uri="{FF2B5EF4-FFF2-40B4-BE49-F238E27FC236}">
                <a16:creationId xmlns:a16="http://schemas.microsoft.com/office/drawing/2014/main" id="{F0876E07-9081-4CE6-85D9-AA39E331179E}"/>
              </a:ext>
            </a:extLst>
          </p:cNvPr>
          <p:cNvSpPr>
            <a:spLocks noGrp="1"/>
          </p:cNvSpPr>
          <p:nvPr/>
        </p:nvSpPr>
        <p:spPr>
          <a:xfrm>
            <a:off x="17314218" y="5592663"/>
            <a:ext cx="253156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≥</a:t>
            </a:r>
          </a:p>
        </p:txBody>
      </p:sp>
      <p:sp>
        <p:nvSpPr>
          <p:cNvPr id="162" name="!!source-9-dom-5-13-3-3-3-2-fill">
            <a:extLst>
              <a:ext uri="{FF2B5EF4-FFF2-40B4-BE49-F238E27FC236}">
                <a16:creationId xmlns:a16="http://schemas.microsoft.com/office/drawing/2014/main" id="{1FC00214-8C48-4591-A6F8-90D740F22E00}"/>
              </a:ext>
            </a:extLst>
          </p:cNvPr>
          <p:cNvSpPr>
            <a:spLocks noGrp="1"/>
          </p:cNvSpPr>
          <p:nvPr/>
        </p:nvSpPr>
        <p:spPr>
          <a:xfrm>
            <a:off x="17655183" y="5302151"/>
            <a:ext cx="1311919" cy="10001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3" name="!!source-9-dom-5-13-3-3-3-2-outline">
            <a:extLst>
              <a:ext uri="{FF2B5EF4-FFF2-40B4-BE49-F238E27FC236}">
                <a16:creationId xmlns:a16="http://schemas.microsoft.com/office/drawing/2014/main" id="{85DCBA64-18FA-4DD2-A51A-2F437285C398}"/>
              </a:ext>
            </a:extLst>
          </p:cNvPr>
          <p:cNvSpPr>
            <a:spLocks noGrp="1"/>
          </p:cNvSpPr>
          <p:nvPr/>
        </p:nvSpPr>
        <p:spPr>
          <a:xfrm>
            <a:off x="17664708" y="5311676"/>
            <a:ext cx="1292869" cy="981075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4" name="!!source-9-dom-5-13-3-3-3-2-0-0-text-0">
            <a:extLst>
              <a:ext uri="{FF2B5EF4-FFF2-40B4-BE49-F238E27FC236}">
                <a16:creationId xmlns:a16="http://schemas.microsoft.com/office/drawing/2014/main" id="{7C3ACE8F-1E79-4313-8A7C-954968E90513}"/>
              </a:ext>
            </a:extLst>
          </p:cNvPr>
          <p:cNvSpPr>
            <a:spLocks noGrp="1"/>
          </p:cNvSpPr>
          <p:nvPr/>
        </p:nvSpPr>
        <p:spPr>
          <a:xfrm>
            <a:off x="17826632" y="5435501"/>
            <a:ext cx="101664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TARGET</a:t>
            </a:r>
          </a:p>
        </p:txBody>
      </p:sp>
      <p:sp>
        <p:nvSpPr>
          <p:cNvPr id="165" name="!!source-9-dom-5-13-3-3-3-2-1-0-text-0">
            <a:extLst>
              <a:ext uri="{FF2B5EF4-FFF2-40B4-BE49-F238E27FC236}">
                <a16:creationId xmlns:a16="http://schemas.microsoft.com/office/drawing/2014/main" id="{FD8FA9CD-083B-4E18-901E-693CB484D59A}"/>
              </a:ext>
            </a:extLst>
          </p:cNvPr>
          <p:cNvSpPr>
            <a:spLocks noGrp="1"/>
          </p:cNvSpPr>
          <p:nvPr/>
        </p:nvSpPr>
        <p:spPr>
          <a:xfrm>
            <a:off x="18210163" y="5711726"/>
            <a:ext cx="249436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</a:t>
            </a:r>
          </a:p>
        </p:txBody>
      </p:sp>
      <p:sp>
        <p:nvSpPr>
          <p:cNvPr id="166" name="!!source-9-dom-5-13-3-3-3-3-0-text-0">
            <a:extLst>
              <a:ext uri="{FF2B5EF4-FFF2-40B4-BE49-F238E27FC236}">
                <a16:creationId xmlns:a16="http://schemas.microsoft.com/office/drawing/2014/main" id="{65E5761C-5339-4F71-92A1-2C52BA7C689D}"/>
              </a:ext>
            </a:extLst>
          </p:cNvPr>
          <p:cNvSpPr>
            <a:spLocks noGrp="1"/>
          </p:cNvSpPr>
          <p:nvPr/>
        </p:nvSpPr>
        <p:spPr>
          <a:xfrm>
            <a:off x="19037946" y="5602189"/>
            <a:ext cx="382041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⇔</a:t>
            </a:r>
          </a:p>
        </p:txBody>
      </p:sp>
      <p:sp>
        <p:nvSpPr>
          <p:cNvPr id="167" name="!!source-9-dom-5-13-3-3-3-4-fill">
            <a:extLst>
              <a:ext uri="{FF2B5EF4-FFF2-40B4-BE49-F238E27FC236}">
                <a16:creationId xmlns:a16="http://schemas.microsoft.com/office/drawing/2014/main" id="{6DB2252B-FCB8-4F80-8848-0D7D0195FF45}"/>
              </a:ext>
            </a:extLst>
          </p:cNvPr>
          <p:cNvSpPr>
            <a:spLocks noGrp="1"/>
          </p:cNvSpPr>
          <p:nvPr/>
        </p:nvSpPr>
        <p:spPr>
          <a:xfrm>
            <a:off x="19443353" y="5302151"/>
            <a:ext cx="1739356" cy="1000125"/>
          </a:xfrm>
          <a:prstGeom prst="rect">
            <a:avLst/>
          </a:prstGeom>
          <a:solidFill>
            <a:srgbClr val="E8F3EC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8" name="!!source-9-dom-5-13-3-3-3-4-outline">
            <a:extLst>
              <a:ext uri="{FF2B5EF4-FFF2-40B4-BE49-F238E27FC236}">
                <a16:creationId xmlns:a16="http://schemas.microsoft.com/office/drawing/2014/main" id="{A0DE8786-5E8A-4F45-896D-A20C6F028E60}"/>
              </a:ext>
            </a:extLst>
          </p:cNvPr>
          <p:cNvSpPr>
            <a:spLocks noGrp="1"/>
          </p:cNvSpPr>
          <p:nvPr/>
        </p:nvSpPr>
        <p:spPr>
          <a:xfrm>
            <a:off x="19452878" y="5311676"/>
            <a:ext cx="1720306" cy="981075"/>
          </a:xfrm>
          <a:prstGeom prst="rect">
            <a:avLst/>
          </a:prstGeom>
          <a:noFill/>
          <a:ln w="19050">
            <a:solidFill>
              <a:srgbClr val="2E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9" name="!!source-9-dom-5-13-3-3-3-4-0-0-text-0">
            <a:extLst>
              <a:ext uri="{FF2B5EF4-FFF2-40B4-BE49-F238E27FC236}">
                <a16:creationId xmlns:a16="http://schemas.microsoft.com/office/drawing/2014/main" id="{FB5FBD6F-DB07-4D9D-B9FE-C88EC3BFA39C}"/>
              </a:ext>
            </a:extLst>
          </p:cNvPr>
          <p:cNvSpPr>
            <a:spLocks noGrp="1"/>
          </p:cNvSpPr>
          <p:nvPr/>
        </p:nvSpPr>
        <p:spPr>
          <a:xfrm>
            <a:off x="19614802" y="5435501"/>
            <a:ext cx="1444078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AVAILABLE</a:t>
            </a:r>
          </a:p>
        </p:txBody>
      </p:sp>
      <p:sp>
        <p:nvSpPr>
          <p:cNvPr id="170" name="!!source-9-dom-5-13-3-3-3-4-1-0-text-0">
            <a:extLst>
              <a:ext uri="{FF2B5EF4-FFF2-40B4-BE49-F238E27FC236}">
                <a16:creationId xmlns:a16="http://schemas.microsoft.com/office/drawing/2014/main" id="{21ABB7AB-A392-4472-BE5C-18CB006D8C3A}"/>
              </a:ext>
            </a:extLst>
          </p:cNvPr>
          <p:cNvSpPr>
            <a:spLocks noGrp="1"/>
          </p:cNvSpPr>
          <p:nvPr/>
        </p:nvSpPr>
        <p:spPr>
          <a:xfrm>
            <a:off x="20152815" y="5711726"/>
            <a:ext cx="36790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2E7D4F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2E7D4F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✓</a:t>
            </a:r>
          </a:p>
        </p:txBody>
      </p:sp>
      <p:sp>
        <p:nvSpPr>
          <p:cNvPr id="171" name="!!source-9-dom-5-13-3-5-0-text-0">
            <a:extLst>
              <a:ext uri="{FF2B5EF4-FFF2-40B4-BE49-F238E27FC236}">
                <a16:creationId xmlns:a16="http://schemas.microsoft.com/office/drawing/2014/main" id="{E18A4FCB-0D59-432D-8111-5B4A99AD42B1}"/>
              </a:ext>
            </a:extLst>
          </p:cNvPr>
          <p:cNvSpPr>
            <a:spLocks noGrp="1"/>
          </p:cNvSpPr>
          <p:nvPr/>
        </p:nvSpPr>
        <p:spPr>
          <a:xfrm>
            <a:off x="15668625" y="6687889"/>
            <a:ext cx="820831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The target is time-varying: raise it at rush hours, relax it at night.</a:t>
            </a:r>
          </a:p>
        </p:txBody>
      </p:sp>
      <p:sp>
        <p:nvSpPr>
          <p:cNvPr id="172" name="!!source-9-dom-7-1-outline">
            <a:extLst>
              <a:ext uri="{FF2B5EF4-FFF2-40B4-BE49-F238E27FC236}">
                <a16:creationId xmlns:a16="http://schemas.microsoft.com/office/drawing/2014/main" id="{C3CD79B3-F3E0-42D7-95F5-228EE0C988CA}"/>
              </a:ext>
            </a:extLst>
          </p:cNvPr>
          <p:cNvSpPr>
            <a:spLocks noGrp="1"/>
          </p:cNvSpPr>
          <p:nvPr/>
        </p:nvSpPr>
        <p:spPr>
          <a:xfrm>
            <a:off x="1062037" y="7800082"/>
            <a:ext cx="4834682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3" name="!!source-9-dom-7-1-0-text-0">
            <a:extLst>
              <a:ext uri="{FF2B5EF4-FFF2-40B4-BE49-F238E27FC236}">
                <a16:creationId xmlns:a16="http://schemas.microsoft.com/office/drawing/2014/main" id="{18A42CA9-A6A5-467C-9854-B29E067D5DF0}"/>
              </a:ext>
            </a:extLst>
          </p:cNvPr>
          <p:cNvSpPr>
            <a:spLocks noGrp="1"/>
          </p:cNvSpPr>
          <p:nvPr/>
        </p:nvSpPr>
        <p:spPr>
          <a:xfrm>
            <a:off x="1304925" y="7928669"/>
            <a:ext cx="4396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Feasible: per pattern, per client</a:t>
            </a:r>
          </a:p>
        </p:txBody>
      </p:sp>
      <p:sp>
        <p:nvSpPr>
          <p:cNvPr id="174" name="!!source-9-dom-7-3-outline">
            <a:extLst>
              <a:ext uri="{FF2B5EF4-FFF2-40B4-BE49-F238E27FC236}">
                <a16:creationId xmlns:a16="http://schemas.microsoft.com/office/drawing/2014/main" id="{1846CA83-CB96-4ED3-91B3-30150266E768}"/>
              </a:ext>
            </a:extLst>
          </p:cNvPr>
          <p:cNvSpPr>
            <a:spLocks noGrp="1"/>
          </p:cNvSpPr>
          <p:nvPr/>
        </p:nvSpPr>
        <p:spPr>
          <a:xfrm>
            <a:off x="6153894" y="7800082"/>
            <a:ext cx="5006876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5" name="!!source-9-dom-7-3-0-text-0">
            <a:extLst>
              <a:ext uri="{FF2B5EF4-FFF2-40B4-BE49-F238E27FC236}">
                <a16:creationId xmlns:a16="http://schemas.microsoft.com/office/drawing/2014/main" id="{1F40D58F-94B8-4AA6-92ED-D64B174C9E29}"/>
              </a:ext>
            </a:extLst>
          </p:cNvPr>
          <p:cNvSpPr>
            <a:spLocks noGrp="1"/>
          </p:cNvSpPr>
          <p:nvPr/>
        </p:nvSpPr>
        <p:spPr>
          <a:xfrm>
            <a:off x="6396782" y="7928669"/>
            <a:ext cx="45687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Available: disjoint count ≥ target</a:t>
            </a:r>
          </a:p>
        </p:txBody>
      </p:sp>
      <p:sp>
        <p:nvSpPr>
          <p:cNvPr id="176" name="!!source-9-dom-7-5-0-text-0">
            <a:extLst>
              <a:ext uri="{FF2B5EF4-FFF2-40B4-BE49-F238E27FC236}">
                <a16:creationId xmlns:a16="http://schemas.microsoft.com/office/drawing/2014/main" id="{FA302280-9985-4ECA-B4A6-008DD52893F3}"/>
              </a:ext>
            </a:extLst>
          </p:cNvPr>
          <p:cNvSpPr>
            <a:spLocks noGrp="1"/>
          </p:cNvSpPr>
          <p:nvPr/>
        </p:nvSpPr>
        <p:spPr>
          <a:xfrm>
            <a:off x="11403657" y="7580263"/>
            <a:ext cx="4520804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Availability is a quantity the solver</a:t>
            </a:r>
          </a:p>
        </p:txBody>
      </p:sp>
      <p:sp>
        <p:nvSpPr>
          <p:cNvPr id="177" name="!!source-9-dom-7-5-0-text-1">
            <a:extLst>
              <a:ext uri="{FF2B5EF4-FFF2-40B4-BE49-F238E27FC236}">
                <a16:creationId xmlns:a16="http://schemas.microsoft.com/office/drawing/2014/main" id="{55D60C4A-4ECC-47B5-B3C5-9EF899772380}"/>
              </a:ext>
            </a:extLst>
          </p:cNvPr>
          <p:cNvSpPr>
            <a:spLocks noGrp="1"/>
          </p:cNvSpPr>
          <p:nvPr/>
        </p:nvSpPr>
        <p:spPr>
          <a:xfrm>
            <a:off x="11403657" y="7926883"/>
            <a:ext cx="544145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optimises, not a stored mass. All of it can</a:t>
            </a:r>
          </a:p>
        </p:txBody>
      </p:sp>
      <p:sp>
        <p:nvSpPr>
          <p:cNvPr id="178" name="!!source-9-dom-7-5-0-text-2">
            <a:extLst>
              <a:ext uri="{FF2B5EF4-FFF2-40B4-BE49-F238E27FC236}">
                <a16:creationId xmlns:a16="http://schemas.microsoft.com/office/drawing/2014/main" id="{A030204E-3282-472E-9F0E-663748393D83}"/>
              </a:ext>
            </a:extLst>
          </p:cNvPr>
          <p:cNvSpPr>
            <a:spLocks noGrp="1"/>
          </p:cNvSpPr>
          <p:nvPr/>
        </p:nvSpPr>
        <p:spPr>
          <a:xfrm>
            <a:off x="11403657" y="8273504"/>
            <a:ext cx="166657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vary in time.</a:t>
            </a:r>
          </a:p>
        </p:txBody>
      </p:sp>
      <p:pic>
        <p:nvPicPr>
          <p:cNvPr id="360" name="!!source-9-dom-9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361" name="!!source-9-dom-9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81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!!source-9-dom-fill">
            <a:extLst>
              <a:ext uri="{FF2B5EF4-FFF2-40B4-BE49-F238E27FC236}">
                <a16:creationId xmlns:a16="http://schemas.microsoft.com/office/drawing/2014/main" id="{EDCA7ED8-F323-4729-BE65-14851BCB7E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9-dom-1-0-0-0-text-0">
            <a:extLst>
              <a:ext uri="{FF2B5EF4-FFF2-40B4-BE49-F238E27FC236}">
                <a16:creationId xmlns:a16="http://schemas.microsoft.com/office/drawing/2014/main" id="{13458685-EE56-4442-AE36-CB3C33505803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9-dom-1-0-1-0-text-0">
            <a:extLst>
              <a:ext uri="{FF2B5EF4-FFF2-40B4-BE49-F238E27FC236}">
                <a16:creationId xmlns:a16="http://schemas.microsoft.com/office/drawing/2014/main" id="{7229C781-A00D-419C-9775-FFCC7CC80776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9-dom-1-0-2-border-Bottom">
            <a:extLst>
              <a:ext uri="{FF2B5EF4-FFF2-40B4-BE49-F238E27FC236}">
                <a16:creationId xmlns:a16="http://schemas.microsoft.com/office/drawing/2014/main" id="{2894D6B6-750B-403F-8A00-65879F5E4A86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9-dom-1-0-2-0-text-0">
            <a:extLst>
              <a:ext uri="{FF2B5EF4-FFF2-40B4-BE49-F238E27FC236}">
                <a16:creationId xmlns:a16="http://schemas.microsoft.com/office/drawing/2014/main" id="{57FE8F22-B8F8-4C5B-8BD4-4A53BCDAA39D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9-dom-1-0-3-0-text-0">
            <a:extLst>
              <a:ext uri="{FF2B5EF4-FFF2-40B4-BE49-F238E27FC236}">
                <a16:creationId xmlns:a16="http://schemas.microsoft.com/office/drawing/2014/main" id="{503C8EDC-4A94-463B-A3C5-9C7474993279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9-dom-1-0-4-0-text-0">
            <a:extLst>
              <a:ext uri="{FF2B5EF4-FFF2-40B4-BE49-F238E27FC236}">
                <a16:creationId xmlns:a16="http://schemas.microsoft.com/office/drawing/2014/main" id="{8CC9FB15-1516-4B1B-AC1A-7837591E0F15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9-dom-1-0-5-0-text-0">
            <a:extLst>
              <a:ext uri="{FF2B5EF4-FFF2-40B4-BE49-F238E27FC236}">
                <a16:creationId xmlns:a16="http://schemas.microsoft.com/office/drawing/2014/main" id="{84FED8CA-0138-4781-AC3A-91D75B774C39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9-dom-1-1-0-text-0">
            <a:extLst>
              <a:ext uri="{FF2B5EF4-FFF2-40B4-BE49-F238E27FC236}">
                <a16:creationId xmlns:a16="http://schemas.microsoft.com/office/drawing/2014/main" id="{18EA2F21-776F-4C36-A652-108ECA3F0E50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10 / 17</a:t>
            </a:r>
          </a:p>
        </p:txBody>
      </p:sp>
      <p:sp>
        <p:nvSpPr>
          <p:cNvPr id="10" name="!!source-9-dom-3-1-0-0-text-0">
            <a:extLst>
              <a:ext uri="{FF2B5EF4-FFF2-40B4-BE49-F238E27FC236}">
                <a16:creationId xmlns:a16="http://schemas.microsoft.com/office/drawing/2014/main" id="{D3505B7F-F748-4A2F-AC01-0B438B4ACD4B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6440686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The availability objective</a:t>
            </a:r>
          </a:p>
        </p:txBody>
      </p:sp>
      <p:sp>
        <p:nvSpPr>
          <p:cNvPr id="11" name="!!source-9-dom-3-1-1-0-0-text-0">
            <a:extLst>
              <a:ext uri="{FF2B5EF4-FFF2-40B4-BE49-F238E27FC236}">
                <a16:creationId xmlns:a16="http://schemas.microsoft.com/office/drawing/2014/main" id="{9936C184-0DEA-4028-9336-E72F5665B860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500657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How many, without sharing tanks?</a:t>
            </a:r>
          </a:p>
        </p:txBody>
      </p:sp>
      <p:sp>
        <p:nvSpPr>
          <p:cNvPr id="12" name="!!source-9-dom-5-1-fill">
            <a:extLst>
              <a:ext uri="{FF2B5EF4-FFF2-40B4-BE49-F238E27FC236}">
                <a16:creationId xmlns:a16="http://schemas.microsoft.com/office/drawing/2014/main" id="{AC598501-26EA-449B-9D7A-86025F7CA0A1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190500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9-dom-5-1-outline">
            <a:extLst>
              <a:ext uri="{FF2B5EF4-FFF2-40B4-BE49-F238E27FC236}">
                <a16:creationId xmlns:a16="http://schemas.microsoft.com/office/drawing/2014/main" id="{0482CAB5-599B-456A-B545-1D4448F478B1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1876425" cy="4789438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9-dom-5-1-1-1-fill">
            <a:extLst>
              <a:ext uri="{FF2B5EF4-FFF2-40B4-BE49-F238E27FC236}">
                <a16:creationId xmlns:a16="http://schemas.microsoft.com/office/drawing/2014/main" id="{5F892CBD-4952-4CEE-AAEC-3D8314BCC4A3}"/>
              </a:ext>
            </a:extLst>
          </p:cNvPr>
          <p:cNvSpPr>
            <a:spLocks noGrp="1"/>
          </p:cNvSpPr>
          <p:nvPr/>
        </p:nvSpPr>
        <p:spPr>
          <a:xfrm>
            <a:off x="1695450" y="3347144"/>
            <a:ext cx="609600" cy="6096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9-dom-5-1-1-1-0-text-0">
            <a:extLst>
              <a:ext uri="{FF2B5EF4-FFF2-40B4-BE49-F238E27FC236}">
                <a16:creationId xmlns:a16="http://schemas.microsoft.com/office/drawing/2014/main" id="{CF046A97-A2B0-4A90-AB71-CBAFB2F392CB}"/>
              </a:ext>
            </a:extLst>
          </p:cNvPr>
          <p:cNvSpPr>
            <a:spLocks noGrp="1"/>
          </p:cNvSpPr>
          <p:nvPr/>
        </p:nvSpPr>
        <p:spPr>
          <a:xfrm>
            <a:off x="1944142" y="3475732"/>
            <a:ext cx="15969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9-dom-5-1-1-3-0-text-0">
            <a:extLst>
              <a:ext uri="{FF2B5EF4-FFF2-40B4-BE49-F238E27FC236}">
                <a16:creationId xmlns:a16="http://schemas.microsoft.com/office/drawing/2014/main" id="{2019CEE0-51C7-499C-93FE-26E64FF8DE06}"/>
              </a:ext>
            </a:extLst>
          </p:cNvPr>
          <p:cNvSpPr>
            <a:spLocks noGrp="1"/>
          </p:cNvSpPr>
          <p:nvPr/>
        </p:nvSpPr>
        <p:spPr>
          <a:xfrm>
            <a:off x="1583383" y="4147245"/>
            <a:ext cx="88136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INPUT</a:t>
            </a:r>
          </a:p>
        </p:txBody>
      </p:sp>
      <p:sp>
        <p:nvSpPr>
          <p:cNvPr id="17" name="!!source-9-dom-5-1-1-5-0-text-0">
            <a:extLst>
              <a:ext uri="{FF2B5EF4-FFF2-40B4-BE49-F238E27FC236}">
                <a16:creationId xmlns:a16="http://schemas.microsoft.com/office/drawing/2014/main" id="{8F12A346-236E-44C8-888C-2E6E77FD4389}"/>
              </a:ext>
            </a:extLst>
          </p:cNvPr>
          <p:cNvSpPr>
            <a:spLocks noGrp="1"/>
          </p:cNvSpPr>
          <p:nvPr/>
        </p:nvSpPr>
        <p:spPr>
          <a:xfrm>
            <a:off x="1114574" y="4613969"/>
            <a:ext cx="181882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Hypothetical</a:t>
            </a:r>
          </a:p>
        </p:txBody>
      </p:sp>
      <p:sp>
        <p:nvSpPr>
          <p:cNvPr id="18" name="!!source-9-dom-5-1-1-5-0-text-1">
            <a:extLst>
              <a:ext uri="{FF2B5EF4-FFF2-40B4-BE49-F238E27FC236}">
                <a16:creationId xmlns:a16="http://schemas.microsoft.com/office/drawing/2014/main" id="{3A76E910-3F61-4B28-B4AA-0B6ED2FB71CA}"/>
              </a:ext>
            </a:extLst>
          </p:cNvPr>
          <p:cNvSpPr>
            <a:spLocks noGrp="1"/>
          </p:cNvSpPr>
          <p:nvPr/>
        </p:nvSpPr>
        <p:spPr>
          <a:xfrm>
            <a:off x="1615529" y="4947345"/>
            <a:ext cx="8170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client</a:t>
            </a:r>
          </a:p>
        </p:txBody>
      </p:sp>
      <p:sp>
        <p:nvSpPr>
          <p:cNvPr id="19" name="!!source-9-dom-5-1-1-7-0-0-text-0">
            <a:extLst>
              <a:ext uri="{FF2B5EF4-FFF2-40B4-BE49-F238E27FC236}">
                <a16:creationId xmlns:a16="http://schemas.microsoft.com/office/drawing/2014/main" id="{DF5BB2AE-F0A3-476E-B7BA-6D28C7C549D1}"/>
              </a:ext>
            </a:extLst>
          </p:cNvPr>
          <p:cNvSpPr>
            <a:spLocks noGrp="1"/>
          </p:cNvSpPr>
          <p:nvPr/>
        </p:nvSpPr>
        <p:spPr>
          <a:xfrm>
            <a:off x="1145232" y="5471219"/>
            <a:ext cx="175766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mass on arrival</a:t>
            </a:r>
          </a:p>
        </p:txBody>
      </p:sp>
      <p:sp>
        <p:nvSpPr>
          <p:cNvPr id="20" name="!!source-9-dom-5-1-1-7-1-0-text-0">
            <a:extLst>
              <a:ext uri="{FF2B5EF4-FFF2-40B4-BE49-F238E27FC236}">
                <a16:creationId xmlns:a16="http://schemas.microsoft.com/office/drawing/2014/main" id="{FB541769-C08B-4208-A9E2-AA6C12C86AD1}"/>
              </a:ext>
            </a:extLst>
          </p:cNvPr>
          <p:cNvSpPr>
            <a:spLocks noGrp="1"/>
          </p:cNvSpPr>
          <p:nvPr/>
        </p:nvSpPr>
        <p:spPr>
          <a:xfrm>
            <a:off x="1446758" y="5833169"/>
            <a:ext cx="115460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hydrogen</a:t>
            </a:r>
          </a:p>
        </p:txBody>
      </p:sp>
      <p:sp>
        <p:nvSpPr>
          <p:cNvPr id="21" name="!!source-9-dom-5-1-1-7-1-0-text-1">
            <a:extLst>
              <a:ext uri="{FF2B5EF4-FFF2-40B4-BE49-F238E27FC236}">
                <a16:creationId xmlns:a16="http://schemas.microsoft.com/office/drawing/2014/main" id="{68D9E7C0-BF29-4E9C-BC4E-B65D693567A3}"/>
              </a:ext>
            </a:extLst>
          </p:cNvPr>
          <p:cNvSpPr>
            <a:spLocks noGrp="1"/>
          </p:cNvSpPr>
          <p:nvPr/>
        </p:nvSpPr>
        <p:spPr>
          <a:xfrm>
            <a:off x="1510159" y="6118919"/>
            <a:ext cx="102765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demand</a:t>
            </a:r>
          </a:p>
        </p:txBody>
      </p:sp>
      <p:sp>
        <p:nvSpPr>
          <p:cNvPr id="22" name="!!source-9-dom-5-1-3-1-0-fill">
            <a:extLst>
              <a:ext uri="{FF2B5EF4-FFF2-40B4-BE49-F238E27FC236}">
                <a16:creationId xmlns:a16="http://schemas.microsoft.com/office/drawing/2014/main" id="{2EABF3ED-6F4B-43B3-96AD-417A183BC954}"/>
              </a:ext>
            </a:extLst>
          </p:cNvPr>
          <p:cNvSpPr>
            <a:spLocks noGrp="1"/>
          </p:cNvSpPr>
          <p:nvPr/>
        </p:nvSpPr>
        <p:spPr>
          <a:xfrm>
            <a:off x="1381125" y="28003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" name="!!source-9-dom-5-1-3-1-0-0-text-0">
            <a:extLst>
              <a:ext uri="{FF2B5EF4-FFF2-40B4-BE49-F238E27FC236}">
                <a16:creationId xmlns:a16="http://schemas.microsoft.com/office/drawing/2014/main" id="{DF620A1A-4AF7-40AB-AC07-DF863A1C34CF}"/>
              </a:ext>
            </a:extLst>
          </p:cNvPr>
          <p:cNvSpPr>
            <a:spLocks noGrp="1"/>
          </p:cNvSpPr>
          <p:nvPr/>
        </p:nvSpPr>
        <p:spPr>
          <a:xfrm>
            <a:off x="1576388" y="288607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4" name="!!source-9-dom-5-1-3-1-1-0-0-text-0">
            <a:extLst>
              <a:ext uri="{FF2B5EF4-FFF2-40B4-BE49-F238E27FC236}">
                <a16:creationId xmlns:a16="http://schemas.microsoft.com/office/drawing/2014/main" id="{204BB59B-7D96-432F-87BB-97C0DC392CDB}"/>
              </a:ext>
            </a:extLst>
          </p:cNvPr>
          <p:cNvSpPr>
            <a:spLocks noGrp="1"/>
          </p:cNvSpPr>
          <p:nvPr/>
        </p:nvSpPr>
        <p:spPr>
          <a:xfrm>
            <a:off x="2047875" y="2724150"/>
            <a:ext cx="330577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hypothetical client</a:t>
            </a:r>
          </a:p>
        </p:txBody>
      </p:sp>
      <p:sp>
        <p:nvSpPr>
          <p:cNvPr id="25" name="!!source-9-dom-5-1-3-1-1-1-0-text-0">
            <a:extLst>
              <a:ext uri="{FF2B5EF4-FFF2-40B4-BE49-F238E27FC236}">
                <a16:creationId xmlns:a16="http://schemas.microsoft.com/office/drawing/2014/main" id="{99722DC6-54FD-4EAC-BAE1-3AC996D68E5A}"/>
              </a:ext>
            </a:extLst>
          </p:cNvPr>
          <p:cNvSpPr>
            <a:spLocks noGrp="1"/>
          </p:cNvSpPr>
          <p:nvPr/>
        </p:nvSpPr>
        <p:spPr>
          <a:xfrm>
            <a:off x="2047875" y="3095625"/>
            <a:ext cx="446201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the one the station must stay ready for</a:t>
            </a:r>
          </a:p>
        </p:txBody>
      </p:sp>
      <p:sp>
        <p:nvSpPr>
          <p:cNvPr id="26" name="!!source-9-dom-5-1-3-3-1-0-0-text-0">
            <a:extLst>
              <a:ext uri="{FF2B5EF4-FFF2-40B4-BE49-F238E27FC236}">
                <a16:creationId xmlns:a16="http://schemas.microsoft.com/office/drawing/2014/main" id="{0A77EF19-91B3-44DE-B2A7-F58C30699648}"/>
              </a:ext>
            </a:extLst>
          </p:cNvPr>
          <p:cNvSpPr>
            <a:spLocks noGrp="1"/>
          </p:cNvSpPr>
          <p:nvPr/>
        </p:nvSpPr>
        <p:spPr>
          <a:xfrm>
            <a:off x="1381125" y="3896320"/>
            <a:ext cx="196676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on arrival</a:t>
            </a:r>
          </a:p>
        </p:txBody>
      </p:sp>
      <p:sp>
        <p:nvSpPr>
          <p:cNvPr id="27" name="!!source-9-dom-5-1-3-3-1-1-fill">
            <a:extLst>
              <a:ext uri="{FF2B5EF4-FFF2-40B4-BE49-F238E27FC236}">
                <a16:creationId xmlns:a16="http://schemas.microsoft.com/office/drawing/2014/main" id="{2C17299A-06C2-44D2-9141-17347ED51646}"/>
              </a:ext>
            </a:extLst>
          </p:cNvPr>
          <p:cNvSpPr>
            <a:spLocks noGrp="1"/>
          </p:cNvSpPr>
          <p:nvPr/>
        </p:nvSpPr>
        <p:spPr>
          <a:xfrm>
            <a:off x="1788170" y="4277320"/>
            <a:ext cx="1104900" cy="1485900"/>
          </a:xfrm>
          <a:prstGeom prst="roundRect">
            <a:avLst>
              <a:gd name="adj" fmla="val 12069"/>
            </a:avLst>
          </a:prstGeom>
          <a:solidFill>
            <a:srgbClr val="FFF5F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9-dom-5-1-3-3-1-1-outline">
            <a:extLst>
              <a:ext uri="{FF2B5EF4-FFF2-40B4-BE49-F238E27FC236}">
                <a16:creationId xmlns:a16="http://schemas.microsoft.com/office/drawing/2014/main" id="{16F5C001-8FD4-4CCD-BDE3-9EBDA6691AC2}"/>
              </a:ext>
            </a:extLst>
          </p:cNvPr>
          <p:cNvSpPr>
            <a:spLocks noGrp="1"/>
          </p:cNvSpPr>
          <p:nvPr/>
        </p:nvSpPr>
        <p:spPr>
          <a:xfrm>
            <a:off x="1802457" y="4291608"/>
            <a:ext cx="1076325" cy="1457325"/>
          </a:xfrm>
          <a:prstGeom prst="roundRect">
            <a:avLst>
              <a:gd name="adj" fmla="val 12389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9-dom-5-1-3-3-1-1-0-fill">
            <a:extLst>
              <a:ext uri="{FF2B5EF4-FFF2-40B4-BE49-F238E27FC236}">
                <a16:creationId xmlns:a16="http://schemas.microsoft.com/office/drawing/2014/main" id="{0B5FB5D3-540A-47AE-B575-10775CABB499}"/>
              </a:ext>
            </a:extLst>
          </p:cNvPr>
          <p:cNvSpPr>
            <a:spLocks noGrp="1"/>
          </p:cNvSpPr>
          <p:nvPr/>
        </p:nvSpPr>
        <p:spPr>
          <a:xfrm>
            <a:off x="1816745" y="5420320"/>
            <a:ext cx="1047750" cy="314325"/>
          </a:xfrm>
          <a:custGeom>
            <a:avLst/>
            <a:gdLst/>
            <a:ahLst/>
            <a:cxnLst/>
            <a:rect l="0" t="0" r="0" b="0"/>
            <a:pathLst>
              <a:path w="1047750" h="314325">
                <a:moveTo>
                  <a:pt x="0" y="0"/>
                </a:moveTo>
                <a:lnTo>
                  <a:pt x="1047750" y="0"/>
                </a:lnTo>
                <a:lnTo>
                  <a:pt x="1047750" y="209550"/>
                </a:lnTo>
                <a:lnTo>
                  <a:pt x="1045737" y="229990"/>
                </a:lnTo>
                <a:lnTo>
                  <a:pt x="1039775" y="249646"/>
                </a:lnTo>
                <a:lnTo>
                  <a:pt x="1030092" y="267760"/>
                </a:lnTo>
                <a:lnTo>
                  <a:pt x="1017062" y="283637"/>
                </a:lnTo>
                <a:lnTo>
                  <a:pt x="1001185" y="296667"/>
                </a:lnTo>
                <a:lnTo>
                  <a:pt x="983071" y="306349"/>
                </a:lnTo>
                <a:lnTo>
                  <a:pt x="963416" y="312312"/>
                </a:lnTo>
                <a:lnTo>
                  <a:pt x="942975" y="314325"/>
                </a:lnTo>
                <a:lnTo>
                  <a:pt x="104775" y="314325"/>
                </a:lnTo>
                <a:lnTo>
                  <a:pt x="84334" y="312312"/>
                </a:lnTo>
                <a:lnTo>
                  <a:pt x="64679" y="306349"/>
                </a:lnTo>
                <a:lnTo>
                  <a:pt x="46565" y="296667"/>
                </a:lnTo>
                <a:lnTo>
                  <a:pt x="30688" y="283637"/>
                </a:lnTo>
                <a:lnTo>
                  <a:pt x="17658" y="267760"/>
                </a:lnTo>
                <a:lnTo>
                  <a:pt x="7976" y="249646"/>
                </a:lnTo>
                <a:lnTo>
                  <a:pt x="2013" y="229990"/>
                </a:lnTo>
                <a:lnTo>
                  <a:pt x="0" y="20955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9-dom-5-1-3-3-1-2-0-text-0">
            <a:extLst>
              <a:ext uri="{FF2B5EF4-FFF2-40B4-BE49-F238E27FC236}">
                <a16:creationId xmlns:a16="http://schemas.microsoft.com/office/drawing/2014/main" id="{3599EB91-B429-4E4C-A694-BAFCA6EDF1BD}"/>
              </a:ext>
            </a:extLst>
          </p:cNvPr>
          <p:cNvSpPr>
            <a:spLocks noGrp="1"/>
          </p:cNvSpPr>
          <p:nvPr/>
        </p:nvSpPr>
        <p:spPr>
          <a:xfrm>
            <a:off x="1889224" y="5839420"/>
            <a:ext cx="95056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31" name="!!source-9-dom-5-1-3-3-3-0-fill">
            <a:extLst>
              <a:ext uri="{FF2B5EF4-FFF2-40B4-BE49-F238E27FC236}">
                <a16:creationId xmlns:a16="http://schemas.microsoft.com/office/drawing/2014/main" id="{FA3DA054-748A-43D9-B81E-C4326EFA2B5B}"/>
              </a:ext>
            </a:extLst>
          </p:cNvPr>
          <p:cNvSpPr>
            <a:spLocks noGrp="1"/>
          </p:cNvSpPr>
          <p:nvPr/>
        </p:nvSpPr>
        <p:spPr>
          <a:xfrm>
            <a:off x="3643164" y="5001220"/>
            <a:ext cx="514350" cy="38099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9-dom-5-1-3-3-3-1-border-Top">
            <a:extLst>
              <a:ext uri="{FF2B5EF4-FFF2-40B4-BE49-F238E27FC236}">
                <a16:creationId xmlns:a16="http://schemas.microsoft.com/office/drawing/2014/main" id="{050ACFE4-9DBD-41DB-9E42-40597E05BB64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9-dom-5-1-3-3-3-1-border-Bottom">
            <a:extLst>
              <a:ext uri="{FF2B5EF4-FFF2-40B4-BE49-F238E27FC236}">
                <a16:creationId xmlns:a16="http://schemas.microsoft.com/office/drawing/2014/main" id="{FE7331FA-46A4-4823-93B1-F5C82E2F1578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9-dom-5-1-3-3-3-1-border-Left">
            <a:extLst>
              <a:ext uri="{FF2B5EF4-FFF2-40B4-BE49-F238E27FC236}">
                <a16:creationId xmlns:a16="http://schemas.microsoft.com/office/drawing/2014/main" id="{C9EC918D-69FB-4375-9B0F-E64890771F07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9-dom-5-1-3-3-5-fill">
            <a:extLst>
              <a:ext uri="{FF2B5EF4-FFF2-40B4-BE49-F238E27FC236}">
                <a16:creationId xmlns:a16="http://schemas.microsoft.com/office/drawing/2014/main" id="{782D94B6-A336-403D-90C0-D6706ACA5D6A}"/>
              </a:ext>
            </a:extLst>
          </p:cNvPr>
          <p:cNvSpPr>
            <a:spLocks noGrp="1"/>
          </p:cNvSpPr>
          <p:nvPr/>
        </p:nvSpPr>
        <p:spPr>
          <a:xfrm>
            <a:off x="4652814" y="4734520"/>
            <a:ext cx="1842344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9-dom-5-1-3-3-5-outline">
            <a:extLst>
              <a:ext uri="{FF2B5EF4-FFF2-40B4-BE49-F238E27FC236}">
                <a16:creationId xmlns:a16="http://schemas.microsoft.com/office/drawing/2014/main" id="{063EAD5B-2831-43B0-BD3E-0A8837F48A12}"/>
              </a:ext>
            </a:extLst>
          </p:cNvPr>
          <p:cNvSpPr>
            <a:spLocks noGrp="1"/>
          </p:cNvSpPr>
          <p:nvPr/>
        </p:nvSpPr>
        <p:spPr>
          <a:xfrm>
            <a:off x="4667101" y="4748808"/>
            <a:ext cx="1813769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9-dom-5-1-3-3-5-0-text-0">
            <a:extLst>
              <a:ext uri="{FF2B5EF4-FFF2-40B4-BE49-F238E27FC236}">
                <a16:creationId xmlns:a16="http://schemas.microsoft.com/office/drawing/2014/main" id="{9C299364-AB57-49A2-BF5D-F89581F276E9}"/>
              </a:ext>
            </a:extLst>
          </p:cNvPr>
          <p:cNvSpPr>
            <a:spLocks noGrp="1"/>
          </p:cNvSpPr>
          <p:nvPr/>
        </p:nvSpPr>
        <p:spPr>
          <a:xfrm>
            <a:off x="4890939" y="4858345"/>
            <a:ext cx="141371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asks 16 kg</a:t>
            </a:r>
          </a:p>
        </p:txBody>
      </p:sp>
      <p:sp>
        <p:nvSpPr>
          <p:cNvPr id="38" name="!!source-9-dom-5-1-3-3-7-1-0-text-0">
            <a:extLst>
              <a:ext uri="{FF2B5EF4-FFF2-40B4-BE49-F238E27FC236}">
                <a16:creationId xmlns:a16="http://schemas.microsoft.com/office/drawing/2014/main" id="{3EB19D47-0386-4C40-A805-B2248CB884BF}"/>
              </a:ext>
            </a:extLst>
          </p:cNvPr>
          <p:cNvSpPr>
            <a:spLocks noGrp="1"/>
          </p:cNvSpPr>
          <p:nvPr/>
        </p:nvSpPr>
        <p:spPr>
          <a:xfrm>
            <a:off x="6838057" y="4042172"/>
            <a:ext cx="298177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ALONG THE HORIZON</a:t>
            </a:r>
          </a:p>
        </p:txBody>
      </p:sp>
      <p:sp>
        <p:nvSpPr>
          <p:cNvPr id="39" name="!!source-9-dom-5-1-3-3-7-3-0-fill">
            <a:extLst>
              <a:ext uri="{FF2B5EF4-FFF2-40B4-BE49-F238E27FC236}">
                <a16:creationId xmlns:a16="http://schemas.microsoft.com/office/drawing/2014/main" id="{80F6F0DC-A07C-4C66-A379-3ECD9C7450A0}"/>
              </a:ext>
            </a:extLst>
          </p:cNvPr>
          <p:cNvSpPr>
            <a:spLocks noGrp="1"/>
          </p:cNvSpPr>
          <p:nvPr/>
        </p:nvSpPr>
        <p:spPr>
          <a:xfrm>
            <a:off x="6838057" y="4861322"/>
            <a:ext cx="381000" cy="428625"/>
          </a:xfrm>
          <a:prstGeom prst="rect">
            <a:avLst/>
          </a:prstGeom>
          <a:solidFill>
            <a:srgbClr val="E6D9D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9-dom-5-1-3-3-7-3-1-fill">
            <a:extLst>
              <a:ext uri="{FF2B5EF4-FFF2-40B4-BE49-F238E27FC236}">
                <a16:creationId xmlns:a16="http://schemas.microsoft.com/office/drawing/2014/main" id="{AB403404-4E09-49DA-9299-C06E7EA09A71}"/>
              </a:ext>
            </a:extLst>
          </p:cNvPr>
          <p:cNvSpPr>
            <a:spLocks noGrp="1"/>
          </p:cNvSpPr>
          <p:nvPr/>
        </p:nvSpPr>
        <p:spPr>
          <a:xfrm>
            <a:off x="7295257" y="4561285"/>
            <a:ext cx="381000" cy="728662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9-dom-5-1-3-3-7-3-2-fill">
            <a:extLst>
              <a:ext uri="{FF2B5EF4-FFF2-40B4-BE49-F238E27FC236}">
                <a16:creationId xmlns:a16="http://schemas.microsoft.com/office/drawing/2014/main" id="{F6E7C076-3214-4C0F-B0C1-263181C74315}"/>
              </a:ext>
            </a:extLst>
          </p:cNvPr>
          <p:cNvSpPr>
            <a:spLocks noGrp="1"/>
          </p:cNvSpPr>
          <p:nvPr/>
        </p:nvSpPr>
        <p:spPr>
          <a:xfrm>
            <a:off x="7752457" y="4561285"/>
            <a:ext cx="381000" cy="728662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9-dom-5-1-3-3-7-3-3-fill">
            <a:extLst>
              <a:ext uri="{FF2B5EF4-FFF2-40B4-BE49-F238E27FC236}">
                <a16:creationId xmlns:a16="http://schemas.microsoft.com/office/drawing/2014/main" id="{A126B609-F5F0-4CDC-849B-710359EEAF38}"/>
              </a:ext>
            </a:extLst>
          </p:cNvPr>
          <p:cNvSpPr>
            <a:spLocks noGrp="1"/>
          </p:cNvSpPr>
          <p:nvPr/>
        </p:nvSpPr>
        <p:spPr>
          <a:xfrm>
            <a:off x="8209657" y="4775597"/>
            <a:ext cx="381000" cy="514350"/>
          </a:xfrm>
          <a:prstGeom prst="rect">
            <a:avLst/>
          </a:prstGeom>
          <a:solidFill>
            <a:srgbClr val="E6D9D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3" name="!!source-9-dom-5-1-3-3-7-5-0-text-0">
            <a:extLst>
              <a:ext uri="{FF2B5EF4-FFF2-40B4-BE49-F238E27FC236}">
                <a16:creationId xmlns:a16="http://schemas.microsoft.com/office/drawing/2014/main" id="{7E9DF3C3-120B-4850-AD01-E4EFE32A5653}"/>
              </a:ext>
            </a:extLst>
          </p:cNvPr>
          <p:cNvSpPr>
            <a:spLocks noGrp="1"/>
          </p:cNvSpPr>
          <p:nvPr/>
        </p:nvSpPr>
        <p:spPr>
          <a:xfrm>
            <a:off x="6838057" y="5413772"/>
            <a:ext cx="348540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both are parameters: they can</a:t>
            </a:r>
          </a:p>
        </p:txBody>
      </p:sp>
      <p:sp>
        <p:nvSpPr>
          <p:cNvPr id="44" name="!!source-9-dom-5-1-3-3-7-5-0-text-1">
            <a:extLst>
              <a:ext uri="{FF2B5EF4-FFF2-40B4-BE49-F238E27FC236}">
                <a16:creationId xmlns:a16="http://schemas.microsoft.com/office/drawing/2014/main" id="{971F3489-822D-4CDA-B40B-C1577ABCA860}"/>
              </a:ext>
            </a:extLst>
          </p:cNvPr>
          <p:cNvSpPr>
            <a:spLocks noGrp="1"/>
          </p:cNvSpPr>
          <p:nvPr/>
        </p:nvSpPr>
        <p:spPr>
          <a:xfrm>
            <a:off x="6838057" y="5710833"/>
            <a:ext cx="327094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change with the time of day</a:t>
            </a:r>
          </a:p>
        </p:txBody>
      </p:sp>
      <p:sp>
        <p:nvSpPr>
          <p:cNvPr id="45" name="!!source-9-dom-5-1-3-5-0-text-0">
            <a:extLst>
              <a:ext uri="{FF2B5EF4-FFF2-40B4-BE49-F238E27FC236}">
                <a16:creationId xmlns:a16="http://schemas.microsoft.com/office/drawing/2014/main" id="{EAA5F081-5CCB-4EE6-A38F-551BEA3BD247}"/>
              </a:ext>
            </a:extLst>
          </p:cNvPr>
          <p:cNvSpPr>
            <a:spLocks noGrp="1"/>
          </p:cNvSpPr>
          <p:nvPr/>
        </p:nvSpPr>
        <p:spPr>
          <a:xfrm>
            <a:off x="1381125" y="6687889"/>
            <a:ext cx="894844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Not a booked client. The objective is written for whoever might arrive.</a:t>
            </a:r>
          </a:p>
        </p:txBody>
      </p:sp>
      <p:sp>
        <p:nvSpPr>
          <p:cNvPr id="46" name="!!source-9-dom-5-5-fill">
            <a:extLst>
              <a:ext uri="{FF2B5EF4-FFF2-40B4-BE49-F238E27FC236}">
                <a16:creationId xmlns:a16="http://schemas.microsoft.com/office/drawing/2014/main" id="{97E0A564-D07F-4B3B-BABF-474D929E9326}"/>
              </a:ext>
            </a:extLst>
          </p:cNvPr>
          <p:cNvSpPr>
            <a:spLocks noGrp="1"/>
          </p:cNvSpPr>
          <p:nvPr/>
        </p:nvSpPr>
        <p:spPr>
          <a:xfrm>
            <a:off x="3238500" y="2466975"/>
            <a:ext cx="190500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9-dom-5-5-outline">
            <a:extLst>
              <a:ext uri="{FF2B5EF4-FFF2-40B4-BE49-F238E27FC236}">
                <a16:creationId xmlns:a16="http://schemas.microsoft.com/office/drawing/2014/main" id="{D1FEAE02-7A8D-4152-81B2-EDE8D5C18F98}"/>
              </a:ext>
            </a:extLst>
          </p:cNvPr>
          <p:cNvSpPr>
            <a:spLocks noGrp="1"/>
          </p:cNvSpPr>
          <p:nvPr/>
        </p:nvSpPr>
        <p:spPr>
          <a:xfrm>
            <a:off x="3252788" y="2481263"/>
            <a:ext cx="1876425" cy="4789438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!!source-9-dom-5-5-1-1-fill">
            <a:extLst>
              <a:ext uri="{FF2B5EF4-FFF2-40B4-BE49-F238E27FC236}">
                <a16:creationId xmlns:a16="http://schemas.microsoft.com/office/drawing/2014/main" id="{4037110D-25C0-420B-80B3-FBDE62F9A89D}"/>
              </a:ext>
            </a:extLst>
          </p:cNvPr>
          <p:cNvSpPr>
            <a:spLocks noGrp="1"/>
          </p:cNvSpPr>
          <p:nvPr/>
        </p:nvSpPr>
        <p:spPr>
          <a:xfrm>
            <a:off x="3886200" y="3180457"/>
            <a:ext cx="609600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9-dom-5-5-1-1-0-text-0">
            <a:extLst>
              <a:ext uri="{FF2B5EF4-FFF2-40B4-BE49-F238E27FC236}">
                <a16:creationId xmlns:a16="http://schemas.microsoft.com/office/drawing/2014/main" id="{7F8D3742-63F8-4F86-9316-34DEEE862155}"/>
              </a:ext>
            </a:extLst>
          </p:cNvPr>
          <p:cNvSpPr>
            <a:spLocks noGrp="1"/>
          </p:cNvSpPr>
          <p:nvPr/>
        </p:nvSpPr>
        <p:spPr>
          <a:xfrm>
            <a:off x="4106615" y="3309045"/>
            <a:ext cx="2162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0" name="!!source-9-dom-5-5-1-3-0-text-0">
            <a:extLst>
              <a:ext uri="{FF2B5EF4-FFF2-40B4-BE49-F238E27FC236}">
                <a16:creationId xmlns:a16="http://schemas.microsoft.com/office/drawing/2014/main" id="{0580104D-866A-478A-BD0E-DC68791A7A55}"/>
              </a:ext>
            </a:extLst>
          </p:cNvPr>
          <p:cNvSpPr>
            <a:spLocks noGrp="1"/>
          </p:cNvSpPr>
          <p:nvPr/>
        </p:nvSpPr>
        <p:spPr>
          <a:xfrm>
            <a:off x="3699421" y="3980557"/>
            <a:ext cx="103063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MODEL</a:t>
            </a:r>
          </a:p>
        </p:txBody>
      </p:sp>
      <p:sp>
        <p:nvSpPr>
          <p:cNvPr id="51" name="!!source-9-dom-5-5-1-5-0-text-0">
            <a:extLst>
              <a:ext uri="{FF2B5EF4-FFF2-40B4-BE49-F238E27FC236}">
                <a16:creationId xmlns:a16="http://schemas.microsoft.com/office/drawing/2014/main" id="{8BA8C9DB-C638-4AD6-B58C-7DD687245F0B}"/>
              </a:ext>
            </a:extLst>
          </p:cNvPr>
          <p:cNvSpPr>
            <a:spLocks noGrp="1"/>
          </p:cNvSpPr>
          <p:nvPr/>
        </p:nvSpPr>
        <p:spPr>
          <a:xfrm>
            <a:off x="3568749" y="4447282"/>
            <a:ext cx="12921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</a:t>
            </a:r>
          </a:p>
        </p:txBody>
      </p:sp>
      <p:sp>
        <p:nvSpPr>
          <p:cNvPr id="52" name="!!source-9-dom-5-5-1-5-0-text-1">
            <a:extLst>
              <a:ext uri="{FF2B5EF4-FFF2-40B4-BE49-F238E27FC236}">
                <a16:creationId xmlns:a16="http://schemas.microsoft.com/office/drawing/2014/main" id="{2085A0F7-01C6-4A98-9D61-0D40EBB7AE39}"/>
              </a:ext>
            </a:extLst>
          </p:cNvPr>
          <p:cNvSpPr>
            <a:spLocks noGrp="1"/>
          </p:cNvSpPr>
          <p:nvPr/>
        </p:nvSpPr>
        <p:spPr>
          <a:xfrm>
            <a:off x="3565029" y="4780657"/>
            <a:ext cx="12995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per</a:t>
            </a:r>
          </a:p>
        </p:txBody>
      </p:sp>
      <p:sp>
        <p:nvSpPr>
          <p:cNvPr id="53" name="!!source-9-dom-5-5-1-5-0-text-2">
            <a:extLst>
              <a:ext uri="{FF2B5EF4-FFF2-40B4-BE49-F238E27FC236}">
                <a16:creationId xmlns:a16="http://schemas.microsoft.com/office/drawing/2014/main" id="{9E508B4D-D820-4C1F-B26E-1075882E8384}"/>
              </a:ext>
            </a:extLst>
          </p:cNvPr>
          <p:cNvSpPr>
            <a:spLocks noGrp="1"/>
          </p:cNvSpPr>
          <p:nvPr/>
        </p:nvSpPr>
        <p:spPr>
          <a:xfrm>
            <a:off x="3680817" y="5114032"/>
            <a:ext cx="106784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pattern</a:t>
            </a:r>
          </a:p>
        </p:txBody>
      </p:sp>
      <p:sp>
        <p:nvSpPr>
          <p:cNvPr id="54" name="!!source-9-dom-5-5-1-7-0-0-text-0">
            <a:extLst>
              <a:ext uri="{FF2B5EF4-FFF2-40B4-BE49-F238E27FC236}">
                <a16:creationId xmlns:a16="http://schemas.microsoft.com/office/drawing/2014/main" id="{B1C82043-5486-452E-AAB6-C6D2E696F10E}"/>
              </a:ext>
            </a:extLst>
          </p:cNvPr>
          <p:cNvSpPr>
            <a:spLocks noGrp="1"/>
          </p:cNvSpPr>
          <p:nvPr/>
        </p:nvSpPr>
        <p:spPr>
          <a:xfrm>
            <a:off x="3517255" y="5637907"/>
            <a:ext cx="139511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closed form</a:t>
            </a:r>
          </a:p>
        </p:txBody>
      </p:sp>
      <p:sp>
        <p:nvSpPr>
          <p:cNvPr id="55" name="!!source-9-dom-5-5-1-7-1-0-text-0">
            <a:extLst>
              <a:ext uri="{FF2B5EF4-FFF2-40B4-BE49-F238E27FC236}">
                <a16:creationId xmlns:a16="http://schemas.microsoft.com/office/drawing/2014/main" id="{7AE39DD8-B51C-4032-ADE6-C1F9C4DD90B6}"/>
              </a:ext>
            </a:extLst>
          </p:cNvPr>
          <p:cNvSpPr>
            <a:spLocks noGrp="1"/>
          </p:cNvSpPr>
          <p:nvPr/>
        </p:nvSpPr>
        <p:spPr>
          <a:xfrm>
            <a:off x="3446562" y="5999857"/>
            <a:ext cx="153650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linear in tank</a:t>
            </a:r>
          </a:p>
        </p:txBody>
      </p:sp>
      <p:sp>
        <p:nvSpPr>
          <p:cNvPr id="56" name="!!source-9-dom-5-5-1-7-1-0-text-1">
            <a:extLst>
              <a:ext uri="{FF2B5EF4-FFF2-40B4-BE49-F238E27FC236}">
                <a16:creationId xmlns:a16="http://schemas.microsoft.com/office/drawing/2014/main" id="{B1E46B9C-186B-46BB-A171-1945F1074593}"/>
              </a:ext>
            </a:extLst>
          </p:cNvPr>
          <p:cNvSpPr>
            <a:spLocks noGrp="1"/>
          </p:cNvSpPr>
          <p:nvPr/>
        </p:nvSpPr>
        <p:spPr>
          <a:xfrm>
            <a:off x="3765798" y="6285607"/>
            <a:ext cx="89788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masses</a:t>
            </a:r>
          </a:p>
        </p:txBody>
      </p:sp>
      <p:sp>
        <p:nvSpPr>
          <p:cNvPr id="57" name="!!source-9-dom-5-5-3-1-0-fill">
            <a:extLst>
              <a:ext uri="{FF2B5EF4-FFF2-40B4-BE49-F238E27FC236}">
                <a16:creationId xmlns:a16="http://schemas.microsoft.com/office/drawing/2014/main" id="{0B4C40C4-4529-4739-8ED2-F6BF68FFDEF4}"/>
              </a:ext>
            </a:extLst>
          </p:cNvPr>
          <p:cNvSpPr>
            <a:spLocks noGrp="1"/>
          </p:cNvSpPr>
          <p:nvPr/>
        </p:nvSpPr>
        <p:spPr>
          <a:xfrm>
            <a:off x="357187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9-dom-5-5-3-1-0-0-text-0">
            <a:extLst>
              <a:ext uri="{FF2B5EF4-FFF2-40B4-BE49-F238E27FC236}">
                <a16:creationId xmlns:a16="http://schemas.microsoft.com/office/drawing/2014/main" id="{69AB3EF7-6B35-44BF-BF3F-33F899A18CE7}"/>
              </a:ext>
            </a:extLst>
          </p:cNvPr>
          <p:cNvSpPr>
            <a:spLocks noGrp="1"/>
          </p:cNvSpPr>
          <p:nvPr/>
        </p:nvSpPr>
        <p:spPr>
          <a:xfrm>
            <a:off x="3740795" y="2886075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9" name="!!source-9-dom-5-5-3-1-1-0-0-text-0">
            <a:extLst>
              <a:ext uri="{FF2B5EF4-FFF2-40B4-BE49-F238E27FC236}">
                <a16:creationId xmlns:a16="http://schemas.microsoft.com/office/drawing/2014/main" id="{0146F6BD-7203-4116-9C5F-000AB4E73EF1}"/>
              </a:ext>
            </a:extLst>
          </p:cNvPr>
          <p:cNvSpPr>
            <a:spLocks noGrp="1"/>
          </p:cNvSpPr>
          <p:nvPr/>
        </p:nvSpPr>
        <p:spPr>
          <a:xfrm>
            <a:off x="4238625" y="2724150"/>
            <a:ext cx="423475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 mass per pattern</a:t>
            </a:r>
          </a:p>
        </p:txBody>
      </p:sp>
      <p:sp>
        <p:nvSpPr>
          <p:cNvPr id="60" name="!!source-9-dom-5-5-3-1-1-1-0-text-0">
            <a:extLst>
              <a:ext uri="{FF2B5EF4-FFF2-40B4-BE49-F238E27FC236}">
                <a16:creationId xmlns:a16="http://schemas.microsoft.com/office/drawing/2014/main" id="{36E58744-E1E7-4B65-AFAD-AA4504845697}"/>
              </a:ext>
            </a:extLst>
          </p:cNvPr>
          <p:cNvSpPr>
            <a:spLocks noGrp="1"/>
          </p:cNvSpPr>
          <p:nvPr/>
        </p:nvSpPr>
        <p:spPr>
          <a:xfrm>
            <a:off x="4238625" y="3095625"/>
            <a:ext cx="434771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closed form, linear in the tank masses</a:t>
            </a:r>
          </a:p>
        </p:txBody>
      </p:sp>
      <p:sp>
        <p:nvSpPr>
          <p:cNvPr id="61" name="!!source-9-dom-5-5-3-3-1-1-fill">
            <a:extLst>
              <a:ext uri="{FF2B5EF4-FFF2-40B4-BE49-F238E27FC236}">
                <a16:creationId xmlns:a16="http://schemas.microsoft.com/office/drawing/2014/main" id="{6A47A298-0BBD-4C7C-9076-8248EEFB78A1}"/>
              </a:ext>
            </a:extLst>
          </p:cNvPr>
          <p:cNvSpPr>
            <a:spLocks noGrp="1"/>
          </p:cNvSpPr>
          <p:nvPr/>
        </p:nvSpPr>
        <p:spPr>
          <a:xfrm>
            <a:off x="3571875" y="3581698"/>
            <a:ext cx="1941909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2" name="!!source-9-dom-5-5-3-3-1-1-outline">
            <a:extLst>
              <a:ext uri="{FF2B5EF4-FFF2-40B4-BE49-F238E27FC236}">
                <a16:creationId xmlns:a16="http://schemas.microsoft.com/office/drawing/2014/main" id="{B6172D29-4286-4051-9183-CAA2F0E6B20E}"/>
              </a:ext>
            </a:extLst>
          </p:cNvPr>
          <p:cNvSpPr>
            <a:spLocks noGrp="1"/>
          </p:cNvSpPr>
          <p:nvPr/>
        </p:nvSpPr>
        <p:spPr>
          <a:xfrm>
            <a:off x="3586163" y="3595985"/>
            <a:ext cx="1913334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!!source-9-dom-5-5-3-3-1-1-0-text-0">
            <a:extLst>
              <a:ext uri="{FF2B5EF4-FFF2-40B4-BE49-F238E27FC236}">
                <a16:creationId xmlns:a16="http://schemas.microsoft.com/office/drawing/2014/main" id="{A3F8F2AE-440A-43EC-8443-EF8E1CE38702}"/>
              </a:ext>
            </a:extLst>
          </p:cNvPr>
          <p:cNvSpPr>
            <a:spLocks noGrp="1"/>
          </p:cNvSpPr>
          <p:nvPr/>
        </p:nvSpPr>
        <p:spPr>
          <a:xfrm>
            <a:off x="3810000" y="3705523"/>
            <a:ext cx="15132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· 300 bar</a:t>
            </a:r>
          </a:p>
        </p:txBody>
      </p:sp>
      <p:sp>
        <p:nvSpPr>
          <p:cNvPr id="64" name="!!source-9-dom-5-5-3-3-1-2-0-fill">
            <a:extLst>
              <a:ext uri="{FF2B5EF4-FFF2-40B4-BE49-F238E27FC236}">
                <a16:creationId xmlns:a16="http://schemas.microsoft.com/office/drawing/2014/main" id="{3C47178D-5AE1-444C-8A26-4D9F1418B091}"/>
              </a:ext>
            </a:extLst>
          </p:cNvPr>
          <p:cNvSpPr>
            <a:spLocks noGrp="1"/>
          </p:cNvSpPr>
          <p:nvPr/>
        </p:nvSpPr>
        <p:spPr>
          <a:xfrm>
            <a:off x="5513784" y="3848398"/>
            <a:ext cx="32385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9-dom-5-5-3-3-1-2-1-border-Top">
            <a:extLst>
              <a:ext uri="{FF2B5EF4-FFF2-40B4-BE49-F238E27FC236}">
                <a16:creationId xmlns:a16="http://schemas.microsoft.com/office/drawing/2014/main" id="{D8ED397A-C275-4181-9890-26B553A2D525}"/>
              </a:ext>
            </a:extLst>
          </p:cNvPr>
          <p:cNvSpPr>
            <a:spLocks noGrp="1"/>
          </p:cNvSpPr>
          <p:nvPr/>
        </p:nvSpPr>
        <p:spPr>
          <a:xfrm>
            <a:off x="5837634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9-dom-5-5-3-3-1-2-1-border-Bottom">
            <a:extLst>
              <a:ext uri="{FF2B5EF4-FFF2-40B4-BE49-F238E27FC236}">
                <a16:creationId xmlns:a16="http://schemas.microsoft.com/office/drawing/2014/main" id="{0B9E3B4B-5517-4ABA-9BE4-647FA29A5B6E}"/>
              </a:ext>
            </a:extLst>
          </p:cNvPr>
          <p:cNvSpPr>
            <a:spLocks noGrp="1"/>
          </p:cNvSpPr>
          <p:nvPr/>
        </p:nvSpPr>
        <p:spPr>
          <a:xfrm>
            <a:off x="5837634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7" name="!!source-9-dom-5-5-3-3-1-2-1-border-Left">
            <a:extLst>
              <a:ext uri="{FF2B5EF4-FFF2-40B4-BE49-F238E27FC236}">
                <a16:creationId xmlns:a16="http://schemas.microsoft.com/office/drawing/2014/main" id="{34B2C9C0-02D5-4FCF-83DA-795D52414132}"/>
              </a:ext>
            </a:extLst>
          </p:cNvPr>
          <p:cNvSpPr>
            <a:spLocks noGrp="1"/>
          </p:cNvSpPr>
          <p:nvPr/>
        </p:nvSpPr>
        <p:spPr>
          <a:xfrm>
            <a:off x="5837634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9-dom-5-5-3-3-1-3-fill">
            <a:extLst>
              <a:ext uri="{FF2B5EF4-FFF2-40B4-BE49-F238E27FC236}">
                <a16:creationId xmlns:a16="http://schemas.microsoft.com/office/drawing/2014/main" id="{505FB44A-2196-4A93-BFCA-27DDB916BE47}"/>
              </a:ext>
            </a:extLst>
          </p:cNvPr>
          <p:cNvSpPr>
            <a:spLocks noGrp="1"/>
          </p:cNvSpPr>
          <p:nvPr/>
        </p:nvSpPr>
        <p:spPr>
          <a:xfrm>
            <a:off x="5990035" y="3581698"/>
            <a:ext cx="1967954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9-dom-5-5-3-3-1-3-outline">
            <a:extLst>
              <a:ext uri="{FF2B5EF4-FFF2-40B4-BE49-F238E27FC236}">
                <a16:creationId xmlns:a16="http://schemas.microsoft.com/office/drawing/2014/main" id="{9416B121-F467-400E-81DF-767C4AF9EC80}"/>
              </a:ext>
            </a:extLst>
          </p:cNvPr>
          <p:cNvSpPr>
            <a:spLocks noGrp="1"/>
          </p:cNvSpPr>
          <p:nvPr/>
        </p:nvSpPr>
        <p:spPr>
          <a:xfrm>
            <a:off x="6004322" y="3595985"/>
            <a:ext cx="1939379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!!source-9-dom-5-5-3-3-1-3-0-text-0">
            <a:extLst>
              <a:ext uri="{FF2B5EF4-FFF2-40B4-BE49-F238E27FC236}">
                <a16:creationId xmlns:a16="http://schemas.microsoft.com/office/drawing/2014/main" id="{28380A0B-5B71-4B19-870C-6AFABA5303AA}"/>
              </a:ext>
            </a:extLst>
          </p:cNvPr>
          <p:cNvSpPr>
            <a:spLocks noGrp="1"/>
          </p:cNvSpPr>
          <p:nvPr/>
        </p:nvSpPr>
        <p:spPr>
          <a:xfrm>
            <a:off x="6228159" y="3705523"/>
            <a:ext cx="153932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 · 480 bar</a:t>
            </a:r>
          </a:p>
        </p:txBody>
      </p:sp>
      <p:sp>
        <p:nvSpPr>
          <p:cNvPr id="71" name="!!source-9-dom-5-5-3-3-1-4-0-fill">
            <a:extLst>
              <a:ext uri="{FF2B5EF4-FFF2-40B4-BE49-F238E27FC236}">
                <a16:creationId xmlns:a16="http://schemas.microsoft.com/office/drawing/2014/main" id="{268F48BA-B7A1-4E5D-ACCB-83A637936282}"/>
              </a:ext>
            </a:extLst>
          </p:cNvPr>
          <p:cNvSpPr>
            <a:spLocks noGrp="1"/>
          </p:cNvSpPr>
          <p:nvPr/>
        </p:nvSpPr>
        <p:spPr>
          <a:xfrm>
            <a:off x="7957989" y="3848398"/>
            <a:ext cx="32385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9-dom-5-5-3-3-1-4-1-border-Top">
            <a:extLst>
              <a:ext uri="{FF2B5EF4-FFF2-40B4-BE49-F238E27FC236}">
                <a16:creationId xmlns:a16="http://schemas.microsoft.com/office/drawing/2014/main" id="{E4EECAE3-9592-43A4-8226-49DC67FD3993}"/>
              </a:ext>
            </a:extLst>
          </p:cNvPr>
          <p:cNvSpPr>
            <a:spLocks noGrp="1"/>
          </p:cNvSpPr>
          <p:nvPr/>
        </p:nvSpPr>
        <p:spPr>
          <a:xfrm>
            <a:off x="828183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9-dom-5-5-3-3-1-4-1-border-Bottom">
            <a:extLst>
              <a:ext uri="{FF2B5EF4-FFF2-40B4-BE49-F238E27FC236}">
                <a16:creationId xmlns:a16="http://schemas.microsoft.com/office/drawing/2014/main" id="{533811B9-7663-4730-9B5E-86AB6D706FFE}"/>
              </a:ext>
            </a:extLst>
          </p:cNvPr>
          <p:cNvSpPr>
            <a:spLocks noGrp="1"/>
          </p:cNvSpPr>
          <p:nvPr/>
        </p:nvSpPr>
        <p:spPr>
          <a:xfrm>
            <a:off x="828183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4" name="!!source-9-dom-5-5-3-3-1-4-1-border-Left">
            <a:extLst>
              <a:ext uri="{FF2B5EF4-FFF2-40B4-BE49-F238E27FC236}">
                <a16:creationId xmlns:a16="http://schemas.microsoft.com/office/drawing/2014/main" id="{9E9BEC96-FB51-4E6F-9DE5-AB7DC29F29D2}"/>
              </a:ext>
            </a:extLst>
          </p:cNvPr>
          <p:cNvSpPr>
            <a:spLocks noGrp="1"/>
          </p:cNvSpPr>
          <p:nvPr/>
        </p:nvSpPr>
        <p:spPr>
          <a:xfrm>
            <a:off x="828183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5" name="!!source-9-dom-5-5-3-3-1-5-fill">
            <a:extLst>
              <a:ext uri="{FF2B5EF4-FFF2-40B4-BE49-F238E27FC236}">
                <a16:creationId xmlns:a16="http://schemas.microsoft.com/office/drawing/2014/main" id="{2ECCA9C8-D234-4EB1-9E4C-8D4CC66A7F81}"/>
              </a:ext>
            </a:extLst>
          </p:cNvPr>
          <p:cNvSpPr>
            <a:spLocks noGrp="1"/>
          </p:cNvSpPr>
          <p:nvPr/>
        </p:nvSpPr>
        <p:spPr>
          <a:xfrm>
            <a:off x="8434239" y="3581698"/>
            <a:ext cx="1448693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9-dom-5-5-3-3-1-5-outline">
            <a:extLst>
              <a:ext uri="{FF2B5EF4-FFF2-40B4-BE49-F238E27FC236}">
                <a16:creationId xmlns:a16="http://schemas.microsoft.com/office/drawing/2014/main" id="{36FECCDB-6E55-4394-8A7A-4DE859E2B69B}"/>
              </a:ext>
            </a:extLst>
          </p:cNvPr>
          <p:cNvSpPr>
            <a:spLocks noGrp="1"/>
          </p:cNvSpPr>
          <p:nvPr/>
        </p:nvSpPr>
        <p:spPr>
          <a:xfrm>
            <a:off x="8448526" y="3595985"/>
            <a:ext cx="1420118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9-dom-5-5-3-3-1-5-0-text-0">
            <a:extLst>
              <a:ext uri="{FF2B5EF4-FFF2-40B4-BE49-F238E27FC236}">
                <a16:creationId xmlns:a16="http://schemas.microsoft.com/office/drawing/2014/main" id="{B2333D38-2031-4626-98D5-8FC2613EEB1F}"/>
              </a:ext>
            </a:extLst>
          </p:cNvPr>
          <p:cNvSpPr>
            <a:spLocks noGrp="1"/>
          </p:cNvSpPr>
          <p:nvPr/>
        </p:nvSpPr>
        <p:spPr>
          <a:xfrm>
            <a:off x="8672364" y="3705523"/>
            <a:ext cx="102006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78" name="!!source-9-dom-5-5-3-3-3-1-0-0-text-0">
            <a:extLst>
              <a:ext uri="{FF2B5EF4-FFF2-40B4-BE49-F238E27FC236}">
                <a16:creationId xmlns:a16="http://schemas.microsoft.com/office/drawing/2014/main" id="{C0003C9C-2A0D-43A0-B41C-9B6044C1E62C}"/>
              </a:ext>
            </a:extLst>
          </p:cNvPr>
          <p:cNvSpPr>
            <a:spLocks noGrp="1"/>
          </p:cNvSpPr>
          <p:nvPr/>
        </p:nvSpPr>
        <p:spPr>
          <a:xfrm>
            <a:off x="3571875" y="4324648"/>
            <a:ext cx="334818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what this pattern can extract</a:t>
            </a:r>
          </a:p>
        </p:txBody>
      </p:sp>
      <p:sp>
        <p:nvSpPr>
          <p:cNvPr id="79" name="!!source-9-dom-5-5-3-3-3-1-1-0-text-0">
            <a:extLst>
              <a:ext uri="{FF2B5EF4-FFF2-40B4-BE49-F238E27FC236}">
                <a16:creationId xmlns:a16="http://schemas.microsoft.com/office/drawing/2014/main" id="{04878999-364C-4F27-AEED-FBD4D7BDF13E}"/>
              </a:ext>
            </a:extLst>
          </p:cNvPr>
          <p:cNvSpPr>
            <a:spLocks noGrp="1"/>
          </p:cNvSpPr>
          <p:nvPr/>
        </p:nvSpPr>
        <p:spPr>
          <a:xfrm>
            <a:off x="11061353" y="4372273"/>
            <a:ext cx="28753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</a:t>
            </a:r>
          </a:p>
        </p:txBody>
      </p:sp>
      <p:sp>
        <p:nvSpPr>
          <p:cNvPr id="80" name="!!source-9-dom-5-5-3-3-3-1-1-1-0-text-0">
            <a:extLst>
              <a:ext uri="{FF2B5EF4-FFF2-40B4-BE49-F238E27FC236}">
                <a16:creationId xmlns:a16="http://schemas.microsoft.com/office/drawing/2014/main" id="{EC580858-56EF-4B8F-B451-FF1538FD5DC4}"/>
              </a:ext>
            </a:extLst>
          </p:cNvPr>
          <p:cNvSpPr>
            <a:spLocks noGrp="1"/>
          </p:cNvSpPr>
          <p:nvPr/>
        </p:nvSpPr>
        <p:spPr>
          <a:xfrm>
            <a:off x="11301263" y="4324648"/>
            <a:ext cx="277267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</a:t>
            </a:r>
          </a:p>
        </p:txBody>
      </p:sp>
      <p:sp>
        <p:nvSpPr>
          <p:cNvPr id="81" name="!!source-9-dom-5-5-3-3-3-1-1-2-text-0">
            <a:extLst>
              <a:ext uri="{FF2B5EF4-FFF2-40B4-BE49-F238E27FC236}">
                <a16:creationId xmlns:a16="http://schemas.microsoft.com/office/drawing/2014/main" id="{70F5A63E-BEAD-427A-BD2F-D7C52E34D0B8}"/>
              </a:ext>
            </a:extLst>
          </p:cNvPr>
          <p:cNvSpPr>
            <a:spLocks noGrp="1"/>
          </p:cNvSpPr>
          <p:nvPr/>
        </p:nvSpPr>
        <p:spPr>
          <a:xfrm>
            <a:off x="11530905" y="4372273"/>
            <a:ext cx="109924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= 17.5 kg</a:t>
            </a:r>
          </a:p>
        </p:txBody>
      </p:sp>
      <p:sp>
        <p:nvSpPr>
          <p:cNvPr id="82" name="!!source-9-dom-5-5-3-3-3-3-fill">
            <a:extLst>
              <a:ext uri="{FF2B5EF4-FFF2-40B4-BE49-F238E27FC236}">
                <a16:creationId xmlns:a16="http://schemas.microsoft.com/office/drawing/2014/main" id="{90338A82-03E3-4834-947D-CE1A46F857FA}"/>
              </a:ext>
            </a:extLst>
          </p:cNvPr>
          <p:cNvSpPr>
            <a:spLocks noGrp="1"/>
          </p:cNvSpPr>
          <p:nvPr/>
        </p:nvSpPr>
        <p:spPr>
          <a:xfrm>
            <a:off x="3571875" y="4743748"/>
            <a:ext cx="9010650" cy="66675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3" name="!!source-9-dom-5-5-3-3-3-3-outline">
            <a:extLst>
              <a:ext uri="{FF2B5EF4-FFF2-40B4-BE49-F238E27FC236}">
                <a16:creationId xmlns:a16="http://schemas.microsoft.com/office/drawing/2014/main" id="{8BA49571-DADE-4998-8A82-8A406457AD5B}"/>
              </a:ext>
            </a:extLst>
          </p:cNvPr>
          <p:cNvSpPr>
            <a:spLocks noGrp="1"/>
          </p:cNvSpPr>
          <p:nvPr/>
        </p:nvSpPr>
        <p:spPr>
          <a:xfrm>
            <a:off x="3581400" y="4753273"/>
            <a:ext cx="8991600" cy="64770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!!source-9-dom-5-5-3-3-3-3-0-fill">
            <a:extLst>
              <a:ext uri="{FF2B5EF4-FFF2-40B4-BE49-F238E27FC236}">
                <a16:creationId xmlns:a16="http://schemas.microsoft.com/office/drawing/2014/main" id="{83939912-906E-443C-9F15-FD02BA6BF308}"/>
              </a:ext>
            </a:extLst>
          </p:cNvPr>
          <p:cNvSpPr>
            <a:spLocks noGrp="1"/>
          </p:cNvSpPr>
          <p:nvPr/>
        </p:nvSpPr>
        <p:spPr>
          <a:xfrm>
            <a:off x="3590925" y="4762798"/>
            <a:ext cx="4127301" cy="628650"/>
          </a:xfrm>
          <a:prstGeom prst="rect">
            <a:avLst/>
          </a:prstGeom>
          <a:solidFill>
            <a:srgbClr val="7A5A4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9-dom-5-5-3-3-3-3-0-0-text-0">
            <a:extLst>
              <a:ext uri="{FF2B5EF4-FFF2-40B4-BE49-F238E27FC236}">
                <a16:creationId xmlns:a16="http://schemas.microsoft.com/office/drawing/2014/main" id="{D2BAF9EE-1BD4-4C47-8BDD-38AB63FCE7D3}"/>
              </a:ext>
            </a:extLst>
          </p:cNvPr>
          <p:cNvSpPr>
            <a:spLocks noGrp="1"/>
          </p:cNvSpPr>
          <p:nvPr/>
        </p:nvSpPr>
        <p:spPr>
          <a:xfrm>
            <a:off x="4762947" y="4934248"/>
            <a:ext cx="183073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from A · 8.0 kg</a:t>
            </a:r>
          </a:p>
        </p:txBody>
      </p:sp>
      <p:sp>
        <p:nvSpPr>
          <p:cNvPr id="86" name="!!source-9-dom-5-5-3-3-3-3-1-fill">
            <a:extLst>
              <a:ext uri="{FF2B5EF4-FFF2-40B4-BE49-F238E27FC236}">
                <a16:creationId xmlns:a16="http://schemas.microsoft.com/office/drawing/2014/main" id="{37075AEA-AC57-4CE7-AFB4-C9AF89792E5B}"/>
              </a:ext>
            </a:extLst>
          </p:cNvPr>
          <p:cNvSpPr>
            <a:spLocks noGrp="1"/>
          </p:cNvSpPr>
          <p:nvPr/>
        </p:nvSpPr>
        <p:spPr>
          <a:xfrm>
            <a:off x="7718227" y="4762798"/>
            <a:ext cx="4845100" cy="62865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7" name="!!source-9-dom-5-5-3-3-3-3-1-0-text-0">
            <a:extLst>
              <a:ext uri="{FF2B5EF4-FFF2-40B4-BE49-F238E27FC236}">
                <a16:creationId xmlns:a16="http://schemas.microsoft.com/office/drawing/2014/main" id="{28BD7394-24D9-4542-9DA8-8A5F13D0CB07}"/>
              </a:ext>
            </a:extLst>
          </p:cNvPr>
          <p:cNvSpPr>
            <a:spLocks noGrp="1"/>
          </p:cNvSpPr>
          <p:nvPr/>
        </p:nvSpPr>
        <p:spPr>
          <a:xfrm>
            <a:off x="9262468" y="4934248"/>
            <a:ext cx="1804094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from B · 9.5 kg</a:t>
            </a:r>
          </a:p>
        </p:txBody>
      </p:sp>
      <p:sp>
        <p:nvSpPr>
          <p:cNvPr id="88" name="!!source-9-dom-5-5-3-3-3-5-0-text-0">
            <a:extLst>
              <a:ext uri="{FF2B5EF4-FFF2-40B4-BE49-F238E27FC236}">
                <a16:creationId xmlns:a16="http://schemas.microsoft.com/office/drawing/2014/main" id="{DFB2A161-6433-49D0-B9B1-4D2D0BC07DE0}"/>
              </a:ext>
            </a:extLst>
          </p:cNvPr>
          <p:cNvSpPr>
            <a:spLocks noGrp="1"/>
          </p:cNvSpPr>
          <p:nvPr/>
        </p:nvSpPr>
        <p:spPr>
          <a:xfrm>
            <a:off x="3571875" y="5515273"/>
            <a:ext cx="876419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one expression per pattern, evaluated next to the dynamics at every step. No</a:t>
            </a:r>
          </a:p>
        </p:txBody>
      </p:sp>
      <p:sp>
        <p:nvSpPr>
          <p:cNvPr id="89" name="!!source-9-dom-5-5-3-3-3-5-0-text-1">
            <a:extLst>
              <a:ext uri="{FF2B5EF4-FFF2-40B4-BE49-F238E27FC236}">
                <a16:creationId xmlns:a16="http://schemas.microsoft.com/office/drawing/2014/main" id="{DA757EF7-F86E-4AE3-984A-25C763A26450}"/>
              </a:ext>
            </a:extLst>
          </p:cNvPr>
          <p:cNvSpPr>
            <a:spLocks noGrp="1"/>
          </p:cNvSpPr>
          <p:nvPr/>
        </p:nvSpPr>
        <p:spPr>
          <a:xfrm>
            <a:off x="3571875" y="5812333"/>
            <a:ext cx="13955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extra states.</a:t>
            </a:r>
          </a:p>
        </p:txBody>
      </p:sp>
      <p:sp>
        <p:nvSpPr>
          <p:cNvPr id="90" name="!!source-9-dom-5-5-3-5-0-text-0">
            <a:extLst>
              <a:ext uri="{FF2B5EF4-FFF2-40B4-BE49-F238E27FC236}">
                <a16:creationId xmlns:a16="http://schemas.microsoft.com/office/drawing/2014/main" id="{2CFE3A18-095D-4F1C-A891-66E92A54D8FB}"/>
              </a:ext>
            </a:extLst>
          </p:cNvPr>
          <p:cNvSpPr>
            <a:spLocks noGrp="1"/>
          </p:cNvSpPr>
          <p:nvPr/>
        </p:nvSpPr>
        <p:spPr>
          <a:xfrm>
            <a:off x="3571875" y="6328916"/>
            <a:ext cx="844049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The solver sees what each pattern can extract, not what the tanks</a:t>
            </a:r>
          </a:p>
        </p:txBody>
      </p:sp>
      <p:sp>
        <p:nvSpPr>
          <p:cNvPr id="91" name="!!source-9-dom-5-5-3-5-0-text-1">
            <a:extLst>
              <a:ext uri="{FF2B5EF4-FFF2-40B4-BE49-F238E27FC236}">
                <a16:creationId xmlns:a16="http://schemas.microsoft.com/office/drawing/2014/main" id="{DF9F3783-D0BB-45C8-AA26-1F5E2A90F22D}"/>
              </a:ext>
            </a:extLst>
          </p:cNvPr>
          <p:cNvSpPr>
            <a:spLocks noGrp="1"/>
          </p:cNvSpPr>
          <p:nvPr/>
        </p:nvSpPr>
        <p:spPr>
          <a:xfrm>
            <a:off x="3571875" y="6687889"/>
            <a:ext cx="6794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hold.</a:t>
            </a:r>
          </a:p>
        </p:txBody>
      </p:sp>
      <p:sp>
        <p:nvSpPr>
          <p:cNvPr id="92" name="!!source-9-dom-5-9-fill">
            <a:extLst>
              <a:ext uri="{FF2B5EF4-FFF2-40B4-BE49-F238E27FC236}">
                <a16:creationId xmlns:a16="http://schemas.microsoft.com/office/drawing/2014/main" id="{03D1E25B-7835-42D7-B638-4FA71EADC75F}"/>
              </a:ext>
            </a:extLst>
          </p:cNvPr>
          <p:cNvSpPr>
            <a:spLocks noGrp="1"/>
          </p:cNvSpPr>
          <p:nvPr/>
        </p:nvSpPr>
        <p:spPr>
          <a:xfrm>
            <a:off x="5429250" y="2466975"/>
            <a:ext cx="190500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3" name="!!source-9-dom-5-9-outline">
            <a:extLst>
              <a:ext uri="{FF2B5EF4-FFF2-40B4-BE49-F238E27FC236}">
                <a16:creationId xmlns:a16="http://schemas.microsoft.com/office/drawing/2014/main" id="{1C44766A-ACA0-4D69-B95C-64CFB6304F8F}"/>
              </a:ext>
            </a:extLst>
          </p:cNvPr>
          <p:cNvSpPr>
            <a:spLocks noGrp="1"/>
          </p:cNvSpPr>
          <p:nvPr/>
        </p:nvSpPr>
        <p:spPr>
          <a:xfrm>
            <a:off x="5443538" y="2481263"/>
            <a:ext cx="1876425" cy="4789438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!!source-9-dom-5-9-1-1-fill">
            <a:extLst>
              <a:ext uri="{FF2B5EF4-FFF2-40B4-BE49-F238E27FC236}">
                <a16:creationId xmlns:a16="http://schemas.microsoft.com/office/drawing/2014/main" id="{CC39C57C-9BFA-4B9C-B18B-D158C89018B7}"/>
              </a:ext>
            </a:extLst>
          </p:cNvPr>
          <p:cNvSpPr>
            <a:spLocks noGrp="1"/>
          </p:cNvSpPr>
          <p:nvPr/>
        </p:nvSpPr>
        <p:spPr>
          <a:xfrm>
            <a:off x="6076950" y="3513832"/>
            <a:ext cx="609600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5" name="!!source-9-dom-5-9-1-1-0-text-0">
            <a:extLst>
              <a:ext uri="{FF2B5EF4-FFF2-40B4-BE49-F238E27FC236}">
                <a16:creationId xmlns:a16="http://schemas.microsoft.com/office/drawing/2014/main" id="{E8F61133-9FA9-475A-B1AF-FC41497700CB}"/>
              </a:ext>
            </a:extLst>
          </p:cNvPr>
          <p:cNvSpPr>
            <a:spLocks noGrp="1"/>
          </p:cNvSpPr>
          <p:nvPr/>
        </p:nvSpPr>
        <p:spPr>
          <a:xfrm>
            <a:off x="6297067" y="3642420"/>
            <a:ext cx="21684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6" name="!!source-9-dom-5-9-1-3-0-text-0">
            <a:extLst>
              <a:ext uri="{FF2B5EF4-FFF2-40B4-BE49-F238E27FC236}">
                <a16:creationId xmlns:a16="http://schemas.microsoft.com/office/drawing/2014/main" id="{246F43A2-C9BE-490E-8DED-53D31FFA349A}"/>
              </a:ext>
            </a:extLst>
          </p:cNvPr>
          <p:cNvSpPr>
            <a:spLocks noGrp="1"/>
          </p:cNvSpPr>
          <p:nvPr/>
        </p:nvSpPr>
        <p:spPr>
          <a:xfrm>
            <a:off x="5550545" y="4313932"/>
            <a:ext cx="171003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THRESHOLD</a:t>
            </a:r>
          </a:p>
        </p:txBody>
      </p:sp>
      <p:sp>
        <p:nvSpPr>
          <p:cNvPr id="97" name="!!source-9-dom-5-9-1-5-0-text-0">
            <a:extLst>
              <a:ext uri="{FF2B5EF4-FFF2-40B4-BE49-F238E27FC236}">
                <a16:creationId xmlns:a16="http://schemas.microsoft.com/office/drawing/2014/main" id="{3299FD8E-EBA1-4212-B86B-96509C47D31E}"/>
              </a:ext>
            </a:extLst>
          </p:cNvPr>
          <p:cNvSpPr>
            <a:spLocks noGrp="1"/>
          </p:cNvSpPr>
          <p:nvPr/>
        </p:nvSpPr>
        <p:spPr>
          <a:xfrm>
            <a:off x="5693569" y="4780657"/>
            <a:ext cx="142383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Feasibility</a:t>
            </a:r>
          </a:p>
        </p:txBody>
      </p:sp>
      <p:sp>
        <p:nvSpPr>
          <p:cNvPr id="98" name="!!source-9-dom-5-9-1-7-0-0-text-0">
            <a:extLst>
              <a:ext uri="{FF2B5EF4-FFF2-40B4-BE49-F238E27FC236}">
                <a16:creationId xmlns:a16="http://schemas.microsoft.com/office/drawing/2014/main" id="{D205D792-1C13-4021-80BE-1C001B9D744F}"/>
              </a:ext>
            </a:extLst>
          </p:cNvPr>
          <p:cNvSpPr>
            <a:spLocks noGrp="1"/>
          </p:cNvSpPr>
          <p:nvPr/>
        </p:nvSpPr>
        <p:spPr>
          <a:xfrm>
            <a:off x="5551884" y="5304532"/>
            <a:ext cx="170735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available mass</a:t>
            </a:r>
          </a:p>
        </p:txBody>
      </p:sp>
      <p:sp>
        <p:nvSpPr>
          <p:cNvPr id="99" name="!!source-9-dom-5-9-1-7-0-0-text-1">
            <a:extLst>
              <a:ext uri="{FF2B5EF4-FFF2-40B4-BE49-F238E27FC236}">
                <a16:creationId xmlns:a16="http://schemas.microsoft.com/office/drawing/2014/main" id="{1FDF381C-C351-4C79-BB1A-E12AF5CF6AFD}"/>
              </a:ext>
            </a:extLst>
          </p:cNvPr>
          <p:cNvSpPr>
            <a:spLocks noGrp="1"/>
          </p:cNvSpPr>
          <p:nvPr/>
        </p:nvSpPr>
        <p:spPr>
          <a:xfrm>
            <a:off x="5795963" y="5590282"/>
            <a:ext cx="121905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≥ demand</a:t>
            </a:r>
          </a:p>
        </p:txBody>
      </p:sp>
      <p:sp>
        <p:nvSpPr>
          <p:cNvPr id="100" name="!!source-9-dom-5-9-1-7-1-0-text-0">
            <a:extLst>
              <a:ext uri="{FF2B5EF4-FFF2-40B4-BE49-F238E27FC236}">
                <a16:creationId xmlns:a16="http://schemas.microsoft.com/office/drawing/2014/main" id="{9AE96154-8A01-4FF9-96C8-7351E01CDF69}"/>
              </a:ext>
            </a:extLst>
          </p:cNvPr>
          <p:cNvSpPr>
            <a:spLocks noGrp="1"/>
          </p:cNvSpPr>
          <p:nvPr/>
        </p:nvSpPr>
        <p:spPr>
          <a:xfrm>
            <a:off x="5734496" y="5952232"/>
            <a:ext cx="134198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per pattern</a:t>
            </a:r>
          </a:p>
        </p:txBody>
      </p:sp>
      <p:sp>
        <p:nvSpPr>
          <p:cNvPr id="101" name="!!source-9-dom-5-9-3-1-0-fill">
            <a:extLst>
              <a:ext uri="{FF2B5EF4-FFF2-40B4-BE49-F238E27FC236}">
                <a16:creationId xmlns:a16="http://schemas.microsoft.com/office/drawing/2014/main" id="{5A87AFED-58BD-4487-81AB-CD93B67A6C8A}"/>
              </a:ext>
            </a:extLst>
          </p:cNvPr>
          <p:cNvSpPr>
            <a:spLocks noGrp="1"/>
          </p:cNvSpPr>
          <p:nvPr/>
        </p:nvSpPr>
        <p:spPr>
          <a:xfrm>
            <a:off x="576262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2" name="!!source-9-dom-5-9-3-1-0-0-text-0">
            <a:extLst>
              <a:ext uri="{FF2B5EF4-FFF2-40B4-BE49-F238E27FC236}">
                <a16:creationId xmlns:a16="http://schemas.microsoft.com/office/drawing/2014/main" id="{8FEBCC71-03F6-4E17-86B6-9256B3EE8D85}"/>
              </a:ext>
            </a:extLst>
          </p:cNvPr>
          <p:cNvSpPr>
            <a:spLocks noGrp="1"/>
          </p:cNvSpPr>
          <p:nvPr/>
        </p:nvSpPr>
        <p:spPr>
          <a:xfrm>
            <a:off x="5931247" y="2886075"/>
            <a:ext cx="205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3" name="!!source-9-dom-5-9-3-1-1-0-0-text-0">
            <a:extLst>
              <a:ext uri="{FF2B5EF4-FFF2-40B4-BE49-F238E27FC236}">
                <a16:creationId xmlns:a16="http://schemas.microsoft.com/office/drawing/2014/main" id="{49707AAA-0BDC-483D-96D8-116ADA048AA2}"/>
              </a:ext>
            </a:extLst>
          </p:cNvPr>
          <p:cNvSpPr>
            <a:spLocks noGrp="1"/>
          </p:cNvSpPr>
          <p:nvPr/>
        </p:nvSpPr>
        <p:spPr>
          <a:xfrm>
            <a:off x="6429375" y="2724150"/>
            <a:ext cx="162044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Feasibility</a:t>
            </a:r>
          </a:p>
        </p:txBody>
      </p:sp>
      <p:sp>
        <p:nvSpPr>
          <p:cNvPr id="104" name="!!source-9-dom-5-9-3-1-1-1-0-text-0">
            <a:extLst>
              <a:ext uri="{FF2B5EF4-FFF2-40B4-BE49-F238E27FC236}">
                <a16:creationId xmlns:a16="http://schemas.microsoft.com/office/drawing/2014/main" id="{6CBA59B0-2DAF-432D-A95E-55CFDD9DC926}"/>
              </a:ext>
            </a:extLst>
          </p:cNvPr>
          <p:cNvSpPr>
            <a:spLocks noGrp="1"/>
          </p:cNvSpPr>
          <p:nvPr/>
        </p:nvSpPr>
        <p:spPr>
          <a:xfrm>
            <a:off x="6429375" y="3095625"/>
            <a:ext cx="52677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 threshold on the available mass, per pattern</a:t>
            </a:r>
          </a:p>
        </p:txBody>
      </p:sp>
      <p:sp>
        <p:nvSpPr>
          <p:cNvPr id="105" name="!!source-9-dom-5-9-3-3-2-0-0-text-0">
            <a:extLst>
              <a:ext uri="{FF2B5EF4-FFF2-40B4-BE49-F238E27FC236}">
                <a16:creationId xmlns:a16="http://schemas.microsoft.com/office/drawing/2014/main" id="{706F69E6-FEF6-4A95-AB8C-B268CCAB32F4}"/>
              </a:ext>
            </a:extLst>
          </p:cNvPr>
          <p:cNvSpPr>
            <a:spLocks noGrp="1"/>
          </p:cNvSpPr>
          <p:nvPr/>
        </p:nvSpPr>
        <p:spPr>
          <a:xfrm>
            <a:off x="10845105" y="3669209"/>
            <a:ext cx="19030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demand 16 kg ▸</a:t>
            </a:r>
          </a:p>
        </p:txBody>
      </p:sp>
      <p:sp>
        <p:nvSpPr>
          <p:cNvPr id="106" name="!!source-9-dom-5-9-3-3-5-fill">
            <a:extLst>
              <a:ext uri="{FF2B5EF4-FFF2-40B4-BE49-F238E27FC236}">
                <a16:creationId xmlns:a16="http://schemas.microsoft.com/office/drawing/2014/main" id="{23CE9CE3-1A4C-41BE-8278-6AE7068E95A3}"/>
              </a:ext>
            </a:extLst>
          </p:cNvPr>
          <p:cNvSpPr>
            <a:spLocks noGrp="1"/>
          </p:cNvSpPr>
          <p:nvPr/>
        </p:nvSpPr>
        <p:spPr>
          <a:xfrm>
            <a:off x="5762625" y="4069258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E8F3EC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7" name="!!source-9-dom-5-9-3-3-5-outline">
            <a:extLst>
              <a:ext uri="{FF2B5EF4-FFF2-40B4-BE49-F238E27FC236}">
                <a16:creationId xmlns:a16="http://schemas.microsoft.com/office/drawing/2014/main" id="{F42D0AC8-8428-4E67-B41C-2D2CC12E4107}"/>
              </a:ext>
            </a:extLst>
          </p:cNvPr>
          <p:cNvSpPr>
            <a:spLocks noGrp="1"/>
          </p:cNvSpPr>
          <p:nvPr/>
        </p:nvSpPr>
        <p:spPr>
          <a:xfrm>
            <a:off x="5776913" y="40835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2E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9-dom-5-9-3-3-5-0-text-0">
            <a:extLst>
              <a:ext uri="{FF2B5EF4-FFF2-40B4-BE49-F238E27FC236}">
                <a16:creationId xmlns:a16="http://schemas.microsoft.com/office/drawing/2014/main" id="{1155CD08-8C30-4875-92D4-8FB423518A53}"/>
              </a:ext>
            </a:extLst>
          </p:cNvPr>
          <p:cNvSpPr>
            <a:spLocks noGrp="1"/>
          </p:cNvSpPr>
          <p:nvPr/>
        </p:nvSpPr>
        <p:spPr>
          <a:xfrm>
            <a:off x="6000750" y="4193084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109" name="!!source-9-dom-5-9-3-3-6-fill">
            <a:extLst>
              <a:ext uri="{FF2B5EF4-FFF2-40B4-BE49-F238E27FC236}">
                <a16:creationId xmlns:a16="http://schemas.microsoft.com/office/drawing/2014/main" id="{096A7EAA-278E-4251-9427-1415C7015447}"/>
              </a:ext>
            </a:extLst>
          </p:cNvPr>
          <p:cNvSpPr>
            <a:spLocks noGrp="1"/>
          </p:cNvSpPr>
          <p:nvPr/>
        </p:nvSpPr>
        <p:spPr>
          <a:xfrm>
            <a:off x="8086725" y="4116884"/>
            <a:ext cx="5886449" cy="47625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9-dom-5-9-3-3-6-outline">
            <a:extLst>
              <a:ext uri="{FF2B5EF4-FFF2-40B4-BE49-F238E27FC236}">
                <a16:creationId xmlns:a16="http://schemas.microsoft.com/office/drawing/2014/main" id="{F664B729-4A80-4E3E-9643-AD3451E25A9F}"/>
              </a:ext>
            </a:extLst>
          </p:cNvPr>
          <p:cNvSpPr>
            <a:spLocks noGrp="1"/>
          </p:cNvSpPr>
          <p:nvPr/>
        </p:nvSpPr>
        <p:spPr>
          <a:xfrm>
            <a:off x="8096250" y="4126409"/>
            <a:ext cx="5867399" cy="45720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9-dom-5-9-3-3-6-0-fill">
            <a:extLst>
              <a:ext uri="{FF2B5EF4-FFF2-40B4-BE49-F238E27FC236}">
                <a16:creationId xmlns:a16="http://schemas.microsoft.com/office/drawing/2014/main" id="{9CE4DF9B-AD8F-420D-891B-81B9830A7066}"/>
              </a:ext>
            </a:extLst>
          </p:cNvPr>
          <p:cNvSpPr>
            <a:spLocks noGrp="1"/>
          </p:cNvSpPr>
          <p:nvPr/>
        </p:nvSpPr>
        <p:spPr>
          <a:xfrm>
            <a:off x="8105775" y="4135934"/>
            <a:ext cx="5087988" cy="438150"/>
          </a:xfrm>
          <a:prstGeom prst="rect">
            <a:avLst/>
          </a:prstGeom>
          <a:solidFill>
            <a:srgbClr val="2E7D4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9-dom-5-9-3-3-6-1-border-Left">
            <a:extLst>
              <a:ext uri="{FF2B5EF4-FFF2-40B4-BE49-F238E27FC236}">
                <a16:creationId xmlns:a16="http://schemas.microsoft.com/office/drawing/2014/main" id="{C50F8E13-F7C0-4FB1-9935-37431FF5188A}"/>
              </a:ext>
            </a:extLst>
          </p:cNvPr>
          <p:cNvSpPr>
            <a:spLocks noGrp="1"/>
          </p:cNvSpPr>
          <p:nvPr/>
        </p:nvSpPr>
        <p:spPr>
          <a:xfrm>
            <a:off x="12803386" y="40597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13" name="!!source-9-dom-5-9-3-3-7-0-text-0">
            <a:extLst>
              <a:ext uri="{FF2B5EF4-FFF2-40B4-BE49-F238E27FC236}">
                <a16:creationId xmlns:a16="http://schemas.microsoft.com/office/drawing/2014/main" id="{2B0CB19A-FE80-4465-9E19-BF0661133551}"/>
              </a:ext>
            </a:extLst>
          </p:cNvPr>
          <p:cNvSpPr>
            <a:spLocks noGrp="1"/>
          </p:cNvSpPr>
          <p:nvPr/>
        </p:nvSpPr>
        <p:spPr>
          <a:xfrm>
            <a:off x="14363700" y="4154984"/>
            <a:ext cx="295126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14" name="!!source-9-dom-5-9-3-3-9-fill">
            <a:extLst>
              <a:ext uri="{FF2B5EF4-FFF2-40B4-BE49-F238E27FC236}">
                <a16:creationId xmlns:a16="http://schemas.microsoft.com/office/drawing/2014/main" id="{A012C862-EE84-4974-95E5-4C1F1E166C6A}"/>
              </a:ext>
            </a:extLst>
          </p:cNvPr>
          <p:cNvSpPr>
            <a:spLocks noGrp="1"/>
          </p:cNvSpPr>
          <p:nvPr/>
        </p:nvSpPr>
        <p:spPr>
          <a:xfrm>
            <a:off x="5762625" y="4755059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E8F3EC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9-dom-5-9-3-3-9-outline">
            <a:extLst>
              <a:ext uri="{FF2B5EF4-FFF2-40B4-BE49-F238E27FC236}">
                <a16:creationId xmlns:a16="http://schemas.microsoft.com/office/drawing/2014/main" id="{2853EC57-8FCA-4ADD-A369-5275A14E7838}"/>
              </a:ext>
            </a:extLst>
          </p:cNvPr>
          <p:cNvSpPr>
            <a:spLocks noGrp="1"/>
          </p:cNvSpPr>
          <p:nvPr/>
        </p:nvSpPr>
        <p:spPr>
          <a:xfrm>
            <a:off x="5776913" y="47693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2E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9-dom-5-9-3-3-9-0-text-0">
            <a:extLst>
              <a:ext uri="{FF2B5EF4-FFF2-40B4-BE49-F238E27FC236}">
                <a16:creationId xmlns:a16="http://schemas.microsoft.com/office/drawing/2014/main" id="{9B631987-0AB9-4A4B-9058-2D50CFBB4AA4}"/>
              </a:ext>
            </a:extLst>
          </p:cNvPr>
          <p:cNvSpPr>
            <a:spLocks noGrp="1"/>
          </p:cNvSpPr>
          <p:nvPr/>
        </p:nvSpPr>
        <p:spPr>
          <a:xfrm>
            <a:off x="6000750" y="4878883"/>
            <a:ext cx="1106984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117" name="!!source-9-dom-5-9-3-3-10-fill">
            <a:extLst>
              <a:ext uri="{FF2B5EF4-FFF2-40B4-BE49-F238E27FC236}">
                <a16:creationId xmlns:a16="http://schemas.microsoft.com/office/drawing/2014/main" id="{A42B9391-C6DB-47AE-AF87-B1271AD343F6}"/>
              </a:ext>
            </a:extLst>
          </p:cNvPr>
          <p:cNvSpPr>
            <a:spLocks noGrp="1"/>
          </p:cNvSpPr>
          <p:nvPr/>
        </p:nvSpPr>
        <p:spPr>
          <a:xfrm>
            <a:off x="8086725" y="4802683"/>
            <a:ext cx="5886449" cy="476251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9-dom-5-9-3-3-10-outline">
            <a:extLst>
              <a:ext uri="{FF2B5EF4-FFF2-40B4-BE49-F238E27FC236}">
                <a16:creationId xmlns:a16="http://schemas.microsoft.com/office/drawing/2014/main" id="{8D0DB39F-F413-443B-BF67-4E7B6730030C}"/>
              </a:ext>
            </a:extLst>
          </p:cNvPr>
          <p:cNvSpPr>
            <a:spLocks noGrp="1"/>
          </p:cNvSpPr>
          <p:nvPr/>
        </p:nvSpPr>
        <p:spPr>
          <a:xfrm>
            <a:off x="8096250" y="4812208"/>
            <a:ext cx="5867399" cy="457201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9-dom-5-9-3-3-10-0-fill">
            <a:extLst>
              <a:ext uri="{FF2B5EF4-FFF2-40B4-BE49-F238E27FC236}">
                <a16:creationId xmlns:a16="http://schemas.microsoft.com/office/drawing/2014/main" id="{364C43DE-6FA3-4EBB-A166-F5F669740E9F}"/>
              </a:ext>
            </a:extLst>
          </p:cNvPr>
          <p:cNvSpPr>
            <a:spLocks noGrp="1"/>
          </p:cNvSpPr>
          <p:nvPr/>
        </p:nvSpPr>
        <p:spPr>
          <a:xfrm>
            <a:off x="8105775" y="4821734"/>
            <a:ext cx="4912518" cy="438150"/>
          </a:xfrm>
          <a:prstGeom prst="rect">
            <a:avLst/>
          </a:prstGeom>
          <a:solidFill>
            <a:srgbClr val="2E7D4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9-dom-5-9-3-3-10-1-border-Left">
            <a:extLst>
              <a:ext uri="{FF2B5EF4-FFF2-40B4-BE49-F238E27FC236}">
                <a16:creationId xmlns:a16="http://schemas.microsoft.com/office/drawing/2014/main" id="{65428377-9E4C-445F-91B6-7B2EDF54C595}"/>
              </a:ext>
            </a:extLst>
          </p:cNvPr>
          <p:cNvSpPr>
            <a:spLocks noGrp="1"/>
          </p:cNvSpPr>
          <p:nvPr/>
        </p:nvSpPr>
        <p:spPr>
          <a:xfrm>
            <a:off x="12803386" y="47455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1" name="!!source-9-dom-5-9-3-3-11-0-text-0">
            <a:extLst>
              <a:ext uri="{FF2B5EF4-FFF2-40B4-BE49-F238E27FC236}">
                <a16:creationId xmlns:a16="http://schemas.microsoft.com/office/drawing/2014/main" id="{B937326D-9603-440B-A864-21FA33C48C8F}"/>
              </a:ext>
            </a:extLst>
          </p:cNvPr>
          <p:cNvSpPr>
            <a:spLocks noGrp="1"/>
          </p:cNvSpPr>
          <p:nvPr/>
        </p:nvSpPr>
        <p:spPr>
          <a:xfrm>
            <a:off x="14363700" y="4840784"/>
            <a:ext cx="295126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22" name="!!source-9-dom-5-9-3-3-13-fill">
            <a:extLst>
              <a:ext uri="{FF2B5EF4-FFF2-40B4-BE49-F238E27FC236}">
                <a16:creationId xmlns:a16="http://schemas.microsoft.com/office/drawing/2014/main" id="{3B8DE5EF-582A-4493-9950-4A5F5CD00842}"/>
              </a:ext>
            </a:extLst>
          </p:cNvPr>
          <p:cNvSpPr>
            <a:spLocks noGrp="1"/>
          </p:cNvSpPr>
          <p:nvPr/>
        </p:nvSpPr>
        <p:spPr>
          <a:xfrm>
            <a:off x="5762625" y="5440859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9-dom-5-9-3-3-13-outline">
            <a:extLst>
              <a:ext uri="{FF2B5EF4-FFF2-40B4-BE49-F238E27FC236}">
                <a16:creationId xmlns:a16="http://schemas.microsoft.com/office/drawing/2014/main" id="{EC03D2ED-020A-49F2-BB9E-FC50EDF8166F}"/>
              </a:ext>
            </a:extLst>
          </p:cNvPr>
          <p:cNvSpPr>
            <a:spLocks noGrp="1"/>
          </p:cNvSpPr>
          <p:nvPr/>
        </p:nvSpPr>
        <p:spPr>
          <a:xfrm>
            <a:off x="5776913" y="54551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4" name="!!source-9-dom-5-9-3-3-13-0-text-0">
            <a:extLst>
              <a:ext uri="{FF2B5EF4-FFF2-40B4-BE49-F238E27FC236}">
                <a16:creationId xmlns:a16="http://schemas.microsoft.com/office/drawing/2014/main" id="{185EAA86-603C-4CDB-8E38-2B119A20C94F}"/>
              </a:ext>
            </a:extLst>
          </p:cNvPr>
          <p:cNvSpPr>
            <a:spLocks noGrp="1"/>
          </p:cNvSpPr>
          <p:nvPr/>
        </p:nvSpPr>
        <p:spPr>
          <a:xfrm>
            <a:off x="6000750" y="5564683"/>
            <a:ext cx="36671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T4</a:t>
            </a:r>
          </a:p>
        </p:txBody>
      </p:sp>
      <p:sp>
        <p:nvSpPr>
          <p:cNvPr id="125" name="!!source-9-dom-5-9-3-3-14-fill">
            <a:extLst>
              <a:ext uri="{FF2B5EF4-FFF2-40B4-BE49-F238E27FC236}">
                <a16:creationId xmlns:a16="http://schemas.microsoft.com/office/drawing/2014/main" id="{9302451F-D29B-4C7C-883B-C10DBB7FC41E}"/>
              </a:ext>
            </a:extLst>
          </p:cNvPr>
          <p:cNvSpPr>
            <a:spLocks noGrp="1"/>
          </p:cNvSpPr>
          <p:nvPr/>
        </p:nvSpPr>
        <p:spPr>
          <a:xfrm>
            <a:off x="8086725" y="5488484"/>
            <a:ext cx="5886449" cy="47625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9-dom-5-9-3-3-14-outline">
            <a:extLst>
              <a:ext uri="{FF2B5EF4-FFF2-40B4-BE49-F238E27FC236}">
                <a16:creationId xmlns:a16="http://schemas.microsoft.com/office/drawing/2014/main" id="{AD8CF7FC-A7A3-40FC-8354-633B9A208929}"/>
              </a:ext>
            </a:extLst>
          </p:cNvPr>
          <p:cNvSpPr>
            <a:spLocks noGrp="1"/>
          </p:cNvSpPr>
          <p:nvPr/>
        </p:nvSpPr>
        <p:spPr>
          <a:xfrm>
            <a:off x="8096250" y="5498009"/>
            <a:ext cx="5867399" cy="45720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7" name="!!source-9-dom-5-9-3-3-14-0-fill">
            <a:extLst>
              <a:ext uri="{FF2B5EF4-FFF2-40B4-BE49-F238E27FC236}">
                <a16:creationId xmlns:a16="http://schemas.microsoft.com/office/drawing/2014/main" id="{7398084B-1B96-48C6-BE9F-C2CF72E8A7FC}"/>
              </a:ext>
            </a:extLst>
          </p:cNvPr>
          <p:cNvSpPr>
            <a:spLocks noGrp="1"/>
          </p:cNvSpPr>
          <p:nvPr/>
        </p:nvSpPr>
        <p:spPr>
          <a:xfrm>
            <a:off x="8105775" y="5507534"/>
            <a:ext cx="2807196" cy="438150"/>
          </a:xfrm>
          <a:prstGeom prst="rect">
            <a:avLst/>
          </a:prstGeom>
          <a:solidFill>
            <a:srgbClr val="C9B8AD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8" name="!!source-9-dom-5-9-3-3-14-1-border-Left">
            <a:extLst>
              <a:ext uri="{FF2B5EF4-FFF2-40B4-BE49-F238E27FC236}">
                <a16:creationId xmlns:a16="http://schemas.microsoft.com/office/drawing/2014/main" id="{DE3F3DEB-4D54-4CBC-8742-7749DC10EEA4}"/>
              </a:ext>
            </a:extLst>
          </p:cNvPr>
          <p:cNvSpPr>
            <a:spLocks noGrp="1"/>
          </p:cNvSpPr>
          <p:nvPr/>
        </p:nvSpPr>
        <p:spPr>
          <a:xfrm>
            <a:off x="12803386" y="54313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9-dom-5-9-3-3-15-0-text-0">
            <a:extLst>
              <a:ext uri="{FF2B5EF4-FFF2-40B4-BE49-F238E27FC236}">
                <a16:creationId xmlns:a16="http://schemas.microsoft.com/office/drawing/2014/main" id="{25E9605E-1E64-4EEE-9D6F-5ED52D02C493}"/>
              </a:ext>
            </a:extLst>
          </p:cNvPr>
          <p:cNvSpPr>
            <a:spLocks noGrp="1"/>
          </p:cNvSpPr>
          <p:nvPr/>
        </p:nvSpPr>
        <p:spPr>
          <a:xfrm>
            <a:off x="14394954" y="5526583"/>
            <a:ext cx="232618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✗</a:t>
            </a:r>
          </a:p>
        </p:txBody>
      </p:sp>
      <p:sp>
        <p:nvSpPr>
          <p:cNvPr id="130" name="!!source-9-dom-5-9-3-5-0-text-0">
            <a:extLst>
              <a:ext uri="{FF2B5EF4-FFF2-40B4-BE49-F238E27FC236}">
                <a16:creationId xmlns:a16="http://schemas.microsoft.com/office/drawing/2014/main" id="{A767C709-17F8-4881-8F10-A0FC97994536}"/>
              </a:ext>
            </a:extLst>
          </p:cNvPr>
          <p:cNvSpPr>
            <a:spLocks noGrp="1"/>
          </p:cNvSpPr>
          <p:nvPr/>
        </p:nvSpPr>
        <p:spPr>
          <a:xfrm>
            <a:off x="5762625" y="6328916"/>
            <a:ext cx="857979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Feasible: the pattern delivers at least the demand. The set changes</a:t>
            </a:r>
          </a:p>
        </p:txBody>
      </p:sp>
      <p:sp>
        <p:nvSpPr>
          <p:cNvPr id="131" name="!!source-9-dom-5-9-3-5-0-text-1">
            <a:extLst>
              <a:ext uri="{FF2B5EF4-FFF2-40B4-BE49-F238E27FC236}">
                <a16:creationId xmlns:a16="http://schemas.microsoft.com/office/drawing/2014/main" id="{C5547368-DDAD-4062-BBD7-314850FF5F5B}"/>
              </a:ext>
            </a:extLst>
          </p:cNvPr>
          <p:cNvSpPr>
            <a:spLocks noGrp="1"/>
          </p:cNvSpPr>
          <p:nvPr/>
        </p:nvSpPr>
        <p:spPr>
          <a:xfrm>
            <a:off x="5762625" y="6687889"/>
            <a:ext cx="32614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with every tank pressure.</a:t>
            </a:r>
          </a:p>
        </p:txBody>
      </p:sp>
      <p:sp>
        <p:nvSpPr>
          <p:cNvPr id="132" name="!!source-9-dom-5-13-fill">
            <a:extLst>
              <a:ext uri="{FF2B5EF4-FFF2-40B4-BE49-F238E27FC236}">
                <a16:creationId xmlns:a16="http://schemas.microsoft.com/office/drawing/2014/main" id="{6C837053-352A-4ADD-99C1-9FD692C03E48}"/>
              </a:ext>
            </a:extLst>
          </p:cNvPr>
          <p:cNvSpPr>
            <a:spLocks noGrp="1"/>
          </p:cNvSpPr>
          <p:nvPr/>
        </p:nvSpPr>
        <p:spPr>
          <a:xfrm>
            <a:off x="7620000" y="2466975"/>
            <a:ext cx="962025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3" name="!!source-9-dom-5-13-outline">
            <a:extLst>
              <a:ext uri="{FF2B5EF4-FFF2-40B4-BE49-F238E27FC236}">
                <a16:creationId xmlns:a16="http://schemas.microsoft.com/office/drawing/2014/main" id="{10C5DF73-D325-43A9-9E69-6CDE5A485E70}"/>
              </a:ext>
            </a:extLst>
          </p:cNvPr>
          <p:cNvSpPr>
            <a:spLocks noGrp="1"/>
          </p:cNvSpPr>
          <p:nvPr/>
        </p:nvSpPr>
        <p:spPr>
          <a:xfrm>
            <a:off x="7634288" y="2481263"/>
            <a:ext cx="9591675" cy="4789438"/>
          </a:xfrm>
          <a:prstGeom prst="rect">
            <a:avLst/>
          </a:prstGeom>
          <a:noFill/>
          <a:ln w="28575">
            <a:solidFill>
              <a:srgbClr val="8A7B71">
                <a:alpha val="10000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9-dom-5-13-1-1-fill">
            <a:extLst>
              <a:ext uri="{FF2B5EF4-FFF2-40B4-BE49-F238E27FC236}">
                <a16:creationId xmlns:a16="http://schemas.microsoft.com/office/drawing/2014/main" id="{8F6AC212-0D89-43BB-954C-0C1110820FF3}"/>
              </a:ext>
            </a:extLst>
          </p:cNvPr>
          <p:cNvSpPr>
            <a:spLocks noGrp="1"/>
          </p:cNvSpPr>
          <p:nvPr/>
        </p:nvSpPr>
        <p:spPr>
          <a:xfrm>
            <a:off x="12125325" y="3656707"/>
            <a:ext cx="609601" cy="609600"/>
          </a:xfrm>
          <a:prstGeom prst="ellipse">
            <a:avLst/>
          </a:prstGeom>
          <a:solidFill>
            <a:srgbClr val="8A7B71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5" name="!!source-9-dom-5-13-1-1-0-text-0">
            <a:extLst>
              <a:ext uri="{FF2B5EF4-FFF2-40B4-BE49-F238E27FC236}">
                <a16:creationId xmlns:a16="http://schemas.microsoft.com/office/drawing/2014/main" id="{D01A3AB5-7CFB-4578-A235-547EEB36184B}"/>
              </a:ext>
            </a:extLst>
          </p:cNvPr>
          <p:cNvSpPr>
            <a:spLocks noGrp="1"/>
          </p:cNvSpPr>
          <p:nvPr/>
        </p:nvSpPr>
        <p:spPr>
          <a:xfrm>
            <a:off x="12331601" y="3785295"/>
            <a:ext cx="2445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36" name="!!source-9-dom-5-13-1-3-0-text-0">
            <a:extLst>
              <a:ext uri="{FF2B5EF4-FFF2-40B4-BE49-F238E27FC236}">
                <a16:creationId xmlns:a16="http://schemas.microsoft.com/office/drawing/2014/main" id="{9F2C69CB-287F-4591-BE7F-DD19C8D7140D}"/>
              </a:ext>
            </a:extLst>
          </p:cNvPr>
          <p:cNvSpPr>
            <a:spLocks noGrp="1"/>
          </p:cNvSpPr>
          <p:nvPr/>
        </p:nvSpPr>
        <p:spPr>
          <a:xfrm>
            <a:off x="11774686" y="4456807"/>
            <a:ext cx="135850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ONGOING</a:t>
            </a:r>
          </a:p>
        </p:txBody>
      </p:sp>
      <p:sp>
        <p:nvSpPr>
          <p:cNvPr id="137" name="!!source-9-dom-5-13-1-5-0-text-0">
            <a:extLst>
              <a:ext uri="{FF2B5EF4-FFF2-40B4-BE49-F238E27FC236}">
                <a16:creationId xmlns:a16="http://schemas.microsoft.com/office/drawing/2014/main" id="{9DFAE699-2205-4369-BF6C-A4DEF565043C}"/>
              </a:ext>
            </a:extLst>
          </p:cNvPr>
          <p:cNvSpPr>
            <a:spLocks noGrp="1"/>
          </p:cNvSpPr>
          <p:nvPr/>
        </p:nvSpPr>
        <p:spPr>
          <a:xfrm>
            <a:off x="11684794" y="4923532"/>
            <a:ext cx="1538287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138" name="!!source-9-dom-5-13-1-7-0-0-text-0">
            <a:extLst>
              <a:ext uri="{FF2B5EF4-FFF2-40B4-BE49-F238E27FC236}">
                <a16:creationId xmlns:a16="http://schemas.microsoft.com/office/drawing/2014/main" id="{D7FB9993-5B06-49F7-8957-544CF464642B}"/>
              </a:ext>
            </a:extLst>
          </p:cNvPr>
          <p:cNvSpPr>
            <a:spLocks noGrp="1"/>
          </p:cNvSpPr>
          <p:nvPr/>
        </p:nvSpPr>
        <p:spPr>
          <a:xfrm>
            <a:off x="11643271" y="5447407"/>
            <a:ext cx="162133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disjoint count</a:t>
            </a:r>
          </a:p>
        </p:txBody>
      </p:sp>
      <p:sp>
        <p:nvSpPr>
          <p:cNvPr id="139" name="!!source-9-dom-5-13-1-7-1-0-text-0">
            <a:extLst>
              <a:ext uri="{FF2B5EF4-FFF2-40B4-BE49-F238E27FC236}">
                <a16:creationId xmlns:a16="http://schemas.microsoft.com/office/drawing/2014/main" id="{B154444D-DCC5-4C73-8532-F6EFAC69CAE9}"/>
              </a:ext>
            </a:extLst>
          </p:cNvPr>
          <p:cNvSpPr>
            <a:spLocks noGrp="1"/>
          </p:cNvSpPr>
          <p:nvPr/>
        </p:nvSpPr>
        <p:spPr>
          <a:xfrm>
            <a:off x="11984682" y="5809357"/>
            <a:ext cx="9383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≥ target</a:t>
            </a:r>
          </a:p>
        </p:txBody>
      </p:sp>
      <p:sp>
        <p:nvSpPr>
          <p:cNvPr id="140" name="!!source-9-dom-5-13-3-1-0-0-fill">
            <a:extLst>
              <a:ext uri="{FF2B5EF4-FFF2-40B4-BE49-F238E27FC236}">
                <a16:creationId xmlns:a16="http://schemas.microsoft.com/office/drawing/2014/main" id="{C1A64241-80A2-4F07-8F52-8416A3CB94CA}"/>
              </a:ext>
            </a:extLst>
          </p:cNvPr>
          <p:cNvSpPr>
            <a:spLocks noGrp="1"/>
          </p:cNvSpPr>
          <p:nvPr/>
        </p:nvSpPr>
        <p:spPr>
          <a:xfrm>
            <a:off x="7953375" y="2800350"/>
            <a:ext cx="495301" cy="495300"/>
          </a:xfrm>
          <a:prstGeom prst="ellipse">
            <a:avLst/>
          </a:prstGeom>
          <a:solidFill>
            <a:srgbClr val="8A7B71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1" name="!!source-9-dom-5-13-3-1-0-0-0-text-0">
            <a:extLst>
              <a:ext uri="{FF2B5EF4-FFF2-40B4-BE49-F238E27FC236}">
                <a16:creationId xmlns:a16="http://schemas.microsoft.com/office/drawing/2014/main" id="{127D12AC-3054-4813-9524-86C203389118}"/>
              </a:ext>
            </a:extLst>
          </p:cNvPr>
          <p:cNvSpPr>
            <a:spLocks noGrp="1"/>
          </p:cNvSpPr>
          <p:nvPr/>
        </p:nvSpPr>
        <p:spPr>
          <a:xfrm>
            <a:off x="8109049" y="2886075"/>
            <a:ext cx="2314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42" name="!!source-9-dom-5-13-3-1-0-1-0-0-text-0">
            <a:extLst>
              <a:ext uri="{FF2B5EF4-FFF2-40B4-BE49-F238E27FC236}">
                <a16:creationId xmlns:a16="http://schemas.microsoft.com/office/drawing/2014/main" id="{83E550C6-76CC-4ABE-89AF-A5C4878E708E}"/>
              </a:ext>
            </a:extLst>
          </p:cNvPr>
          <p:cNvSpPr>
            <a:spLocks noGrp="1"/>
          </p:cNvSpPr>
          <p:nvPr/>
        </p:nvSpPr>
        <p:spPr>
          <a:xfrm>
            <a:off x="8620125" y="2724150"/>
            <a:ext cx="175126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143" name="!!source-9-dom-5-13-3-1-0-1-1-0-text-0">
            <a:extLst>
              <a:ext uri="{FF2B5EF4-FFF2-40B4-BE49-F238E27FC236}">
                <a16:creationId xmlns:a16="http://schemas.microsoft.com/office/drawing/2014/main" id="{596D8150-341B-49BB-8051-AEED6A41D982}"/>
              </a:ext>
            </a:extLst>
          </p:cNvPr>
          <p:cNvSpPr>
            <a:spLocks noGrp="1"/>
          </p:cNvSpPr>
          <p:nvPr/>
        </p:nvSpPr>
        <p:spPr>
          <a:xfrm>
            <a:off x="8620125" y="3095625"/>
            <a:ext cx="588094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count the disjoint feasible patterns against a target</a:t>
            </a:r>
          </a:p>
        </p:txBody>
      </p:sp>
      <p:sp>
        <p:nvSpPr>
          <p:cNvPr id="144" name="!!source-9-dom-5-13-3-1-1-outline">
            <a:extLst>
              <a:ext uri="{FF2B5EF4-FFF2-40B4-BE49-F238E27FC236}">
                <a16:creationId xmlns:a16="http://schemas.microsoft.com/office/drawing/2014/main" id="{3DBA113E-13AC-4F58-8562-B664ED0A70D4}"/>
              </a:ext>
            </a:extLst>
          </p:cNvPr>
          <p:cNvSpPr>
            <a:spLocks noGrp="1"/>
          </p:cNvSpPr>
          <p:nvPr/>
        </p:nvSpPr>
        <p:spPr>
          <a:xfrm>
            <a:off x="14649450" y="2852738"/>
            <a:ext cx="2305051" cy="390525"/>
          </a:xfrm>
          <a:prstGeom prst="rect">
            <a:avLst/>
          </a:prstGeom>
          <a:noFill/>
          <a:ln w="1905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9-dom-5-13-3-1-1-0-text-0">
            <a:extLst>
              <a:ext uri="{FF2B5EF4-FFF2-40B4-BE49-F238E27FC236}">
                <a16:creationId xmlns:a16="http://schemas.microsoft.com/office/drawing/2014/main" id="{1CEAF25B-AD38-4B02-9839-4DDD4C15339D}"/>
              </a:ext>
            </a:extLst>
          </p:cNvPr>
          <p:cNvSpPr>
            <a:spLocks noGrp="1"/>
          </p:cNvSpPr>
          <p:nvPr/>
        </p:nvSpPr>
        <p:spPr>
          <a:xfrm>
            <a:off x="14792325" y="2919413"/>
            <a:ext cx="20669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95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ONGOING WORK</a:t>
            </a:r>
          </a:p>
        </p:txBody>
      </p:sp>
      <p:sp>
        <p:nvSpPr>
          <p:cNvPr id="146" name="!!source-9-dom-5-13-3-3-1-1-0-text-0">
            <a:extLst>
              <a:ext uri="{FF2B5EF4-FFF2-40B4-BE49-F238E27FC236}">
                <a16:creationId xmlns:a16="http://schemas.microsoft.com/office/drawing/2014/main" id="{95DA8734-DE01-4940-9397-280EC07A1E9A}"/>
              </a:ext>
            </a:extLst>
          </p:cNvPr>
          <p:cNvSpPr>
            <a:spLocks noGrp="1"/>
          </p:cNvSpPr>
          <p:nvPr/>
        </p:nvSpPr>
        <p:spPr>
          <a:xfrm>
            <a:off x="7953375" y="3738265"/>
            <a:ext cx="28460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FEASIBLE PATTERNS</a:t>
            </a:r>
          </a:p>
        </p:txBody>
      </p:sp>
      <p:sp>
        <p:nvSpPr>
          <p:cNvPr id="147" name="!!source-9-dom-5-13-3-3-1-3-0-fill">
            <a:extLst>
              <a:ext uri="{FF2B5EF4-FFF2-40B4-BE49-F238E27FC236}">
                <a16:creationId xmlns:a16="http://schemas.microsoft.com/office/drawing/2014/main" id="{ED7FF089-A77F-47D4-B5D1-1F3F9F703524}"/>
              </a:ext>
            </a:extLst>
          </p:cNvPr>
          <p:cNvSpPr>
            <a:spLocks noGrp="1"/>
          </p:cNvSpPr>
          <p:nvPr/>
        </p:nvSpPr>
        <p:spPr>
          <a:xfrm>
            <a:off x="7953375" y="4128790"/>
            <a:ext cx="1535609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8" name="!!source-9-dom-5-13-3-3-1-3-0-outline">
            <a:extLst>
              <a:ext uri="{FF2B5EF4-FFF2-40B4-BE49-F238E27FC236}">
                <a16:creationId xmlns:a16="http://schemas.microsoft.com/office/drawing/2014/main" id="{0BABA517-CE00-476B-9E8E-1048D0F0476F}"/>
              </a:ext>
            </a:extLst>
          </p:cNvPr>
          <p:cNvSpPr>
            <a:spLocks noGrp="1"/>
          </p:cNvSpPr>
          <p:nvPr/>
        </p:nvSpPr>
        <p:spPr>
          <a:xfrm>
            <a:off x="7967662" y="4143077"/>
            <a:ext cx="1507034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9" name="!!source-9-dom-5-13-3-3-1-3-0-0-text-0">
            <a:extLst>
              <a:ext uri="{FF2B5EF4-FFF2-40B4-BE49-F238E27FC236}">
                <a16:creationId xmlns:a16="http://schemas.microsoft.com/office/drawing/2014/main" id="{9A9D8A6F-F69F-4462-AE9D-94C1F1E48D99}"/>
              </a:ext>
            </a:extLst>
          </p:cNvPr>
          <p:cNvSpPr>
            <a:spLocks noGrp="1"/>
          </p:cNvSpPr>
          <p:nvPr/>
        </p:nvSpPr>
        <p:spPr>
          <a:xfrm>
            <a:off x="8191500" y="4252615"/>
            <a:ext cx="110698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150" name="!!source-9-dom-5-13-3-3-1-3-1-fill">
            <a:extLst>
              <a:ext uri="{FF2B5EF4-FFF2-40B4-BE49-F238E27FC236}">
                <a16:creationId xmlns:a16="http://schemas.microsoft.com/office/drawing/2014/main" id="{DFF18000-27B7-417E-ADD3-74ECB8BE29D9}"/>
              </a:ext>
            </a:extLst>
          </p:cNvPr>
          <p:cNvSpPr>
            <a:spLocks noGrp="1"/>
          </p:cNvSpPr>
          <p:nvPr/>
        </p:nvSpPr>
        <p:spPr>
          <a:xfrm>
            <a:off x="9584233" y="4128790"/>
            <a:ext cx="1535610" cy="571500"/>
          </a:xfrm>
          <a:prstGeom prst="roundRect">
            <a:avLst>
              <a:gd name="adj" fmla="val 1000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1" name="!!source-9-dom-5-13-3-3-1-3-1-outline">
            <a:extLst>
              <a:ext uri="{FF2B5EF4-FFF2-40B4-BE49-F238E27FC236}">
                <a16:creationId xmlns:a16="http://schemas.microsoft.com/office/drawing/2014/main" id="{349EA93D-AAF8-4430-B3C7-91AEE68FB4FE}"/>
              </a:ext>
            </a:extLst>
          </p:cNvPr>
          <p:cNvSpPr>
            <a:spLocks noGrp="1"/>
          </p:cNvSpPr>
          <p:nvPr/>
        </p:nvSpPr>
        <p:spPr>
          <a:xfrm>
            <a:off x="9598521" y="4143077"/>
            <a:ext cx="150703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2" name="!!source-9-dom-5-13-3-3-1-3-1-0-text-0">
            <a:extLst>
              <a:ext uri="{FF2B5EF4-FFF2-40B4-BE49-F238E27FC236}">
                <a16:creationId xmlns:a16="http://schemas.microsoft.com/office/drawing/2014/main" id="{A78CBF8B-954B-4C0F-B9EF-7EA5A3445AAD}"/>
              </a:ext>
            </a:extLst>
          </p:cNvPr>
          <p:cNvSpPr>
            <a:spLocks noGrp="1"/>
          </p:cNvSpPr>
          <p:nvPr/>
        </p:nvSpPr>
        <p:spPr>
          <a:xfrm>
            <a:off x="9822359" y="4252615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153" name="!!source-9-dom-5-13-3-3-1-3-2-fill">
            <a:extLst>
              <a:ext uri="{FF2B5EF4-FFF2-40B4-BE49-F238E27FC236}">
                <a16:creationId xmlns:a16="http://schemas.microsoft.com/office/drawing/2014/main" id="{03C1747E-8CA8-4EA4-9B49-1CF106146D95}"/>
              </a:ext>
            </a:extLst>
          </p:cNvPr>
          <p:cNvSpPr>
            <a:spLocks noGrp="1"/>
          </p:cNvSpPr>
          <p:nvPr/>
        </p:nvSpPr>
        <p:spPr>
          <a:xfrm>
            <a:off x="11215092" y="4128790"/>
            <a:ext cx="1649760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4" name="!!source-9-dom-5-13-3-3-1-3-2-outline">
            <a:extLst>
              <a:ext uri="{FF2B5EF4-FFF2-40B4-BE49-F238E27FC236}">
                <a16:creationId xmlns:a16="http://schemas.microsoft.com/office/drawing/2014/main" id="{ED706BF2-24FB-4BD2-8733-93545B7B9A41}"/>
              </a:ext>
            </a:extLst>
          </p:cNvPr>
          <p:cNvSpPr>
            <a:spLocks noGrp="1"/>
          </p:cNvSpPr>
          <p:nvPr/>
        </p:nvSpPr>
        <p:spPr>
          <a:xfrm>
            <a:off x="11229380" y="4143077"/>
            <a:ext cx="162118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9-dom-5-13-3-3-1-3-2-0-text-0">
            <a:extLst>
              <a:ext uri="{FF2B5EF4-FFF2-40B4-BE49-F238E27FC236}">
                <a16:creationId xmlns:a16="http://schemas.microsoft.com/office/drawing/2014/main" id="{67DF5877-2F9B-41A6-9D07-FC50D7497765}"/>
              </a:ext>
            </a:extLst>
          </p:cNvPr>
          <p:cNvSpPr>
            <a:spLocks noGrp="1"/>
          </p:cNvSpPr>
          <p:nvPr/>
        </p:nvSpPr>
        <p:spPr>
          <a:xfrm>
            <a:off x="11453217" y="4252615"/>
            <a:ext cx="122113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T3₁ → T3₃</a:t>
            </a:r>
          </a:p>
        </p:txBody>
      </p:sp>
      <p:sp>
        <p:nvSpPr>
          <p:cNvPr id="156" name="!!source-9-dom-5-13-3-3-1-5-0-text-0">
            <a:extLst>
              <a:ext uri="{FF2B5EF4-FFF2-40B4-BE49-F238E27FC236}">
                <a16:creationId xmlns:a16="http://schemas.microsoft.com/office/drawing/2014/main" id="{24CA3327-105F-4245-A20C-47E36EA3A3D6}"/>
              </a:ext>
            </a:extLst>
          </p:cNvPr>
          <p:cNvSpPr>
            <a:spLocks noGrp="1"/>
          </p:cNvSpPr>
          <p:nvPr/>
        </p:nvSpPr>
        <p:spPr>
          <a:xfrm>
            <a:off x="7953375" y="4824115"/>
            <a:ext cx="475416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two share T4: only one of them can count</a:t>
            </a:r>
          </a:p>
        </p:txBody>
      </p:sp>
      <p:sp>
        <p:nvSpPr>
          <p:cNvPr id="157" name="!!source-9-dom-5-13-3-3-3-0-fill">
            <a:extLst>
              <a:ext uri="{FF2B5EF4-FFF2-40B4-BE49-F238E27FC236}">
                <a16:creationId xmlns:a16="http://schemas.microsoft.com/office/drawing/2014/main" id="{BC2AF9D6-715C-4766-8172-E4DF03838D3D}"/>
              </a:ext>
            </a:extLst>
          </p:cNvPr>
          <p:cNvSpPr>
            <a:spLocks noGrp="1"/>
          </p:cNvSpPr>
          <p:nvPr/>
        </p:nvSpPr>
        <p:spPr>
          <a:xfrm>
            <a:off x="7953375" y="5302151"/>
            <a:ext cx="1510308" cy="1000125"/>
          </a:xfrm>
          <a:prstGeom prst="rect">
            <a:avLst/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8" name="!!source-9-dom-5-13-3-3-3-0-outline">
            <a:extLst>
              <a:ext uri="{FF2B5EF4-FFF2-40B4-BE49-F238E27FC236}">
                <a16:creationId xmlns:a16="http://schemas.microsoft.com/office/drawing/2014/main" id="{F43A77FC-A00F-43BB-90D2-0FA2AE1106ED}"/>
              </a:ext>
            </a:extLst>
          </p:cNvPr>
          <p:cNvSpPr>
            <a:spLocks noGrp="1"/>
          </p:cNvSpPr>
          <p:nvPr/>
        </p:nvSpPr>
        <p:spPr>
          <a:xfrm>
            <a:off x="7962900" y="5311676"/>
            <a:ext cx="1491258" cy="981075"/>
          </a:xfrm>
          <a:prstGeom prst="rect">
            <a:avLst/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9" name="!!source-9-dom-5-13-3-3-3-0-0-0-text-0">
            <a:extLst>
              <a:ext uri="{FF2B5EF4-FFF2-40B4-BE49-F238E27FC236}">
                <a16:creationId xmlns:a16="http://schemas.microsoft.com/office/drawing/2014/main" id="{35C64749-76F4-49FC-B4CA-47F3F341BEDD}"/>
              </a:ext>
            </a:extLst>
          </p:cNvPr>
          <p:cNvSpPr>
            <a:spLocks noGrp="1"/>
          </p:cNvSpPr>
          <p:nvPr/>
        </p:nvSpPr>
        <p:spPr>
          <a:xfrm>
            <a:off x="8124825" y="5435501"/>
            <a:ext cx="121503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DISJOINT</a:t>
            </a:r>
          </a:p>
        </p:txBody>
      </p:sp>
      <p:sp>
        <p:nvSpPr>
          <p:cNvPr id="160" name="!!source-9-dom-5-13-3-3-3-0-1-0-text-0">
            <a:extLst>
              <a:ext uri="{FF2B5EF4-FFF2-40B4-BE49-F238E27FC236}">
                <a16:creationId xmlns:a16="http://schemas.microsoft.com/office/drawing/2014/main" id="{AD7381AB-D679-4E6D-87B4-045B94688473}"/>
              </a:ext>
            </a:extLst>
          </p:cNvPr>
          <p:cNvSpPr>
            <a:spLocks noGrp="1"/>
          </p:cNvSpPr>
          <p:nvPr/>
        </p:nvSpPr>
        <p:spPr>
          <a:xfrm>
            <a:off x="8607623" y="5711726"/>
            <a:ext cx="249436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</a:t>
            </a:r>
          </a:p>
        </p:txBody>
      </p:sp>
      <p:sp>
        <p:nvSpPr>
          <p:cNvPr id="161" name="!!source-9-dom-5-13-3-3-3-1-0-text-0">
            <a:extLst>
              <a:ext uri="{FF2B5EF4-FFF2-40B4-BE49-F238E27FC236}">
                <a16:creationId xmlns:a16="http://schemas.microsoft.com/office/drawing/2014/main" id="{ED9DA45E-4672-49A5-9AFA-3DE0CE26EA95}"/>
              </a:ext>
            </a:extLst>
          </p:cNvPr>
          <p:cNvSpPr>
            <a:spLocks noGrp="1"/>
          </p:cNvSpPr>
          <p:nvPr/>
        </p:nvSpPr>
        <p:spPr>
          <a:xfrm>
            <a:off x="9598968" y="5592663"/>
            <a:ext cx="253156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 spc="-6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≥</a:t>
            </a:r>
          </a:p>
        </p:txBody>
      </p:sp>
      <p:sp>
        <p:nvSpPr>
          <p:cNvPr id="162" name="!!source-9-dom-5-13-3-3-3-2-fill">
            <a:extLst>
              <a:ext uri="{FF2B5EF4-FFF2-40B4-BE49-F238E27FC236}">
                <a16:creationId xmlns:a16="http://schemas.microsoft.com/office/drawing/2014/main" id="{F12BA5F1-D22F-45C4-ADC9-F55B31109533}"/>
              </a:ext>
            </a:extLst>
          </p:cNvPr>
          <p:cNvSpPr>
            <a:spLocks noGrp="1"/>
          </p:cNvSpPr>
          <p:nvPr/>
        </p:nvSpPr>
        <p:spPr>
          <a:xfrm>
            <a:off x="9939933" y="5302151"/>
            <a:ext cx="1311919" cy="1000125"/>
          </a:xfrm>
          <a:prstGeom prst="rect">
            <a:avLst/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3" name="!!source-9-dom-5-13-3-3-3-2-outline">
            <a:extLst>
              <a:ext uri="{FF2B5EF4-FFF2-40B4-BE49-F238E27FC236}">
                <a16:creationId xmlns:a16="http://schemas.microsoft.com/office/drawing/2014/main" id="{ED373F00-D07C-4EB1-9B9F-50EF1C49B544}"/>
              </a:ext>
            </a:extLst>
          </p:cNvPr>
          <p:cNvSpPr>
            <a:spLocks noGrp="1"/>
          </p:cNvSpPr>
          <p:nvPr/>
        </p:nvSpPr>
        <p:spPr>
          <a:xfrm>
            <a:off x="9949458" y="5311676"/>
            <a:ext cx="1292869" cy="981075"/>
          </a:xfrm>
          <a:prstGeom prst="rect">
            <a:avLst/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4" name="!!source-9-dom-5-13-3-3-3-2-0-0-text-0">
            <a:extLst>
              <a:ext uri="{FF2B5EF4-FFF2-40B4-BE49-F238E27FC236}">
                <a16:creationId xmlns:a16="http://schemas.microsoft.com/office/drawing/2014/main" id="{3D3FEF27-9B67-4B95-90B6-675D6D6B025F}"/>
              </a:ext>
            </a:extLst>
          </p:cNvPr>
          <p:cNvSpPr>
            <a:spLocks noGrp="1"/>
          </p:cNvSpPr>
          <p:nvPr/>
        </p:nvSpPr>
        <p:spPr>
          <a:xfrm>
            <a:off x="10111384" y="5435501"/>
            <a:ext cx="1016644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TARGET</a:t>
            </a:r>
          </a:p>
        </p:txBody>
      </p:sp>
      <p:sp>
        <p:nvSpPr>
          <p:cNvPr id="165" name="!!source-9-dom-5-13-3-3-3-2-1-0-text-0">
            <a:extLst>
              <a:ext uri="{FF2B5EF4-FFF2-40B4-BE49-F238E27FC236}">
                <a16:creationId xmlns:a16="http://schemas.microsoft.com/office/drawing/2014/main" id="{EAED404C-3932-4FCC-BFE3-444293C0DD3C}"/>
              </a:ext>
            </a:extLst>
          </p:cNvPr>
          <p:cNvSpPr>
            <a:spLocks noGrp="1"/>
          </p:cNvSpPr>
          <p:nvPr/>
        </p:nvSpPr>
        <p:spPr>
          <a:xfrm>
            <a:off x="10494913" y="5711726"/>
            <a:ext cx="249436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</a:t>
            </a:r>
          </a:p>
        </p:txBody>
      </p:sp>
      <p:sp>
        <p:nvSpPr>
          <p:cNvPr id="166" name="!!source-9-dom-5-13-3-3-3-3-0-text-0">
            <a:extLst>
              <a:ext uri="{FF2B5EF4-FFF2-40B4-BE49-F238E27FC236}">
                <a16:creationId xmlns:a16="http://schemas.microsoft.com/office/drawing/2014/main" id="{1D85997E-0AD2-41AA-B243-CBB0AFC3737A}"/>
              </a:ext>
            </a:extLst>
          </p:cNvPr>
          <p:cNvSpPr>
            <a:spLocks noGrp="1"/>
          </p:cNvSpPr>
          <p:nvPr/>
        </p:nvSpPr>
        <p:spPr>
          <a:xfrm>
            <a:off x="11322696" y="5602189"/>
            <a:ext cx="382041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 spc="-6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⇔</a:t>
            </a:r>
          </a:p>
        </p:txBody>
      </p:sp>
      <p:sp>
        <p:nvSpPr>
          <p:cNvPr id="167" name="!!source-9-dom-5-13-3-3-3-4-fill">
            <a:extLst>
              <a:ext uri="{FF2B5EF4-FFF2-40B4-BE49-F238E27FC236}">
                <a16:creationId xmlns:a16="http://schemas.microsoft.com/office/drawing/2014/main" id="{79F2C247-2EDF-4E57-8C4C-FDF21A467FC9}"/>
              </a:ext>
            </a:extLst>
          </p:cNvPr>
          <p:cNvSpPr>
            <a:spLocks noGrp="1"/>
          </p:cNvSpPr>
          <p:nvPr/>
        </p:nvSpPr>
        <p:spPr>
          <a:xfrm>
            <a:off x="11728103" y="5302151"/>
            <a:ext cx="1739354" cy="1000125"/>
          </a:xfrm>
          <a:prstGeom prst="rect">
            <a:avLst/>
          </a:prstGeom>
          <a:solidFill>
            <a:srgbClr val="E8F3EC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8" name="!!source-9-dom-5-13-3-3-3-4-outline">
            <a:extLst>
              <a:ext uri="{FF2B5EF4-FFF2-40B4-BE49-F238E27FC236}">
                <a16:creationId xmlns:a16="http://schemas.microsoft.com/office/drawing/2014/main" id="{8D90A792-CB44-4961-B426-576F98F154FC}"/>
              </a:ext>
            </a:extLst>
          </p:cNvPr>
          <p:cNvSpPr>
            <a:spLocks noGrp="1"/>
          </p:cNvSpPr>
          <p:nvPr/>
        </p:nvSpPr>
        <p:spPr>
          <a:xfrm>
            <a:off x="11737628" y="5311676"/>
            <a:ext cx="1720304" cy="981075"/>
          </a:xfrm>
          <a:prstGeom prst="rect">
            <a:avLst/>
          </a:prstGeom>
          <a:noFill/>
          <a:ln w="19050">
            <a:solidFill>
              <a:srgbClr val="2E7D4F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9" name="!!source-9-dom-5-13-3-3-3-4-0-0-text-0">
            <a:extLst>
              <a:ext uri="{FF2B5EF4-FFF2-40B4-BE49-F238E27FC236}">
                <a16:creationId xmlns:a16="http://schemas.microsoft.com/office/drawing/2014/main" id="{4F3671AE-C44E-4F08-ABF1-C916728C100C}"/>
              </a:ext>
            </a:extLst>
          </p:cNvPr>
          <p:cNvSpPr>
            <a:spLocks noGrp="1"/>
          </p:cNvSpPr>
          <p:nvPr/>
        </p:nvSpPr>
        <p:spPr>
          <a:xfrm>
            <a:off x="11899552" y="5435501"/>
            <a:ext cx="144408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2E7D4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2E7D4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AVAILABLE</a:t>
            </a:r>
          </a:p>
        </p:txBody>
      </p:sp>
      <p:sp>
        <p:nvSpPr>
          <p:cNvPr id="170" name="!!source-9-dom-5-13-3-3-3-4-1-0-text-0">
            <a:extLst>
              <a:ext uri="{FF2B5EF4-FFF2-40B4-BE49-F238E27FC236}">
                <a16:creationId xmlns:a16="http://schemas.microsoft.com/office/drawing/2014/main" id="{82764ACD-A23E-47C6-8EAE-582C5CBADF91}"/>
              </a:ext>
            </a:extLst>
          </p:cNvPr>
          <p:cNvSpPr>
            <a:spLocks noGrp="1"/>
          </p:cNvSpPr>
          <p:nvPr/>
        </p:nvSpPr>
        <p:spPr>
          <a:xfrm>
            <a:off x="12437566" y="5711726"/>
            <a:ext cx="367904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2E7D4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2E7D4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✓</a:t>
            </a:r>
          </a:p>
        </p:txBody>
      </p:sp>
      <p:sp>
        <p:nvSpPr>
          <p:cNvPr id="171" name="!!source-9-dom-5-13-3-5-0-text-0">
            <a:extLst>
              <a:ext uri="{FF2B5EF4-FFF2-40B4-BE49-F238E27FC236}">
                <a16:creationId xmlns:a16="http://schemas.microsoft.com/office/drawing/2014/main" id="{7AEFA34A-AE96-4537-8A7A-15C0888B9C40}"/>
              </a:ext>
            </a:extLst>
          </p:cNvPr>
          <p:cNvSpPr>
            <a:spLocks noGrp="1"/>
          </p:cNvSpPr>
          <p:nvPr/>
        </p:nvSpPr>
        <p:spPr>
          <a:xfrm>
            <a:off x="7953375" y="6687889"/>
            <a:ext cx="820831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The target is time-varying: raise it at rush hours, relax it at night.</a:t>
            </a:r>
          </a:p>
        </p:txBody>
      </p:sp>
      <p:sp>
        <p:nvSpPr>
          <p:cNvPr id="172" name="!!source-9-dom-7-1-outline">
            <a:extLst>
              <a:ext uri="{FF2B5EF4-FFF2-40B4-BE49-F238E27FC236}">
                <a16:creationId xmlns:a16="http://schemas.microsoft.com/office/drawing/2014/main" id="{1EF36FD6-9442-4EEF-A669-A070DB5A64BE}"/>
              </a:ext>
            </a:extLst>
          </p:cNvPr>
          <p:cNvSpPr>
            <a:spLocks noGrp="1"/>
          </p:cNvSpPr>
          <p:nvPr/>
        </p:nvSpPr>
        <p:spPr>
          <a:xfrm>
            <a:off x="1062037" y="7800082"/>
            <a:ext cx="4834682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3" name="!!source-9-dom-7-1-0-text-0">
            <a:extLst>
              <a:ext uri="{FF2B5EF4-FFF2-40B4-BE49-F238E27FC236}">
                <a16:creationId xmlns:a16="http://schemas.microsoft.com/office/drawing/2014/main" id="{7F2AA647-C599-47DD-A3F4-EAB20404BE88}"/>
              </a:ext>
            </a:extLst>
          </p:cNvPr>
          <p:cNvSpPr>
            <a:spLocks noGrp="1"/>
          </p:cNvSpPr>
          <p:nvPr/>
        </p:nvSpPr>
        <p:spPr>
          <a:xfrm>
            <a:off x="1304925" y="7928669"/>
            <a:ext cx="4396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Feasible: per pattern, per client</a:t>
            </a:r>
          </a:p>
        </p:txBody>
      </p:sp>
      <p:sp>
        <p:nvSpPr>
          <p:cNvPr id="174" name="!!source-9-dom-7-3-outline">
            <a:extLst>
              <a:ext uri="{FF2B5EF4-FFF2-40B4-BE49-F238E27FC236}">
                <a16:creationId xmlns:a16="http://schemas.microsoft.com/office/drawing/2014/main" id="{412DAFA4-FFB4-4B74-B401-B235AB33327B}"/>
              </a:ext>
            </a:extLst>
          </p:cNvPr>
          <p:cNvSpPr>
            <a:spLocks noGrp="1"/>
          </p:cNvSpPr>
          <p:nvPr/>
        </p:nvSpPr>
        <p:spPr>
          <a:xfrm>
            <a:off x="6153894" y="7800082"/>
            <a:ext cx="5006876" cy="581025"/>
          </a:xfrm>
          <a:prstGeom prst="rect">
            <a:avLst/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5" name="!!source-9-dom-7-3-0-text-0">
            <a:extLst>
              <a:ext uri="{FF2B5EF4-FFF2-40B4-BE49-F238E27FC236}">
                <a16:creationId xmlns:a16="http://schemas.microsoft.com/office/drawing/2014/main" id="{659F8D75-0B76-44F2-8157-2B4D5E57993C}"/>
              </a:ext>
            </a:extLst>
          </p:cNvPr>
          <p:cNvSpPr>
            <a:spLocks noGrp="1"/>
          </p:cNvSpPr>
          <p:nvPr/>
        </p:nvSpPr>
        <p:spPr>
          <a:xfrm>
            <a:off x="6396782" y="7928669"/>
            <a:ext cx="45687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Available: disjoint count ≥ target</a:t>
            </a:r>
          </a:p>
        </p:txBody>
      </p:sp>
      <p:sp>
        <p:nvSpPr>
          <p:cNvPr id="176" name="!!source-9-dom-7-5-0-text-0">
            <a:extLst>
              <a:ext uri="{FF2B5EF4-FFF2-40B4-BE49-F238E27FC236}">
                <a16:creationId xmlns:a16="http://schemas.microsoft.com/office/drawing/2014/main" id="{06E8ECCA-F112-47CA-85F8-68C00B2A4AFD}"/>
              </a:ext>
            </a:extLst>
          </p:cNvPr>
          <p:cNvSpPr>
            <a:spLocks noGrp="1"/>
          </p:cNvSpPr>
          <p:nvPr/>
        </p:nvSpPr>
        <p:spPr>
          <a:xfrm>
            <a:off x="11403657" y="7580263"/>
            <a:ext cx="4520804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Availability is a quantity the solver</a:t>
            </a:r>
          </a:p>
        </p:txBody>
      </p:sp>
      <p:sp>
        <p:nvSpPr>
          <p:cNvPr id="177" name="!!source-9-dom-7-5-0-text-1">
            <a:extLst>
              <a:ext uri="{FF2B5EF4-FFF2-40B4-BE49-F238E27FC236}">
                <a16:creationId xmlns:a16="http://schemas.microsoft.com/office/drawing/2014/main" id="{14F5CC1D-C99E-4503-BC65-57A8DAA7DDF8}"/>
              </a:ext>
            </a:extLst>
          </p:cNvPr>
          <p:cNvSpPr>
            <a:spLocks noGrp="1"/>
          </p:cNvSpPr>
          <p:nvPr/>
        </p:nvSpPr>
        <p:spPr>
          <a:xfrm>
            <a:off x="11403657" y="7926883"/>
            <a:ext cx="544145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optimises, not a stored mass. All of it can</a:t>
            </a:r>
          </a:p>
        </p:txBody>
      </p:sp>
      <p:sp>
        <p:nvSpPr>
          <p:cNvPr id="178" name="!!source-9-dom-7-5-0-text-2">
            <a:extLst>
              <a:ext uri="{FF2B5EF4-FFF2-40B4-BE49-F238E27FC236}">
                <a16:creationId xmlns:a16="http://schemas.microsoft.com/office/drawing/2014/main" id="{04A71811-CB28-450F-8FAE-C264F41DD16F}"/>
              </a:ext>
            </a:extLst>
          </p:cNvPr>
          <p:cNvSpPr>
            <a:spLocks noGrp="1"/>
          </p:cNvSpPr>
          <p:nvPr/>
        </p:nvSpPr>
        <p:spPr>
          <a:xfrm>
            <a:off x="11403657" y="8273504"/>
            <a:ext cx="166657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vary in time.</a:t>
            </a:r>
          </a:p>
        </p:txBody>
      </p:sp>
      <p:pic>
        <p:nvPicPr>
          <p:cNvPr id="360" name="!!source-9-dom-9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361" name="!!source-9-dom-9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428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ource-9-dom-1-0-0-0-text-0">
            <a:extLst>
              <a:ext uri="{FF2B5EF4-FFF2-40B4-BE49-F238E27FC236}">
                <a16:creationId xmlns:a16="http://schemas.microsoft.com/office/drawing/2014/main" id="{39646425-DCE5-41F2-BE0F-D089D9FA069D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9-dom-1-0-1-0-text-0">
            <a:extLst>
              <a:ext uri="{FF2B5EF4-FFF2-40B4-BE49-F238E27FC236}">
                <a16:creationId xmlns:a16="http://schemas.microsoft.com/office/drawing/2014/main" id="{776AA766-A8A8-4F86-865B-DB674E841A43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9-dom-1-0-2-border-Bottom">
            <a:extLst>
              <a:ext uri="{FF2B5EF4-FFF2-40B4-BE49-F238E27FC236}">
                <a16:creationId xmlns:a16="http://schemas.microsoft.com/office/drawing/2014/main" id="{E962500C-6A51-4878-B704-A7E9E6D4AE73}"/>
              </a:ext>
            </a:extLst>
          </p:cNvPr>
          <p:cNvSpPr>
            <a:spLocks noGrp="1"/>
          </p:cNvSpPr>
          <p:nvPr/>
        </p:nvSpPr>
        <p:spPr>
          <a:xfrm>
            <a:off x="4126409" y="690562"/>
            <a:ext cx="1632942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!!source-9-dom-1-0-2-0-text-0">
            <a:extLst>
              <a:ext uri="{FF2B5EF4-FFF2-40B4-BE49-F238E27FC236}">
                <a16:creationId xmlns:a16="http://schemas.microsoft.com/office/drawing/2014/main" id="{AEF91F6C-BB88-43CB-8469-A1AD31D70E3D}"/>
              </a:ext>
            </a:extLst>
          </p:cNvPr>
          <p:cNvSpPr>
            <a:spLocks noGrp="1"/>
          </p:cNvSpPr>
          <p:nvPr/>
        </p:nvSpPr>
        <p:spPr>
          <a:xfrm>
            <a:off x="4126409" y="381000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6" name="!!source-9-dom-1-0-3-0-text-0">
            <a:extLst>
              <a:ext uri="{FF2B5EF4-FFF2-40B4-BE49-F238E27FC236}">
                <a16:creationId xmlns:a16="http://schemas.microsoft.com/office/drawing/2014/main" id="{1BC4A604-617C-4631-A610-F75E9B20B14B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9-dom-1-0-4-0-text-0">
            <a:extLst>
              <a:ext uri="{FF2B5EF4-FFF2-40B4-BE49-F238E27FC236}">
                <a16:creationId xmlns:a16="http://schemas.microsoft.com/office/drawing/2014/main" id="{C6AED5B3-D5D9-47CF-8E08-F2A049277B84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9-dom-1-0-5-0-text-0">
            <a:extLst>
              <a:ext uri="{FF2B5EF4-FFF2-40B4-BE49-F238E27FC236}">
                <a16:creationId xmlns:a16="http://schemas.microsoft.com/office/drawing/2014/main" id="{4C4A44C1-50FD-49E0-8C32-464141CA0038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9-dom-1-1-0-text-0">
            <a:extLst>
              <a:ext uri="{FF2B5EF4-FFF2-40B4-BE49-F238E27FC236}">
                <a16:creationId xmlns:a16="http://schemas.microsoft.com/office/drawing/2014/main" id="{875407BA-3146-49DC-B1F8-DD90356E1D9D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10 / 17</a:t>
            </a:r>
          </a:p>
        </p:txBody>
      </p:sp>
      <p:sp>
        <p:nvSpPr>
          <p:cNvPr id="10" name="!!source-9-dom-3-1-0-0-text-0">
            <a:extLst>
              <a:ext uri="{FF2B5EF4-FFF2-40B4-BE49-F238E27FC236}">
                <a16:creationId xmlns:a16="http://schemas.microsoft.com/office/drawing/2014/main" id="{AA69FD51-D2C3-4E2D-AA85-A0A403CC0BF5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6440686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The availability objective</a:t>
            </a:r>
          </a:p>
        </p:txBody>
      </p:sp>
      <p:sp>
        <p:nvSpPr>
          <p:cNvPr id="11" name="!!source-9-dom-3-1-1-0-0-text-0">
            <a:extLst>
              <a:ext uri="{FF2B5EF4-FFF2-40B4-BE49-F238E27FC236}">
                <a16:creationId xmlns:a16="http://schemas.microsoft.com/office/drawing/2014/main" id="{7B4771FD-F6E2-4961-A898-9CC01D3242A9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590014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Not a stored mass: a quantity to optimise</a:t>
            </a:r>
          </a:p>
        </p:txBody>
      </p:sp>
      <p:sp>
        <p:nvSpPr>
          <p:cNvPr id="12" name="!!source-9-dom-5-1-fill">
            <a:extLst>
              <a:ext uri="{FF2B5EF4-FFF2-40B4-BE49-F238E27FC236}">
                <a16:creationId xmlns:a16="http://schemas.microsoft.com/office/drawing/2014/main" id="{F4D697EF-50D3-4537-A8D5-9925D39F84EC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381000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9-dom-5-1-outline">
            <a:extLst>
              <a:ext uri="{FF2B5EF4-FFF2-40B4-BE49-F238E27FC236}">
                <a16:creationId xmlns:a16="http://schemas.microsoft.com/office/drawing/2014/main" id="{B97CE809-65F9-4552-936F-6A965A62E07B}"/>
              </a:ext>
            </a:extLst>
          </p:cNvPr>
          <p:cNvSpPr>
            <a:spLocks noGrp="1"/>
          </p:cNvSpPr>
          <p:nvPr/>
        </p:nvSpPr>
        <p:spPr>
          <a:xfrm>
            <a:off x="1062037" y="2481263"/>
            <a:ext cx="3781425" cy="4789438"/>
          </a:xfrm>
          <a:prstGeom prst="rect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9-dom-5-1-1-1-fill">
            <a:extLst>
              <a:ext uri="{FF2B5EF4-FFF2-40B4-BE49-F238E27FC236}">
                <a16:creationId xmlns:a16="http://schemas.microsoft.com/office/drawing/2014/main" id="{2BF9D3BF-6EC2-49C3-98FC-2909870F39E0}"/>
              </a:ext>
            </a:extLst>
          </p:cNvPr>
          <p:cNvSpPr>
            <a:spLocks noGrp="1"/>
          </p:cNvSpPr>
          <p:nvPr/>
        </p:nvSpPr>
        <p:spPr>
          <a:xfrm>
            <a:off x="2647950" y="3347144"/>
            <a:ext cx="609600" cy="609600"/>
          </a:xfrm>
          <a:prstGeom prst="ellipse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!!source-9-dom-5-1-1-1-0-text-0">
            <a:extLst>
              <a:ext uri="{FF2B5EF4-FFF2-40B4-BE49-F238E27FC236}">
                <a16:creationId xmlns:a16="http://schemas.microsoft.com/office/drawing/2014/main" id="{CB99DDCD-F5FA-4671-B595-92BABC67D161}"/>
              </a:ext>
            </a:extLst>
          </p:cNvPr>
          <p:cNvSpPr>
            <a:spLocks noGrp="1"/>
          </p:cNvSpPr>
          <p:nvPr/>
        </p:nvSpPr>
        <p:spPr>
          <a:xfrm>
            <a:off x="2896642" y="3475732"/>
            <a:ext cx="15969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!!source-9-dom-5-1-1-3-0-text-0">
            <a:extLst>
              <a:ext uri="{FF2B5EF4-FFF2-40B4-BE49-F238E27FC236}">
                <a16:creationId xmlns:a16="http://schemas.microsoft.com/office/drawing/2014/main" id="{03016CC0-E7C9-4C1F-A1AC-9511AF28FA80}"/>
              </a:ext>
            </a:extLst>
          </p:cNvPr>
          <p:cNvSpPr>
            <a:spLocks noGrp="1"/>
          </p:cNvSpPr>
          <p:nvPr/>
        </p:nvSpPr>
        <p:spPr>
          <a:xfrm>
            <a:off x="2535882" y="4147245"/>
            <a:ext cx="88136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INPUT</a:t>
            </a:r>
          </a:p>
        </p:txBody>
      </p:sp>
      <p:sp>
        <p:nvSpPr>
          <p:cNvPr id="17" name="!!source-9-dom-5-1-1-5-0-text-0">
            <a:extLst>
              <a:ext uri="{FF2B5EF4-FFF2-40B4-BE49-F238E27FC236}">
                <a16:creationId xmlns:a16="http://schemas.microsoft.com/office/drawing/2014/main" id="{BC245726-90DE-4534-B91D-25CCA5175810}"/>
              </a:ext>
            </a:extLst>
          </p:cNvPr>
          <p:cNvSpPr>
            <a:spLocks noGrp="1"/>
          </p:cNvSpPr>
          <p:nvPr/>
        </p:nvSpPr>
        <p:spPr>
          <a:xfrm>
            <a:off x="2067074" y="4613969"/>
            <a:ext cx="181882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Hypothetical</a:t>
            </a:r>
          </a:p>
        </p:txBody>
      </p:sp>
      <p:sp>
        <p:nvSpPr>
          <p:cNvPr id="18" name="!!source-9-dom-5-1-1-5-0-text-1">
            <a:extLst>
              <a:ext uri="{FF2B5EF4-FFF2-40B4-BE49-F238E27FC236}">
                <a16:creationId xmlns:a16="http://schemas.microsoft.com/office/drawing/2014/main" id="{A27B0C9D-6AEF-49B7-A37F-E7F18E93FE83}"/>
              </a:ext>
            </a:extLst>
          </p:cNvPr>
          <p:cNvSpPr>
            <a:spLocks noGrp="1"/>
          </p:cNvSpPr>
          <p:nvPr/>
        </p:nvSpPr>
        <p:spPr>
          <a:xfrm>
            <a:off x="2568030" y="4947345"/>
            <a:ext cx="81706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client</a:t>
            </a:r>
          </a:p>
        </p:txBody>
      </p:sp>
      <p:sp>
        <p:nvSpPr>
          <p:cNvPr id="19" name="!!source-9-dom-5-1-1-7-0-0-text-0">
            <a:extLst>
              <a:ext uri="{FF2B5EF4-FFF2-40B4-BE49-F238E27FC236}">
                <a16:creationId xmlns:a16="http://schemas.microsoft.com/office/drawing/2014/main" id="{F5263F34-C0B6-4280-87EB-24A23DEA457E}"/>
              </a:ext>
            </a:extLst>
          </p:cNvPr>
          <p:cNvSpPr>
            <a:spLocks noGrp="1"/>
          </p:cNvSpPr>
          <p:nvPr/>
        </p:nvSpPr>
        <p:spPr>
          <a:xfrm>
            <a:off x="2097732" y="5471219"/>
            <a:ext cx="17576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mass on arrival</a:t>
            </a:r>
          </a:p>
        </p:txBody>
      </p:sp>
      <p:sp>
        <p:nvSpPr>
          <p:cNvPr id="20" name="!!source-9-dom-5-1-1-7-1-0-text-0">
            <a:extLst>
              <a:ext uri="{FF2B5EF4-FFF2-40B4-BE49-F238E27FC236}">
                <a16:creationId xmlns:a16="http://schemas.microsoft.com/office/drawing/2014/main" id="{95551D44-D88E-423E-AEE1-A5386EBFA9CE}"/>
              </a:ext>
            </a:extLst>
          </p:cNvPr>
          <p:cNvSpPr>
            <a:spLocks noGrp="1"/>
          </p:cNvSpPr>
          <p:nvPr/>
        </p:nvSpPr>
        <p:spPr>
          <a:xfrm>
            <a:off x="2399258" y="5833169"/>
            <a:ext cx="115460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hydrogen</a:t>
            </a:r>
          </a:p>
        </p:txBody>
      </p:sp>
      <p:sp>
        <p:nvSpPr>
          <p:cNvPr id="21" name="!!source-9-dom-5-1-1-7-1-0-text-1">
            <a:extLst>
              <a:ext uri="{FF2B5EF4-FFF2-40B4-BE49-F238E27FC236}">
                <a16:creationId xmlns:a16="http://schemas.microsoft.com/office/drawing/2014/main" id="{F1FC04AB-B402-4CBF-B54D-E3FDA55CE158}"/>
              </a:ext>
            </a:extLst>
          </p:cNvPr>
          <p:cNvSpPr>
            <a:spLocks noGrp="1"/>
          </p:cNvSpPr>
          <p:nvPr/>
        </p:nvSpPr>
        <p:spPr>
          <a:xfrm>
            <a:off x="2462659" y="6118919"/>
            <a:ext cx="102765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demand</a:t>
            </a:r>
          </a:p>
        </p:txBody>
      </p:sp>
      <p:sp>
        <p:nvSpPr>
          <p:cNvPr id="22" name="!!source-9-dom-5-1-3-1-0-fill">
            <a:extLst>
              <a:ext uri="{FF2B5EF4-FFF2-40B4-BE49-F238E27FC236}">
                <a16:creationId xmlns:a16="http://schemas.microsoft.com/office/drawing/2014/main" id="{21523E0B-1528-4F67-814C-915922450EA5}"/>
              </a:ext>
            </a:extLst>
          </p:cNvPr>
          <p:cNvSpPr>
            <a:spLocks noGrp="1"/>
          </p:cNvSpPr>
          <p:nvPr/>
        </p:nvSpPr>
        <p:spPr>
          <a:xfrm>
            <a:off x="1381125" y="2800350"/>
            <a:ext cx="495300" cy="495300"/>
          </a:xfrm>
          <a:prstGeom prst="ellipse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" name="!!source-9-dom-5-1-3-1-0-0-text-0">
            <a:extLst>
              <a:ext uri="{FF2B5EF4-FFF2-40B4-BE49-F238E27FC236}">
                <a16:creationId xmlns:a16="http://schemas.microsoft.com/office/drawing/2014/main" id="{D18DA386-80FD-4BED-85D3-ECFAAE78B8CB}"/>
              </a:ext>
            </a:extLst>
          </p:cNvPr>
          <p:cNvSpPr>
            <a:spLocks noGrp="1"/>
          </p:cNvSpPr>
          <p:nvPr/>
        </p:nvSpPr>
        <p:spPr>
          <a:xfrm>
            <a:off x="1576388" y="2886075"/>
            <a:ext cx="15225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4" name="!!source-9-dom-5-1-3-1-1-0-0-text-0">
            <a:extLst>
              <a:ext uri="{FF2B5EF4-FFF2-40B4-BE49-F238E27FC236}">
                <a16:creationId xmlns:a16="http://schemas.microsoft.com/office/drawing/2014/main" id="{CD3DFBCE-08AC-4061-A466-F99D91777F9E}"/>
              </a:ext>
            </a:extLst>
          </p:cNvPr>
          <p:cNvSpPr>
            <a:spLocks noGrp="1"/>
          </p:cNvSpPr>
          <p:nvPr/>
        </p:nvSpPr>
        <p:spPr>
          <a:xfrm>
            <a:off x="2047875" y="2724150"/>
            <a:ext cx="330577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hypothetical client</a:t>
            </a:r>
          </a:p>
        </p:txBody>
      </p:sp>
      <p:sp>
        <p:nvSpPr>
          <p:cNvPr id="25" name="!!source-9-dom-5-1-3-1-1-1-0-text-0">
            <a:extLst>
              <a:ext uri="{FF2B5EF4-FFF2-40B4-BE49-F238E27FC236}">
                <a16:creationId xmlns:a16="http://schemas.microsoft.com/office/drawing/2014/main" id="{9E8FBE13-3F3F-4EF2-854B-59A78D556E1B}"/>
              </a:ext>
            </a:extLst>
          </p:cNvPr>
          <p:cNvSpPr>
            <a:spLocks noGrp="1"/>
          </p:cNvSpPr>
          <p:nvPr/>
        </p:nvSpPr>
        <p:spPr>
          <a:xfrm>
            <a:off x="2047875" y="3095625"/>
            <a:ext cx="446201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the one the station must stay ready for</a:t>
            </a:r>
          </a:p>
        </p:txBody>
      </p:sp>
      <p:sp>
        <p:nvSpPr>
          <p:cNvPr id="26" name="!!source-9-dom-5-1-3-3-1-0-0-text-0">
            <a:extLst>
              <a:ext uri="{FF2B5EF4-FFF2-40B4-BE49-F238E27FC236}">
                <a16:creationId xmlns:a16="http://schemas.microsoft.com/office/drawing/2014/main" id="{A211DFF8-7909-4A82-BF3E-490FDC1F2989}"/>
              </a:ext>
            </a:extLst>
          </p:cNvPr>
          <p:cNvSpPr>
            <a:spLocks noGrp="1"/>
          </p:cNvSpPr>
          <p:nvPr/>
        </p:nvSpPr>
        <p:spPr>
          <a:xfrm>
            <a:off x="1381125" y="3896320"/>
            <a:ext cx="196676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on arrival</a:t>
            </a:r>
          </a:p>
        </p:txBody>
      </p:sp>
      <p:sp>
        <p:nvSpPr>
          <p:cNvPr id="27" name="!!source-9-dom-5-1-3-3-1-1-fill">
            <a:extLst>
              <a:ext uri="{FF2B5EF4-FFF2-40B4-BE49-F238E27FC236}">
                <a16:creationId xmlns:a16="http://schemas.microsoft.com/office/drawing/2014/main" id="{C42E01F8-9F00-49B7-8AF6-A72B3E987C3B}"/>
              </a:ext>
            </a:extLst>
          </p:cNvPr>
          <p:cNvSpPr>
            <a:spLocks noGrp="1"/>
          </p:cNvSpPr>
          <p:nvPr/>
        </p:nvSpPr>
        <p:spPr>
          <a:xfrm>
            <a:off x="1788170" y="4277320"/>
            <a:ext cx="1104900" cy="1485900"/>
          </a:xfrm>
          <a:prstGeom prst="roundRect">
            <a:avLst>
              <a:gd name="adj" fmla="val 12069"/>
            </a:avLst>
          </a:prstGeom>
          <a:solidFill>
            <a:srgbClr val="FFF5F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9-dom-5-1-3-3-1-1-outline">
            <a:extLst>
              <a:ext uri="{FF2B5EF4-FFF2-40B4-BE49-F238E27FC236}">
                <a16:creationId xmlns:a16="http://schemas.microsoft.com/office/drawing/2014/main" id="{CEE66794-E046-4283-AE35-967B23805095}"/>
              </a:ext>
            </a:extLst>
          </p:cNvPr>
          <p:cNvSpPr>
            <a:spLocks noGrp="1"/>
          </p:cNvSpPr>
          <p:nvPr/>
        </p:nvSpPr>
        <p:spPr>
          <a:xfrm>
            <a:off x="1802457" y="4291608"/>
            <a:ext cx="1076325" cy="1457325"/>
          </a:xfrm>
          <a:prstGeom prst="roundRect">
            <a:avLst>
              <a:gd name="adj" fmla="val 12389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9-dom-5-1-3-3-1-1-0-fill">
            <a:extLst>
              <a:ext uri="{FF2B5EF4-FFF2-40B4-BE49-F238E27FC236}">
                <a16:creationId xmlns:a16="http://schemas.microsoft.com/office/drawing/2014/main" id="{43D31AF6-2D41-4526-BF3C-6E0F9F7DB7CC}"/>
              </a:ext>
            </a:extLst>
          </p:cNvPr>
          <p:cNvSpPr>
            <a:spLocks noGrp="1"/>
          </p:cNvSpPr>
          <p:nvPr/>
        </p:nvSpPr>
        <p:spPr>
          <a:xfrm>
            <a:off x="1816745" y="5420320"/>
            <a:ext cx="1047750" cy="314325"/>
          </a:xfrm>
          <a:custGeom>
            <a:avLst/>
            <a:gdLst/>
            <a:ahLst/>
            <a:cxnLst/>
            <a:rect l="0" t="0" r="0" b="0"/>
            <a:pathLst>
              <a:path w="1047750" h="314325">
                <a:moveTo>
                  <a:pt x="0" y="0"/>
                </a:moveTo>
                <a:lnTo>
                  <a:pt x="1047750" y="0"/>
                </a:lnTo>
                <a:lnTo>
                  <a:pt x="1047750" y="209550"/>
                </a:lnTo>
                <a:lnTo>
                  <a:pt x="1045737" y="229990"/>
                </a:lnTo>
                <a:lnTo>
                  <a:pt x="1039775" y="249646"/>
                </a:lnTo>
                <a:lnTo>
                  <a:pt x="1030092" y="267760"/>
                </a:lnTo>
                <a:lnTo>
                  <a:pt x="1017062" y="283637"/>
                </a:lnTo>
                <a:lnTo>
                  <a:pt x="1001185" y="296667"/>
                </a:lnTo>
                <a:lnTo>
                  <a:pt x="983071" y="306349"/>
                </a:lnTo>
                <a:lnTo>
                  <a:pt x="963416" y="312312"/>
                </a:lnTo>
                <a:lnTo>
                  <a:pt x="942975" y="314325"/>
                </a:lnTo>
                <a:lnTo>
                  <a:pt x="104775" y="314325"/>
                </a:lnTo>
                <a:lnTo>
                  <a:pt x="84334" y="312312"/>
                </a:lnTo>
                <a:lnTo>
                  <a:pt x="64679" y="306349"/>
                </a:lnTo>
                <a:lnTo>
                  <a:pt x="46565" y="296667"/>
                </a:lnTo>
                <a:lnTo>
                  <a:pt x="30688" y="283637"/>
                </a:lnTo>
                <a:lnTo>
                  <a:pt x="17658" y="267760"/>
                </a:lnTo>
                <a:lnTo>
                  <a:pt x="7976" y="249646"/>
                </a:lnTo>
                <a:lnTo>
                  <a:pt x="2013" y="229990"/>
                </a:lnTo>
                <a:lnTo>
                  <a:pt x="0" y="20955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9-dom-5-1-3-3-1-2-0-text-0">
            <a:extLst>
              <a:ext uri="{FF2B5EF4-FFF2-40B4-BE49-F238E27FC236}">
                <a16:creationId xmlns:a16="http://schemas.microsoft.com/office/drawing/2014/main" id="{D3B97345-8F01-4ADA-86C3-101EFA2FA761}"/>
              </a:ext>
            </a:extLst>
          </p:cNvPr>
          <p:cNvSpPr>
            <a:spLocks noGrp="1"/>
          </p:cNvSpPr>
          <p:nvPr/>
        </p:nvSpPr>
        <p:spPr>
          <a:xfrm>
            <a:off x="1889224" y="5839420"/>
            <a:ext cx="95056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31" name="!!source-9-dom-5-1-3-3-3-0-fill">
            <a:extLst>
              <a:ext uri="{FF2B5EF4-FFF2-40B4-BE49-F238E27FC236}">
                <a16:creationId xmlns:a16="http://schemas.microsoft.com/office/drawing/2014/main" id="{0E0A7844-B662-4A71-8C86-02CD21911B95}"/>
              </a:ext>
            </a:extLst>
          </p:cNvPr>
          <p:cNvSpPr>
            <a:spLocks noGrp="1"/>
          </p:cNvSpPr>
          <p:nvPr/>
        </p:nvSpPr>
        <p:spPr>
          <a:xfrm>
            <a:off x="3643164" y="5001220"/>
            <a:ext cx="514350" cy="38099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9-dom-5-1-3-3-3-1-border-Top">
            <a:extLst>
              <a:ext uri="{FF2B5EF4-FFF2-40B4-BE49-F238E27FC236}">
                <a16:creationId xmlns:a16="http://schemas.microsoft.com/office/drawing/2014/main" id="{9342B916-62D6-47EF-9CEB-39E98B52DA48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9-dom-5-1-3-3-3-1-border-Bottom">
            <a:extLst>
              <a:ext uri="{FF2B5EF4-FFF2-40B4-BE49-F238E27FC236}">
                <a16:creationId xmlns:a16="http://schemas.microsoft.com/office/drawing/2014/main" id="{15F23A61-8DE4-4FB3-B7F5-3C845B09A325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9-dom-5-1-3-3-3-1-border-Left">
            <a:extLst>
              <a:ext uri="{FF2B5EF4-FFF2-40B4-BE49-F238E27FC236}">
                <a16:creationId xmlns:a16="http://schemas.microsoft.com/office/drawing/2014/main" id="{FF9F8B07-594A-43DB-A779-210E27C691BA}"/>
              </a:ext>
            </a:extLst>
          </p:cNvPr>
          <p:cNvSpPr>
            <a:spLocks noGrp="1"/>
          </p:cNvSpPr>
          <p:nvPr/>
        </p:nvSpPr>
        <p:spPr>
          <a:xfrm>
            <a:off x="4157513" y="4925020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9-dom-5-1-3-3-5-fill">
            <a:extLst>
              <a:ext uri="{FF2B5EF4-FFF2-40B4-BE49-F238E27FC236}">
                <a16:creationId xmlns:a16="http://schemas.microsoft.com/office/drawing/2014/main" id="{A0415F13-8909-467B-A6A8-4846987501F9}"/>
              </a:ext>
            </a:extLst>
          </p:cNvPr>
          <p:cNvSpPr>
            <a:spLocks noGrp="1"/>
          </p:cNvSpPr>
          <p:nvPr/>
        </p:nvSpPr>
        <p:spPr>
          <a:xfrm>
            <a:off x="4652814" y="4734520"/>
            <a:ext cx="1842344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9-dom-5-1-3-3-5-outline">
            <a:extLst>
              <a:ext uri="{FF2B5EF4-FFF2-40B4-BE49-F238E27FC236}">
                <a16:creationId xmlns:a16="http://schemas.microsoft.com/office/drawing/2014/main" id="{01B48D46-EC9F-4FD2-B67A-60C25FC1D9D1}"/>
              </a:ext>
            </a:extLst>
          </p:cNvPr>
          <p:cNvSpPr>
            <a:spLocks noGrp="1"/>
          </p:cNvSpPr>
          <p:nvPr/>
        </p:nvSpPr>
        <p:spPr>
          <a:xfrm>
            <a:off x="4667101" y="4748808"/>
            <a:ext cx="1813769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9-dom-5-1-3-3-5-0-text-0">
            <a:extLst>
              <a:ext uri="{FF2B5EF4-FFF2-40B4-BE49-F238E27FC236}">
                <a16:creationId xmlns:a16="http://schemas.microsoft.com/office/drawing/2014/main" id="{07BD74A1-0B5D-4357-A480-64587151BCBB}"/>
              </a:ext>
            </a:extLst>
          </p:cNvPr>
          <p:cNvSpPr>
            <a:spLocks noGrp="1"/>
          </p:cNvSpPr>
          <p:nvPr/>
        </p:nvSpPr>
        <p:spPr>
          <a:xfrm>
            <a:off x="4890939" y="4858345"/>
            <a:ext cx="1413718" cy="3238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asks 16 kg</a:t>
            </a:r>
          </a:p>
        </p:txBody>
      </p:sp>
      <p:sp>
        <p:nvSpPr>
          <p:cNvPr id="38" name="!!source-9-dom-5-1-3-3-7-1-0-text-0">
            <a:extLst>
              <a:ext uri="{FF2B5EF4-FFF2-40B4-BE49-F238E27FC236}">
                <a16:creationId xmlns:a16="http://schemas.microsoft.com/office/drawing/2014/main" id="{E6D4F6BD-22CF-42C0-A0CC-1002EC9F3453}"/>
              </a:ext>
            </a:extLst>
          </p:cNvPr>
          <p:cNvSpPr>
            <a:spLocks noGrp="1"/>
          </p:cNvSpPr>
          <p:nvPr/>
        </p:nvSpPr>
        <p:spPr>
          <a:xfrm>
            <a:off x="6838057" y="4042172"/>
            <a:ext cx="298177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ALONG THE HORIZON</a:t>
            </a:r>
          </a:p>
        </p:txBody>
      </p:sp>
      <p:sp>
        <p:nvSpPr>
          <p:cNvPr id="39" name="!!source-9-dom-5-1-3-3-7-3-0-fill">
            <a:extLst>
              <a:ext uri="{FF2B5EF4-FFF2-40B4-BE49-F238E27FC236}">
                <a16:creationId xmlns:a16="http://schemas.microsoft.com/office/drawing/2014/main" id="{E2339EF8-3BE5-4942-B241-5B22C3A2A778}"/>
              </a:ext>
            </a:extLst>
          </p:cNvPr>
          <p:cNvSpPr>
            <a:spLocks noGrp="1"/>
          </p:cNvSpPr>
          <p:nvPr/>
        </p:nvSpPr>
        <p:spPr>
          <a:xfrm>
            <a:off x="6838057" y="4861322"/>
            <a:ext cx="381000" cy="428625"/>
          </a:xfrm>
          <a:prstGeom prst="rect">
            <a:avLst/>
          </a:prstGeom>
          <a:solidFill>
            <a:srgbClr val="E6D9D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9-dom-5-1-3-3-7-3-1-fill">
            <a:extLst>
              <a:ext uri="{FF2B5EF4-FFF2-40B4-BE49-F238E27FC236}">
                <a16:creationId xmlns:a16="http://schemas.microsoft.com/office/drawing/2014/main" id="{7F82EBC3-23B1-4DB9-8887-0589DF6C96AB}"/>
              </a:ext>
            </a:extLst>
          </p:cNvPr>
          <p:cNvSpPr>
            <a:spLocks noGrp="1"/>
          </p:cNvSpPr>
          <p:nvPr/>
        </p:nvSpPr>
        <p:spPr>
          <a:xfrm>
            <a:off x="7295257" y="4561285"/>
            <a:ext cx="381000" cy="728662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9-dom-5-1-3-3-7-3-2-fill">
            <a:extLst>
              <a:ext uri="{FF2B5EF4-FFF2-40B4-BE49-F238E27FC236}">
                <a16:creationId xmlns:a16="http://schemas.microsoft.com/office/drawing/2014/main" id="{D101E750-D565-410C-9CB7-7B7129027B25}"/>
              </a:ext>
            </a:extLst>
          </p:cNvPr>
          <p:cNvSpPr>
            <a:spLocks noGrp="1"/>
          </p:cNvSpPr>
          <p:nvPr/>
        </p:nvSpPr>
        <p:spPr>
          <a:xfrm>
            <a:off x="7752457" y="4561285"/>
            <a:ext cx="381000" cy="728662"/>
          </a:xfrm>
          <a:prstGeom prst="rect">
            <a:avLst/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9-dom-5-1-3-3-7-3-3-fill">
            <a:extLst>
              <a:ext uri="{FF2B5EF4-FFF2-40B4-BE49-F238E27FC236}">
                <a16:creationId xmlns:a16="http://schemas.microsoft.com/office/drawing/2014/main" id="{8AF1B992-5D15-4BF4-92CF-66FCFB834A66}"/>
              </a:ext>
            </a:extLst>
          </p:cNvPr>
          <p:cNvSpPr>
            <a:spLocks noGrp="1"/>
          </p:cNvSpPr>
          <p:nvPr/>
        </p:nvSpPr>
        <p:spPr>
          <a:xfrm>
            <a:off x="8209657" y="4775597"/>
            <a:ext cx="381000" cy="514350"/>
          </a:xfrm>
          <a:prstGeom prst="rect">
            <a:avLst/>
          </a:prstGeom>
          <a:solidFill>
            <a:srgbClr val="E6D9D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3" name="!!source-9-dom-5-1-3-3-7-5-0-text-0">
            <a:extLst>
              <a:ext uri="{FF2B5EF4-FFF2-40B4-BE49-F238E27FC236}">
                <a16:creationId xmlns:a16="http://schemas.microsoft.com/office/drawing/2014/main" id="{837E4CD3-2040-43F5-8853-21BD9FC9F0F2}"/>
              </a:ext>
            </a:extLst>
          </p:cNvPr>
          <p:cNvSpPr>
            <a:spLocks noGrp="1"/>
          </p:cNvSpPr>
          <p:nvPr/>
        </p:nvSpPr>
        <p:spPr>
          <a:xfrm>
            <a:off x="6838057" y="5413772"/>
            <a:ext cx="348540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both are parameters: they can</a:t>
            </a:r>
          </a:p>
        </p:txBody>
      </p:sp>
      <p:sp>
        <p:nvSpPr>
          <p:cNvPr id="44" name="!!source-9-dom-5-1-3-3-7-5-0-text-1">
            <a:extLst>
              <a:ext uri="{FF2B5EF4-FFF2-40B4-BE49-F238E27FC236}">
                <a16:creationId xmlns:a16="http://schemas.microsoft.com/office/drawing/2014/main" id="{4D26AD07-4B5E-4BB5-AB95-87990FD09481}"/>
              </a:ext>
            </a:extLst>
          </p:cNvPr>
          <p:cNvSpPr>
            <a:spLocks noGrp="1"/>
          </p:cNvSpPr>
          <p:nvPr/>
        </p:nvSpPr>
        <p:spPr>
          <a:xfrm>
            <a:off x="6838057" y="5710833"/>
            <a:ext cx="327094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change with the time of day</a:t>
            </a:r>
          </a:p>
        </p:txBody>
      </p:sp>
      <p:sp>
        <p:nvSpPr>
          <p:cNvPr id="45" name="!!source-9-dom-5-1-3-5-0-text-0">
            <a:extLst>
              <a:ext uri="{FF2B5EF4-FFF2-40B4-BE49-F238E27FC236}">
                <a16:creationId xmlns:a16="http://schemas.microsoft.com/office/drawing/2014/main" id="{59E348EE-33B5-4E74-8E04-96EBC8478CBA}"/>
              </a:ext>
            </a:extLst>
          </p:cNvPr>
          <p:cNvSpPr>
            <a:spLocks noGrp="1"/>
          </p:cNvSpPr>
          <p:nvPr/>
        </p:nvSpPr>
        <p:spPr>
          <a:xfrm>
            <a:off x="1381125" y="6687889"/>
            <a:ext cx="894844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Not a booked client. The objective is written for whoever might arrive.</a:t>
            </a:r>
          </a:p>
        </p:txBody>
      </p:sp>
      <p:sp>
        <p:nvSpPr>
          <p:cNvPr id="46" name="!!source-9-dom-5-5-fill">
            <a:extLst>
              <a:ext uri="{FF2B5EF4-FFF2-40B4-BE49-F238E27FC236}">
                <a16:creationId xmlns:a16="http://schemas.microsoft.com/office/drawing/2014/main" id="{B968E3DD-E4C9-40AE-82F8-1D1FF0AE54EF}"/>
              </a:ext>
            </a:extLst>
          </p:cNvPr>
          <p:cNvSpPr>
            <a:spLocks noGrp="1"/>
          </p:cNvSpPr>
          <p:nvPr/>
        </p:nvSpPr>
        <p:spPr>
          <a:xfrm>
            <a:off x="5143500" y="2466975"/>
            <a:ext cx="3809999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9-dom-5-5-outline">
            <a:extLst>
              <a:ext uri="{FF2B5EF4-FFF2-40B4-BE49-F238E27FC236}">
                <a16:creationId xmlns:a16="http://schemas.microsoft.com/office/drawing/2014/main" id="{4CA6FBDC-CE17-4437-B196-EE68AE7C85B1}"/>
              </a:ext>
            </a:extLst>
          </p:cNvPr>
          <p:cNvSpPr>
            <a:spLocks noGrp="1"/>
          </p:cNvSpPr>
          <p:nvPr/>
        </p:nvSpPr>
        <p:spPr>
          <a:xfrm>
            <a:off x="5157788" y="2481263"/>
            <a:ext cx="3781424" cy="4789438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!!source-9-dom-5-5-1-1-fill">
            <a:extLst>
              <a:ext uri="{FF2B5EF4-FFF2-40B4-BE49-F238E27FC236}">
                <a16:creationId xmlns:a16="http://schemas.microsoft.com/office/drawing/2014/main" id="{9BED98A7-7BA2-45B6-A345-C62B304030A9}"/>
              </a:ext>
            </a:extLst>
          </p:cNvPr>
          <p:cNvSpPr>
            <a:spLocks noGrp="1"/>
          </p:cNvSpPr>
          <p:nvPr/>
        </p:nvSpPr>
        <p:spPr>
          <a:xfrm>
            <a:off x="6743700" y="3180457"/>
            <a:ext cx="609600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9-dom-5-5-1-1-0-text-0">
            <a:extLst>
              <a:ext uri="{FF2B5EF4-FFF2-40B4-BE49-F238E27FC236}">
                <a16:creationId xmlns:a16="http://schemas.microsoft.com/office/drawing/2014/main" id="{6648EAE7-51DD-4F2A-A404-432E8BEFDDA2}"/>
              </a:ext>
            </a:extLst>
          </p:cNvPr>
          <p:cNvSpPr>
            <a:spLocks noGrp="1"/>
          </p:cNvSpPr>
          <p:nvPr/>
        </p:nvSpPr>
        <p:spPr>
          <a:xfrm>
            <a:off x="6964115" y="3309045"/>
            <a:ext cx="2162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0" name="!!source-9-dom-5-5-1-3-0-text-0">
            <a:extLst>
              <a:ext uri="{FF2B5EF4-FFF2-40B4-BE49-F238E27FC236}">
                <a16:creationId xmlns:a16="http://schemas.microsoft.com/office/drawing/2014/main" id="{8B07C812-C66A-4CF0-B45F-C4E9100B0C7A}"/>
              </a:ext>
            </a:extLst>
          </p:cNvPr>
          <p:cNvSpPr>
            <a:spLocks noGrp="1"/>
          </p:cNvSpPr>
          <p:nvPr/>
        </p:nvSpPr>
        <p:spPr>
          <a:xfrm>
            <a:off x="6556921" y="3980557"/>
            <a:ext cx="103063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MODEL</a:t>
            </a:r>
          </a:p>
        </p:txBody>
      </p:sp>
      <p:sp>
        <p:nvSpPr>
          <p:cNvPr id="51" name="!!source-9-dom-5-5-1-5-0-text-0">
            <a:extLst>
              <a:ext uri="{FF2B5EF4-FFF2-40B4-BE49-F238E27FC236}">
                <a16:creationId xmlns:a16="http://schemas.microsoft.com/office/drawing/2014/main" id="{8BA216F3-73D2-42E1-B167-7F34FA99F21A}"/>
              </a:ext>
            </a:extLst>
          </p:cNvPr>
          <p:cNvSpPr>
            <a:spLocks noGrp="1"/>
          </p:cNvSpPr>
          <p:nvPr/>
        </p:nvSpPr>
        <p:spPr>
          <a:xfrm>
            <a:off x="6426249" y="4447282"/>
            <a:ext cx="1292126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</a:t>
            </a:r>
          </a:p>
        </p:txBody>
      </p:sp>
      <p:sp>
        <p:nvSpPr>
          <p:cNvPr id="52" name="!!source-9-dom-5-5-1-5-0-text-1">
            <a:extLst>
              <a:ext uri="{FF2B5EF4-FFF2-40B4-BE49-F238E27FC236}">
                <a16:creationId xmlns:a16="http://schemas.microsoft.com/office/drawing/2014/main" id="{D97E395B-CDDD-48B3-A0EB-FE7E9757377D}"/>
              </a:ext>
            </a:extLst>
          </p:cNvPr>
          <p:cNvSpPr>
            <a:spLocks noGrp="1"/>
          </p:cNvSpPr>
          <p:nvPr/>
        </p:nvSpPr>
        <p:spPr>
          <a:xfrm>
            <a:off x="6422529" y="4780657"/>
            <a:ext cx="129956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mass per</a:t>
            </a:r>
          </a:p>
        </p:txBody>
      </p:sp>
      <p:sp>
        <p:nvSpPr>
          <p:cNvPr id="53" name="!!source-9-dom-5-5-1-5-0-text-2">
            <a:extLst>
              <a:ext uri="{FF2B5EF4-FFF2-40B4-BE49-F238E27FC236}">
                <a16:creationId xmlns:a16="http://schemas.microsoft.com/office/drawing/2014/main" id="{D8BDC94C-597F-4772-8220-41025FA6919B}"/>
              </a:ext>
            </a:extLst>
          </p:cNvPr>
          <p:cNvSpPr>
            <a:spLocks noGrp="1"/>
          </p:cNvSpPr>
          <p:nvPr/>
        </p:nvSpPr>
        <p:spPr>
          <a:xfrm>
            <a:off x="6538317" y="5114032"/>
            <a:ext cx="106784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pattern</a:t>
            </a:r>
          </a:p>
        </p:txBody>
      </p:sp>
      <p:sp>
        <p:nvSpPr>
          <p:cNvPr id="54" name="!!source-9-dom-5-5-1-7-0-0-text-0">
            <a:extLst>
              <a:ext uri="{FF2B5EF4-FFF2-40B4-BE49-F238E27FC236}">
                <a16:creationId xmlns:a16="http://schemas.microsoft.com/office/drawing/2014/main" id="{9A3F6F0F-DC0E-4E10-868E-FE15C5772D07}"/>
              </a:ext>
            </a:extLst>
          </p:cNvPr>
          <p:cNvSpPr>
            <a:spLocks noGrp="1"/>
          </p:cNvSpPr>
          <p:nvPr/>
        </p:nvSpPr>
        <p:spPr>
          <a:xfrm>
            <a:off x="6374755" y="5637907"/>
            <a:ext cx="139511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closed form</a:t>
            </a:r>
          </a:p>
        </p:txBody>
      </p:sp>
      <p:sp>
        <p:nvSpPr>
          <p:cNvPr id="55" name="!!source-9-dom-5-5-1-7-1-0-text-0">
            <a:extLst>
              <a:ext uri="{FF2B5EF4-FFF2-40B4-BE49-F238E27FC236}">
                <a16:creationId xmlns:a16="http://schemas.microsoft.com/office/drawing/2014/main" id="{40131394-E2B3-4769-9F95-A8EC5A389A8B}"/>
              </a:ext>
            </a:extLst>
          </p:cNvPr>
          <p:cNvSpPr>
            <a:spLocks noGrp="1"/>
          </p:cNvSpPr>
          <p:nvPr/>
        </p:nvSpPr>
        <p:spPr>
          <a:xfrm>
            <a:off x="6304062" y="5999857"/>
            <a:ext cx="153650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linear in tank</a:t>
            </a:r>
          </a:p>
        </p:txBody>
      </p:sp>
      <p:sp>
        <p:nvSpPr>
          <p:cNvPr id="56" name="!!source-9-dom-5-5-1-7-1-0-text-1">
            <a:extLst>
              <a:ext uri="{FF2B5EF4-FFF2-40B4-BE49-F238E27FC236}">
                <a16:creationId xmlns:a16="http://schemas.microsoft.com/office/drawing/2014/main" id="{7F4A9801-A611-44F9-98D7-827A1FB1C1F1}"/>
              </a:ext>
            </a:extLst>
          </p:cNvPr>
          <p:cNvSpPr>
            <a:spLocks noGrp="1"/>
          </p:cNvSpPr>
          <p:nvPr/>
        </p:nvSpPr>
        <p:spPr>
          <a:xfrm>
            <a:off x="6623298" y="6285607"/>
            <a:ext cx="89788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masses</a:t>
            </a:r>
          </a:p>
        </p:txBody>
      </p:sp>
      <p:sp>
        <p:nvSpPr>
          <p:cNvPr id="57" name="!!source-9-dom-5-5-3-1-0-fill">
            <a:extLst>
              <a:ext uri="{FF2B5EF4-FFF2-40B4-BE49-F238E27FC236}">
                <a16:creationId xmlns:a16="http://schemas.microsoft.com/office/drawing/2014/main" id="{ACCC4A74-21ED-4C55-B82A-46DDF83C006F}"/>
              </a:ext>
            </a:extLst>
          </p:cNvPr>
          <p:cNvSpPr>
            <a:spLocks noGrp="1"/>
          </p:cNvSpPr>
          <p:nvPr/>
        </p:nvSpPr>
        <p:spPr>
          <a:xfrm>
            <a:off x="547687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9-dom-5-5-3-1-0-0-text-0">
            <a:extLst>
              <a:ext uri="{FF2B5EF4-FFF2-40B4-BE49-F238E27FC236}">
                <a16:creationId xmlns:a16="http://schemas.microsoft.com/office/drawing/2014/main" id="{C6AC540F-58F1-43C0-8C2F-B844863C9793}"/>
              </a:ext>
            </a:extLst>
          </p:cNvPr>
          <p:cNvSpPr>
            <a:spLocks noGrp="1"/>
          </p:cNvSpPr>
          <p:nvPr/>
        </p:nvSpPr>
        <p:spPr>
          <a:xfrm>
            <a:off x="5645795" y="2886075"/>
            <a:ext cx="2050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9" name="!!source-9-dom-5-5-3-1-1-0-0-text-0">
            <a:extLst>
              <a:ext uri="{FF2B5EF4-FFF2-40B4-BE49-F238E27FC236}">
                <a16:creationId xmlns:a16="http://schemas.microsoft.com/office/drawing/2014/main" id="{74FABB5A-18C3-4DEB-A30A-1498D6FB4408}"/>
              </a:ext>
            </a:extLst>
          </p:cNvPr>
          <p:cNvSpPr>
            <a:spLocks noGrp="1"/>
          </p:cNvSpPr>
          <p:nvPr/>
        </p:nvSpPr>
        <p:spPr>
          <a:xfrm>
            <a:off x="6143625" y="2724150"/>
            <a:ext cx="423475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Available mass per pattern</a:t>
            </a:r>
          </a:p>
        </p:txBody>
      </p:sp>
      <p:sp>
        <p:nvSpPr>
          <p:cNvPr id="60" name="!!source-9-dom-5-5-3-1-1-1-0-text-0">
            <a:extLst>
              <a:ext uri="{FF2B5EF4-FFF2-40B4-BE49-F238E27FC236}">
                <a16:creationId xmlns:a16="http://schemas.microsoft.com/office/drawing/2014/main" id="{601DCC5A-48F3-4AD4-BEE7-BF49F34FC506}"/>
              </a:ext>
            </a:extLst>
          </p:cNvPr>
          <p:cNvSpPr>
            <a:spLocks noGrp="1"/>
          </p:cNvSpPr>
          <p:nvPr/>
        </p:nvSpPr>
        <p:spPr>
          <a:xfrm>
            <a:off x="6143625" y="3095625"/>
            <a:ext cx="434771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closed form, linear in the tank masses</a:t>
            </a:r>
          </a:p>
        </p:txBody>
      </p:sp>
      <p:sp>
        <p:nvSpPr>
          <p:cNvPr id="61" name="!!source-9-dom-5-5-3-3-1-1-fill">
            <a:extLst>
              <a:ext uri="{FF2B5EF4-FFF2-40B4-BE49-F238E27FC236}">
                <a16:creationId xmlns:a16="http://schemas.microsoft.com/office/drawing/2014/main" id="{5D703525-2932-4318-872F-D6B0421D35B3}"/>
              </a:ext>
            </a:extLst>
          </p:cNvPr>
          <p:cNvSpPr>
            <a:spLocks noGrp="1"/>
          </p:cNvSpPr>
          <p:nvPr/>
        </p:nvSpPr>
        <p:spPr>
          <a:xfrm>
            <a:off x="5476875" y="3581698"/>
            <a:ext cx="1941909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2" name="!!source-9-dom-5-5-3-3-1-1-outline">
            <a:extLst>
              <a:ext uri="{FF2B5EF4-FFF2-40B4-BE49-F238E27FC236}">
                <a16:creationId xmlns:a16="http://schemas.microsoft.com/office/drawing/2014/main" id="{2D0959E3-39E2-40FB-8AF2-8AF4F04CC96F}"/>
              </a:ext>
            </a:extLst>
          </p:cNvPr>
          <p:cNvSpPr>
            <a:spLocks noGrp="1"/>
          </p:cNvSpPr>
          <p:nvPr/>
        </p:nvSpPr>
        <p:spPr>
          <a:xfrm>
            <a:off x="5491163" y="3595985"/>
            <a:ext cx="1913334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!!source-9-dom-5-5-3-3-1-1-0-text-0">
            <a:extLst>
              <a:ext uri="{FF2B5EF4-FFF2-40B4-BE49-F238E27FC236}">
                <a16:creationId xmlns:a16="http://schemas.microsoft.com/office/drawing/2014/main" id="{FCBD205F-9F9A-4443-BE33-B81D89EAAA33}"/>
              </a:ext>
            </a:extLst>
          </p:cNvPr>
          <p:cNvSpPr>
            <a:spLocks noGrp="1"/>
          </p:cNvSpPr>
          <p:nvPr/>
        </p:nvSpPr>
        <p:spPr>
          <a:xfrm>
            <a:off x="5715000" y="3705523"/>
            <a:ext cx="15132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 · 300 bar</a:t>
            </a:r>
          </a:p>
        </p:txBody>
      </p:sp>
      <p:sp>
        <p:nvSpPr>
          <p:cNvPr id="64" name="!!source-9-dom-5-5-3-3-1-2-0-fill">
            <a:extLst>
              <a:ext uri="{FF2B5EF4-FFF2-40B4-BE49-F238E27FC236}">
                <a16:creationId xmlns:a16="http://schemas.microsoft.com/office/drawing/2014/main" id="{021A2B69-AFB3-4B7C-8235-2123FCE81A03}"/>
              </a:ext>
            </a:extLst>
          </p:cNvPr>
          <p:cNvSpPr>
            <a:spLocks noGrp="1"/>
          </p:cNvSpPr>
          <p:nvPr/>
        </p:nvSpPr>
        <p:spPr>
          <a:xfrm>
            <a:off x="7418785" y="3848398"/>
            <a:ext cx="323850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9-dom-5-5-3-3-1-2-1-border-Top">
            <a:extLst>
              <a:ext uri="{FF2B5EF4-FFF2-40B4-BE49-F238E27FC236}">
                <a16:creationId xmlns:a16="http://schemas.microsoft.com/office/drawing/2014/main" id="{5F583C4E-B01B-43B2-BF99-DDA193F2FFF4}"/>
              </a:ext>
            </a:extLst>
          </p:cNvPr>
          <p:cNvSpPr>
            <a:spLocks noGrp="1"/>
          </p:cNvSpPr>
          <p:nvPr/>
        </p:nvSpPr>
        <p:spPr>
          <a:xfrm>
            <a:off x="7742635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9-dom-5-5-3-3-1-2-1-border-Bottom">
            <a:extLst>
              <a:ext uri="{FF2B5EF4-FFF2-40B4-BE49-F238E27FC236}">
                <a16:creationId xmlns:a16="http://schemas.microsoft.com/office/drawing/2014/main" id="{5EE44E71-76D1-459E-BA62-584A30EB0611}"/>
              </a:ext>
            </a:extLst>
          </p:cNvPr>
          <p:cNvSpPr>
            <a:spLocks noGrp="1"/>
          </p:cNvSpPr>
          <p:nvPr/>
        </p:nvSpPr>
        <p:spPr>
          <a:xfrm>
            <a:off x="7742635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7" name="!!source-9-dom-5-5-3-3-1-2-1-border-Left">
            <a:extLst>
              <a:ext uri="{FF2B5EF4-FFF2-40B4-BE49-F238E27FC236}">
                <a16:creationId xmlns:a16="http://schemas.microsoft.com/office/drawing/2014/main" id="{DC83A33B-E55A-4A49-80B8-B743ECE019F5}"/>
              </a:ext>
            </a:extLst>
          </p:cNvPr>
          <p:cNvSpPr>
            <a:spLocks noGrp="1"/>
          </p:cNvSpPr>
          <p:nvPr/>
        </p:nvSpPr>
        <p:spPr>
          <a:xfrm>
            <a:off x="7742635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9-dom-5-5-3-3-1-3-fill">
            <a:extLst>
              <a:ext uri="{FF2B5EF4-FFF2-40B4-BE49-F238E27FC236}">
                <a16:creationId xmlns:a16="http://schemas.microsoft.com/office/drawing/2014/main" id="{178A5ACF-2BE5-49C2-BEA0-2644F66E78FE}"/>
              </a:ext>
            </a:extLst>
          </p:cNvPr>
          <p:cNvSpPr>
            <a:spLocks noGrp="1"/>
          </p:cNvSpPr>
          <p:nvPr/>
        </p:nvSpPr>
        <p:spPr>
          <a:xfrm>
            <a:off x="7895035" y="3581698"/>
            <a:ext cx="1967955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9" name="!!source-9-dom-5-5-3-3-1-3-outline">
            <a:extLst>
              <a:ext uri="{FF2B5EF4-FFF2-40B4-BE49-F238E27FC236}">
                <a16:creationId xmlns:a16="http://schemas.microsoft.com/office/drawing/2014/main" id="{D04A0E35-3FA7-40DF-9915-04A73A6191E9}"/>
              </a:ext>
            </a:extLst>
          </p:cNvPr>
          <p:cNvSpPr>
            <a:spLocks noGrp="1"/>
          </p:cNvSpPr>
          <p:nvPr/>
        </p:nvSpPr>
        <p:spPr>
          <a:xfrm>
            <a:off x="7909322" y="3595985"/>
            <a:ext cx="1939380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4E2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!!source-9-dom-5-5-3-3-1-3-0-text-0">
            <a:extLst>
              <a:ext uri="{FF2B5EF4-FFF2-40B4-BE49-F238E27FC236}">
                <a16:creationId xmlns:a16="http://schemas.microsoft.com/office/drawing/2014/main" id="{EED621D5-4303-4B3C-9108-2065C622CC7E}"/>
              </a:ext>
            </a:extLst>
          </p:cNvPr>
          <p:cNvSpPr>
            <a:spLocks noGrp="1"/>
          </p:cNvSpPr>
          <p:nvPr/>
        </p:nvSpPr>
        <p:spPr>
          <a:xfrm>
            <a:off x="8133160" y="3705523"/>
            <a:ext cx="153932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B2B2B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B · 480 bar</a:t>
            </a:r>
          </a:p>
        </p:txBody>
      </p:sp>
      <p:sp>
        <p:nvSpPr>
          <p:cNvPr id="71" name="!!source-9-dom-5-5-3-3-1-4-0-fill">
            <a:extLst>
              <a:ext uri="{FF2B5EF4-FFF2-40B4-BE49-F238E27FC236}">
                <a16:creationId xmlns:a16="http://schemas.microsoft.com/office/drawing/2014/main" id="{7F51A693-C477-45A5-9C49-58E7023EA2DE}"/>
              </a:ext>
            </a:extLst>
          </p:cNvPr>
          <p:cNvSpPr>
            <a:spLocks noGrp="1"/>
          </p:cNvSpPr>
          <p:nvPr/>
        </p:nvSpPr>
        <p:spPr>
          <a:xfrm>
            <a:off x="9862989" y="3848398"/>
            <a:ext cx="323849" cy="3810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2" name="!!source-9-dom-5-5-3-3-1-4-1-border-Top">
            <a:extLst>
              <a:ext uri="{FF2B5EF4-FFF2-40B4-BE49-F238E27FC236}">
                <a16:creationId xmlns:a16="http://schemas.microsoft.com/office/drawing/2014/main" id="{CB387A5A-1F74-4F33-A6C8-E6C6A967A0BE}"/>
              </a:ext>
            </a:extLst>
          </p:cNvPr>
          <p:cNvSpPr>
            <a:spLocks noGrp="1"/>
          </p:cNvSpPr>
          <p:nvPr/>
        </p:nvSpPr>
        <p:spPr>
          <a:xfrm>
            <a:off x="1018683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9-dom-5-5-3-3-1-4-1-border-Bottom">
            <a:extLst>
              <a:ext uri="{FF2B5EF4-FFF2-40B4-BE49-F238E27FC236}">
                <a16:creationId xmlns:a16="http://schemas.microsoft.com/office/drawing/2014/main" id="{E1ABE6B2-76C8-42C0-B6DA-1B661D87015E}"/>
              </a:ext>
            </a:extLst>
          </p:cNvPr>
          <p:cNvSpPr>
            <a:spLocks noGrp="1"/>
          </p:cNvSpPr>
          <p:nvPr/>
        </p:nvSpPr>
        <p:spPr>
          <a:xfrm>
            <a:off x="1018683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190500"/>
                </a:moveTo>
                <a:lnTo>
                  <a:pt x="152400" y="95250"/>
                </a:lnTo>
                <a:lnTo>
                  <a:pt x="152400" y="190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4" name="!!source-9-dom-5-5-3-3-1-4-1-border-Left">
            <a:extLst>
              <a:ext uri="{FF2B5EF4-FFF2-40B4-BE49-F238E27FC236}">
                <a16:creationId xmlns:a16="http://schemas.microsoft.com/office/drawing/2014/main" id="{201D32D7-45F8-4579-BAF9-FFCA80881D54}"/>
              </a:ext>
            </a:extLst>
          </p:cNvPr>
          <p:cNvSpPr>
            <a:spLocks noGrp="1"/>
          </p:cNvSpPr>
          <p:nvPr/>
        </p:nvSpPr>
        <p:spPr>
          <a:xfrm>
            <a:off x="10186839" y="3772198"/>
            <a:ext cx="152400" cy="190500"/>
          </a:xfrm>
          <a:custGeom>
            <a:avLst/>
            <a:gdLst/>
            <a:ahLst/>
            <a:cxnLst/>
            <a:rect l="0" t="0" r="0" b="0"/>
            <a:pathLst>
              <a:path w="152400" h="190500">
                <a:moveTo>
                  <a:pt x="0" y="0"/>
                </a:moveTo>
                <a:lnTo>
                  <a:pt x="1524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5" name="!!source-9-dom-5-5-3-3-1-5-fill">
            <a:extLst>
              <a:ext uri="{FF2B5EF4-FFF2-40B4-BE49-F238E27FC236}">
                <a16:creationId xmlns:a16="http://schemas.microsoft.com/office/drawing/2014/main" id="{956E18C4-5EC3-42C2-94AE-B8E92B790983}"/>
              </a:ext>
            </a:extLst>
          </p:cNvPr>
          <p:cNvSpPr>
            <a:spLocks noGrp="1"/>
          </p:cNvSpPr>
          <p:nvPr/>
        </p:nvSpPr>
        <p:spPr>
          <a:xfrm>
            <a:off x="10339239" y="3581698"/>
            <a:ext cx="1448692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9-dom-5-5-3-3-1-5-outline">
            <a:extLst>
              <a:ext uri="{FF2B5EF4-FFF2-40B4-BE49-F238E27FC236}">
                <a16:creationId xmlns:a16="http://schemas.microsoft.com/office/drawing/2014/main" id="{90A55ECD-8EFB-4C9D-9E1C-CE728EC80C62}"/>
              </a:ext>
            </a:extLst>
          </p:cNvPr>
          <p:cNvSpPr>
            <a:spLocks noGrp="1"/>
          </p:cNvSpPr>
          <p:nvPr/>
        </p:nvSpPr>
        <p:spPr>
          <a:xfrm>
            <a:off x="10353526" y="3595985"/>
            <a:ext cx="1420117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9-dom-5-5-3-3-1-5-0-text-0">
            <a:extLst>
              <a:ext uri="{FF2B5EF4-FFF2-40B4-BE49-F238E27FC236}">
                <a16:creationId xmlns:a16="http://schemas.microsoft.com/office/drawing/2014/main" id="{F8C5B14B-3CF4-44E9-88A3-34504D0FCA98}"/>
              </a:ext>
            </a:extLst>
          </p:cNvPr>
          <p:cNvSpPr>
            <a:spLocks noGrp="1"/>
          </p:cNvSpPr>
          <p:nvPr/>
        </p:nvSpPr>
        <p:spPr>
          <a:xfrm>
            <a:off x="10577364" y="3705523"/>
            <a:ext cx="102006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vehicle</a:t>
            </a:r>
          </a:p>
        </p:txBody>
      </p:sp>
      <p:sp>
        <p:nvSpPr>
          <p:cNvPr id="78" name="!!source-9-dom-5-5-3-3-3-1-0-0-text-0">
            <a:extLst>
              <a:ext uri="{FF2B5EF4-FFF2-40B4-BE49-F238E27FC236}">
                <a16:creationId xmlns:a16="http://schemas.microsoft.com/office/drawing/2014/main" id="{2ED87D56-8D79-4E69-9729-638EEE2C1E35}"/>
              </a:ext>
            </a:extLst>
          </p:cNvPr>
          <p:cNvSpPr>
            <a:spLocks noGrp="1"/>
          </p:cNvSpPr>
          <p:nvPr/>
        </p:nvSpPr>
        <p:spPr>
          <a:xfrm>
            <a:off x="5476875" y="4324648"/>
            <a:ext cx="334818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what this pattern can extract</a:t>
            </a:r>
          </a:p>
        </p:txBody>
      </p:sp>
      <p:sp>
        <p:nvSpPr>
          <p:cNvPr id="79" name="!!source-9-dom-5-5-3-3-3-1-1-0-text-0">
            <a:extLst>
              <a:ext uri="{FF2B5EF4-FFF2-40B4-BE49-F238E27FC236}">
                <a16:creationId xmlns:a16="http://schemas.microsoft.com/office/drawing/2014/main" id="{34F5B8C3-39B4-4644-B8C2-664B73EB40DF}"/>
              </a:ext>
            </a:extLst>
          </p:cNvPr>
          <p:cNvSpPr>
            <a:spLocks noGrp="1"/>
          </p:cNvSpPr>
          <p:nvPr/>
        </p:nvSpPr>
        <p:spPr>
          <a:xfrm>
            <a:off x="12966352" y="4372273"/>
            <a:ext cx="28753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m</a:t>
            </a:r>
          </a:p>
        </p:txBody>
      </p:sp>
      <p:sp>
        <p:nvSpPr>
          <p:cNvPr id="80" name="!!source-9-dom-5-5-3-3-3-1-1-1-0-text-0">
            <a:extLst>
              <a:ext uri="{FF2B5EF4-FFF2-40B4-BE49-F238E27FC236}">
                <a16:creationId xmlns:a16="http://schemas.microsoft.com/office/drawing/2014/main" id="{FCC59656-C30B-4E29-A9F8-6D5C0BD1FCDC}"/>
              </a:ext>
            </a:extLst>
          </p:cNvPr>
          <p:cNvSpPr>
            <a:spLocks noGrp="1"/>
          </p:cNvSpPr>
          <p:nvPr/>
        </p:nvSpPr>
        <p:spPr>
          <a:xfrm>
            <a:off x="13206264" y="4324648"/>
            <a:ext cx="277267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</a:t>
            </a:r>
          </a:p>
        </p:txBody>
      </p:sp>
      <p:sp>
        <p:nvSpPr>
          <p:cNvPr id="81" name="!!source-9-dom-5-5-3-3-3-1-1-2-text-0">
            <a:extLst>
              <a:ext uri="{FF2B5EF4-FFF2-40B4-BE49-F238E27FC236}">
                <a16:creationId xmlns:a16="http://schemas.microsoft.com/office/drawing/2014/main" id="{191CA72A-387C-4FF0-9A10-DEE0B07D1A30}"/>
              </a:ext>
            </a:extLst>
          </p:cNvPr>
          <p:cNvSpPr>
            <a:spLocks noGrp="1"/>
          </p:cNvSpPr>
          <p:nvPr/>
        </p:nvSpPr>
        <p:spPr>
          <a:xfrm>
            <a:off x="13435906" y="4372273"/>
            <a:ext cx="109924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 = 17.5 kg</a:t>
            </a:r>
          </a:p>
        </p:txBody>
      </p:sp>
      <p:sp>
        <p:nvSpPr>
          <p:cNvPr id="82" name="!!source-9-dom-5-5-3-3-3-3-fill">
            <a:extLst>
              <a:ext uri="{FF2B5EF4-FFF2-40B4-BE49-F238E27FC236}">
                <a16:creationId xmlns:a16="http://schemas.microsoft.com/office/drawing/2014/main" id="{82139703-0A1B-4A9E-BE03-6419AB30C289}"/>
              </a:ext>
            </a:extLst>
          </p:cNvPr>
          <p:cNvSpPr>
            <a:spLocks noGrp="1"/>
          </p:cNvSpPr>
          <p:nvPr/>
        </p:nvSpPr>
        <p:spPr>
          <a:xfrm>
            <a:off x="5476875" y="4743748"/>
            <a:ext cx="9010650" cy="66675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3" name="!!source-9-dom-5-5-3-3-3-3-outline">
            <a:extLst>
              <a:ext uri="{FF2B5EF4-FFF2-40B4-BE49-F238E27FC236}">
                <a16:creationId xmlns:a16="http://schemas.microsoft.com/office/drawing/2014/main" id="{16DA26D4-5816-443B-A0C4-30027C1BB2A1}"/>
              </a:ext>
            </a:extLst>
          </p:cNvPr>
          <p:cNvSpPr>
            <a:spLocks noGrp="1"/>
          </p:cNvSpPr>
          <p:nvPr/>
        </p:nvSpPr>
        <p:spPr>
          <a:xfrm>
            <a:off x="5486400" y="4753273"/>
            <a:ext cx="8991600" cy="64770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!!source-9-dom-5-5-3-3-3-3-0-fill">
            <a:extLst>
              <a:ext uri="{FF2B5EF4-FFF2-40B4-BE49-F238E27FC236}">
                <a16:creationId xmlns:a16="http://schemas.microsoft.com/office/drawing/2014/main" id="{B8E20D6E-12D9-4ECD-9343-6D0FB798A71D}"/>
              </a:ext>
            </a:extLst>
          </p:cNvPr>
          <p:cNvSpPr>
            <a:spLocks noGrp="1"/>
          </p:cNvSpPr>
          <p:nvPr/>
        </p:nvSpPr>
        <p:spPr>
          <a:xfrm>
            <a:off x="5495925" y="4762798"/>
            <a:ext cx="4127301" cy="628650"/>
          </a:xfrm>
          <a:prstGeom prst="rect">
            <a:avLst/>
          </a:prstGeom>
          <a:solidFill>
            <a:srgbClr val="7A5A45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9-dom-5-5-3-3-3-3-0-0-text-0">
            <a:extLst>
              <a:ext uri="{FF2B5EF4-FFF2-40B4-BE49-F238E27FC236}">
                <a16:creationId xmlns:a16="http://schemas.microsoft.com/office/drawing/2014/main" id="{C5D6442D-1B3F-4117-8CD5-D83FA7F11B87}"/>
              </a:ext>
            </a:extLst>
          </p:cNvPr>
          <p:cNvSpPr>
            <a:spLocks noGrp="1"/>
          </p:cNvSpPr>
          <p:nvPr/>
        </p:nvSpPr>
        <p:spPr>
          <a:xfrm>
            <a:off x="6667946" y="4934248"/>
            <a:ext cx="183073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from A · 8.0 kg</a:t>
            </a:r>
          </a:p>
        </p:txBody>
      </p:sp>
      <p:sp>
        <p:nvSpPr>
          <p:cNvPr id="86" name="!!source-9-dom-5-5-3-3-3-3-1-fill">
            <a:extLst>
              <a:ext uri="{FF2B5EF4-FFF2-40B4-BE49-F238E27FC236}">
                <a16:creationId xmlns:a16="http://schemas.microsoft.com/office/drawing/2014/main" id="{5644B9D5-6F4A-497A-A2F0-45AF978F416A}"/>
              </a:ext>
            </a:extLst>
          </p:cNvPr>
          <p:cNvSpPr>
            <a:spLocks noGrp="1"/>
          </p:cNvSpPr>
          <p:nvPr/>
        </p:nvSpPr>
        <p:spPr>
          <a:xfrm>
            <a:off x="9623226" y="4762798"/>
            <a:ext cx="4845100" cy="628650"/>
          </a:xfrm>
          <a:prstGeom prst="rect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7" name="!!source-9-dom-5-5-3-3-3-3-1-0-text-0">
            <a:extLst>
              <a:ext uri="{FF2B5EF4-FFF2-40B4-BE49-F238E27FC236}">
                <a16:creationId xmlns:a16="http://schemas.microsoft.com/office/drawing/2014/main" id="{17C102D3-4A9F-49AC-A7FA-1DC9BAC7B980}"/>
              </a:ext>
            </a:extLst>
          </p:cNvPr>
          <p:cNvSpPr>
            <a:spLocks noGrp="1"/>
          </p:cNvSpPr>
          <p:nvPr/>
        </p:nvSpPr>
        <p:spPr>
          <a:xfrm>
            <a:off x="11167467" y="4934248"/>
            <a:ext cx="1804094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875" b="0" i="0" spc="-4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from B · 9.5 kg</a:t>
            </a:r>
          </a:p>
        </p:txBody>
      </p:sp>
      <p:sp>
        <p:nvSpPr>
          <p:cNvPr id="88" name="!!source-9-dom-5-5-3-3-3-5-0-text-0">
            <a:extLst>
              <a:ext uri="{FF2B5EF4-FFF2-40B4-BE49-F238E27FC236}">
                <a16:creationId xmlns:a16="http://schemas.microsoft.com/office/drawing/2014/main" id="{C7706BF7-8781-4A36-AF7A-D481222E0BF9}"/>
              </a:ext>
            </a:extLst>
          </p:cNvPr>
          <p:cNvSpPr>
            <a:spLocks noGrp="1"/>
          </p:cNvSpPr>
          <p:nvPr/>
        </p:nvSpPr>
        <p:spPr>
          <a:xfrm>
            <a:off x="5476875" y="5515273"/>
            <a:ext cx="876419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one expression per pattern, evaluated next to the dynamics at every step. No</a:t>
            </a:r>
          </a:p>
        </p:txBody>
      </p:sp>
      <p:sp>
        <p:nvSpPr>
          <p:cNvPr id="89" name="!!source-9-dom-5-5-3-3-3-5-0-text-1">
            <a:extLst>
              <a:ext uri="{FF2B5EF4-FFF2-40B4-BE49-F238E27FC236}">
                <a16:creationId xmlns:a16="http://schemas.microsoft.com/office/drawing/2014/main" id="{9A0954BB-49C7-4301-A23B-AB3A80E55D9C}"/>
              </a:ext>
            </a:extLst>
          </p:cNvPr>
          <p:cNvSpPr>
            <a:spLocks noGrp="1"/>
          </p:cNvSpPr>
          <p:nvPr/>
        </p:nvSpPr>
        <p:spPr>
          <a:xfrm>
            <a:off x="5476875" y="5812333"/>
            <a:ext cx="13955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extra states.</a:t>
            </a:r>
          </a:p>
        </p:txBody>
      </p:sp>
      <p:sp>
        <p:nvSpPr>
          <p:cNvPr id="90" name="!!source-9-dom-5-5-3-5-0-text-0">
            <a:extLst>
              <a:ext uri="{FF2B5EF4-FFF2-40B4-BE49-F238E27FC236}">
                <a16:creationId xmlns:a16="http://schemas.microsoft.com/office/drawing/2014/main" id="{3A377A02-9F24-4D70-972C-E203C85E3B8C}"/>
              </a:ext>
            </a:extLst>
          </p:cNvPr>
          <p:cNvSpPr>
            <a:spLocks noGrp="1"/>
          </p:cNvSpPr>
          <p:nvPr/>
        </p:nvSpPr>
        <p:spPr>
          <a:xfrm>
            <a:off x="5476875" y="6328916"/>
            <a:ext cx="844048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The solver sees what each pattern can extract, not what the tanks</a:t>
            </a:r>
          </a:p>
        </p:txBody>
      </p:sp>
      <p:sp>
        <p:nvSpPr>
          <p:cNvPr id="91" name="!!source-9-dom-5-5-3-5-0-text-1">
            <a:extLst>
              <a:ext uri="{FF2B5EF4-FFF2-40B4-BE49-F238E27FC236}">
                <a16:creationId xmlns:a16="http://schemas.microsoft.com/office/drawing/2014/main" id="{7D01A404-C9FB-49DB-B035-695DC749DE5F}"/>
              </a:ext>
            </a:extLst>
          </p:cNvPr>
          <p:cNvSpPr>
            <a:spLocks noGrp="1"/>
          </p:cNvSpPr>
          <p:nvPr/>
        </p:nvSpPr>
        <p:spPr>
          <a:xfrm>
            <a:off x="5476875" y="6687889"/>
            <a:ext cx="6794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hold.</a:t>
            </a:r>
          </a:p>
        </p:txBody>
      </p:sp>
      <p:sp>
        <p:nvSpPr>
          <p:cNvPr id="92" name="!!source-9-dom-5-9-fill">
            <a:extLst>
              <a:ext uri="{FF2B5EF4-FFF2-40B4-BE49-F238E27FC236}">
                <a16:creationId xmlns:a16="http://schemas.microsoft.com/office/drawing/2014/main" id="{3AE34AAC-56E9-4809-8F92-6F6947D5D25F}"/>
              </a:ext>
            </a:extLst>
          </p:cNvPr>
          <p:cNvSpPr>
            <a:spLocks noGrp="1"/>
          </p:cNvSpPr>
          <p:nvPr/>
        </p:nvSpPr>
        <p:spPr>
          <a:xfrm>
            <a:off x="9239249" y="2466975"/>
            <a:ext cx="381000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3" name="!!source-9-dom-5-9-outline">
            <a:extLst>
              <a:ext uri="{FF2B5EF4-FFF2-40B4-BE49-F238E27FC236}">
                <a16:creationId xmlns:a16="http://schemas.microsoft.com/office/drawing/2014/main" id="{31003D3C-8001-48AF-918F-03ADEF0C950E}"/>
              </a:ext>
            </a:extLst>
          </p:cNvPr>
          <p:cNvSpPr>
            <a:spLocks noGrp="1"/>
          </p:cNvSpPr>
          <p:nvPr/>
        </p:nvSpPr>
        <p:spPr>
          <a:xfrm>
            <a:off x="9253537" y="2481263"/>
            <a:ext cx="3781425" cy="4789438"/>
          </a:xfrm>
          <a:prstGeom prst="rect">
            <a:avLst/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!!source-9-dom-5-9-1-1-fill">
            <a:extLst>
              <a:ext uri="{FF2B5EF4-FFF2-40B4-BE49-F238E27FC236}">
                <a16:creationId xmlns:a16="http://schemas.microsoft.com/office/drawing/2014/main" id="{1C670AB8-61C2-4904-A8B5-9B93BC1E9996}"/>
              </a:ext>
            </a:extLst>
          </p:cNvPr>
          <p:cNvSpPr>
            <a:spLocks noGrp="1"/>
          </p:cNvSpPr>
          <p:nvPr/>
        </p:nvSpPr>
        <p:spPr>
          <a:xfrm>
            <a:off x="10839450" y="3513832"/>
            <a:ext cx="609601" cy="609600"/>
          </a:xfrm>
          <a:prstGeom prst="ellipse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5" name="!!source-9-dom-5-9-1-1-0-text-0">
            <a:extLst>
              <a:ext uri="{FF2B5EF4-FFF2-40B4-BE49-F238E27FC236}">
                <a16:creationId xmlns:a16="http://schemas.microsoft.com/office/drawing/2014/main" id="{FE2B23F8-9D02-4F79-8D3F-B470F5C45748}"/>
              </a:ext>
            </a:extLst>
          </p:cNvPr>
          <p:cNvSpPr>
            <a:spLocks noGrp="1"/>
          </p:cNvSpPr>
          <p:nvPr/>
        </p:nvSpPr>
        <p:spPr>
          <a:xfrm>
            <a:off x="11059567" y="3642420"/>
            <a:ext cx="21684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6" name="!!source-9-dom-5-9-1-3-0-text-0">
            <a:extLst>
              <a:ext uri="{FF2B5EF4-FFF2-40B4-BE49-F238E27FC236}">
                <a16:creationId xmlns:a16="http://schemas.microsoft.com/office/drawing/2014/main" id="{46E2C7B1-4914-4F0F-A8C9-0413DBCB9A32}"/>
              </a:ext>
            </a:extLst>
          </p:cNvPr>
          <p:cNvSpPr>
            <a:spLocks noGrp="1"/>
          </p:cNvSpPr>
          <p:nvPr/>
        </p:nvSpPr>
        <p:spPr>
          <a:xfrm>
            <a:off x="10313044" y="4313932"/>
            <a:ext cx="171003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THRESHOLD</a:t>
            </a:r>
          </a:p>
        </p:txBody>
      </p:sp>
      <p:sp>
        <p:nvSpPr>
          <p:cNvPr id="97" name="!!source-9-dom-5-9-1-5-0-text-0">
            <a:extLst>
              <a:ext uri="{FF2B5EF4-FFF2-40B4-BE49-F238E27FC236}">
                <a16:creationId xmlns:a16="http://schemas.microsoft.com/office/drawing/2014/main" id="{EA33D7AA-CDD2-4C37-B950-EA1657A33FDB}"/>
              </a:ext>
            </a:extLst>
          </p:cNvPr>
          <p:cNvSpPr>
            <a:spLocks noGrp="1"/>
          </p:cNvSpPr>
          <p:nvPr/>
        </p:nvSpPr>
        <p:spPr>
          <a:xfrm>
            <a:off x="10456069" y="4780657"/>
            <a:ext cx="142383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Feasibility</a:t>
            </a:r>
          </a:p>
        </p:txBody>
      </p:sp>
      <p:sp>
        <p:nvSpPr>
          <p:cNvPr id="98" name="!!source-9-dom-5-9-1-7-0-0-text-0">
            <a:extLst>
              <a:ext uri="{FF2B5EF4-FFF2-40B4-BE49-F238E27FC236}">
                <a16:creationId xmlns:a16="http://schemas.microsoft.com/office/drawing/2014/main" id="{763C9AC6-64D5-48D7-85BA-514BDCE5833E}"/>
              </a:ext>
            </a:extLst>
          </p:cNvPr>
          <p:cNvSpPr>
            <a:spLocks noGrp="1"/>
          </p:cNvSpPr>
          <p:nvPr/>
        </p:nvSpPr>
        <p:spPr>
          <a:xfrm>
            <a:off x="10314385" y="5304532"/>
            <a:ext cx="170735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available mass</a:t>
            </a:r>
          </a:p>
        </p:txBody>
      </p:sp>
      <p:sp>
        <p:nvSpPr>
          <p:cNvPr id="99" name="!!source-9-dom-5-9-1-7-0-0-text-1">
            <a:extLst>
              <a:ext uri="{FF2B5EF4-FFF2-40B4-BE49-F238E27FC236}">
                <a16:creationId xmlns:a16="http://schemas.microsoft.com/office/drawing/2014/main" id="{FFBF3DCC-F12D-45BA-B460-AA572A98DE75}"/>
              </a:ext>
            </a:extLst>
          </p:cNvPr>
          <p:cNvSpPr>
            <a:spLocks noGrp="1"/>
          </p:cNvSpPr>
          <p:nvPr/>
        </p:nvSpPr>
        <p:spPr>
          <a:xfrm>
            <a:off x="10558462" y="5590282"/>
            <a:ext cx="121905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≥ demand</a:t>
            </a:r>
          </a:p>
        </p:txBody>
      </p:sp>
      <p:sp>
        <p:nvSpPr>
          <p:cNvPr id="100" name="!!source-9-dom-5-9-1-7-1-0-text-0">
            <a:extLst>
              <a:ext uri="{FF2B5EF4-FFF2-40B4-BE49-F238E27FC236}">
                <a16:creationId xmlns:a16="http://schemas.microsoft.com/office/drawing/2014/main" id="{5967A5C0-BE2A-45EE-B90F-9E3B1C425541}"/>
              </a:ext>
            </a:extLst>
          </p:cNvPr>
          <p:cNvSpPr>
            <a:spLocks noGrp="1"/>
          </p:cNvSpPr>
          <p:nvPr/>
        </p:nvSpPr>
        <p:spPr>
          <a:xfrm>
            <a:off x="10496997" y="5952232"/>
            <a:ext cx="134198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per pattern</a:t>
            </a:r>
          </a:p>
        </p:txBody>
      </p:sp>
      <p:sp>
        <p:nvSpPr>
          <p:cNvPr id="101" name="!!source-9-dom-5-9-3-1-0-fill">
            <a:extLst>
              <a:ext uri="{FF2B5EF4-FFF2-40B4-BE49-F238E27FC236}">
                <a16:creationId xmlns:a16="http://schemas.microsoft.com/office/drawing/2014/main" id="{F0536015-6D44-4B01-8381-37730B4A83CD}"/>
              </a:ext>
            </a:extLst>
          </p:cNvPr>
          <p:cNvSpPr>
            <a:spLocks noGrp="1"/>
          </p:cNvSpPr>
          <p:nvPr/>
        </p:nvSpPr>
        <p:spPr>
          <a:xfrm>
            <a:off x="9572625" y="2800350"/>
            <a:ext cx="495300" cy="495300"/>
          </a:xfrm>
          <a:prstGeom prst="ellipse">
            <a:avLst/>
          </a:prstGeom>
          <a:solidFill>
            <a:srgbClr val="4E2E1A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2" name="!!source-9-dom-5-9-3-1-0-0-text-0">
            <a:extLst>
              <a:ext uri="{FF2B5EF4-FFF2-40B4-BE49-F238E27FC236}">
                <a16:creationId xmlns:a16="http://schemas.microsoft.com/office/drawing/2014/main" id="{78FFFD09-67F0-40EA-901C-0160F627AC88}"/>
              </a:ext>
            </a:extLst>
          </p:cNvPr>
          <p:cNvSpPr>
            <a:spLocks noGrp="1"/>
          </p:cNvSpPr>
          <p:nvPr/>
        </p:nvSpPr>
        <p:spPr>
          <a:xfrm>
            <a:off x="9741248" y="2886075"/>
            <a:ext cx="20553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3" name="!!source-9-dom-5-9-3-1-1-0-0-text-0">
            <a:extLst>
              <a:ext uri="{FF2B5EF4-FFF2-40B4-BE49-F238E27FC236}">
                <a16:creationId xmlns:a16="http://schemas.microsoft.com/office/drawing/2014/main" id="{EB7B8CBA-9D19-4FC2-A87D-0D6B89055F02}"/>
              </a:ext>
            </a:extLst>
          </p:cNvPr>
          <p:cNvSpPr>
            <a:spLocks noGrp="1"/>
          </p:cNvSpPr>
          <p:nvPr/>
        </p:nvSpPr>
        <p:spPr>
          <a:xfrm>
            <a:off x="10239374" y="2724150"/>
            <a:ext cx="162044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Feasibility</a:t>
            </a:r>
          </a:p>
        </p:txBody>
      </p:sp>
      <p:sp>
        <p:nvSpPr>
          <p:cNvPr id="104" name="!!source-9-dom-5-9-3-1-1-1-0-text-0">
            <a:extLst>
              <a:ext uri="{FF2B5EF4-FFF2-40B4-BE49-F238E27FC236}">
                <a16:creationId xmlns:a16="http://schemas.microsoft.com/office/drawing/2014/main" id="{5A32F4F7-E3CB-4C56-A481-DD0F434D2A7B}"/>
              </a:ext>
            </a:extLst>
          </p:cNvPr>
          <p:cNvSpPr>
            <a:spLocks noGrp="1"/>
          </p:cNvSpPr>
          <p:nvPr/>
        </p:nvSpPr>
        <p:spPr>
          <a:xfrm>
            <a:off x="10239374" y="3095625"/>
            <a:ext cx="526777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 threshold on the available mass, per pattern</a:t>
            </a:r>
          </a:p>
        </p:txBody>
      </p:sp>
      <p:sp>
        <p:nvSpPr>
          <p:cNvPr id="105" name="!!source-9-dom-5-9-3-3-2-0-0-text-0">
            <a:extLst>
              <a:ext uri="{FF2B5EF4-FFF2-40B4-BE49-F238E27FC236}">
                <a16:creationId xmlns:a16="http://schemas.microsoft.com/office/drawing/2014/main" id="{A9A3A2EE-E8C5-468D-9535-80D85E5F0D80}"/>
              </a:ext>
            </a:extLst>
          </p:cNvPr>
          <p:cNvSpPr>
            <a:spLocks noGrp="1"/>
          </p:cNvSpPr>
          <p:nvPr/>
        </p:nvSpPr>
        <p:spPr>
          <a:xfrm>
            <a:off x="14655106" y="3669209"/>
            <a:ext cx="190306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demand 16 kg ▸</a:t>
            </a:r>
          </a:p>
        </p:txBody>
      </p:sp>
      <p:sp>
        <p:nvSpPr>
          <p:cNvPr id="106" name="!!source-9-dom-5-9-3-3-5-fill">
            <a:extLst>
              <a:ext uri="{FF2B5EF4-FFF2-40B4-BE49-F238E27FC236}">
                <a16:creationId xmlns:a16="http://schemas.microsoft.com/office/drawing/2014/main" id="{0BB8FB8D-313E-4D1D-9492-E31F1E64F4D5}"/>
              </a:ext>
            </a:extLst>
          </p:cNvPr>
          <p:cNvSpPr>
            <a:spLocks noGrp="1"/>
          </p:cNvSpPr>
          <p:nvPr/>
        </p:nvSpPr>
        <p:spPr>
          <a:xfrm>
            <a:off x="9572625" y="4069258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E8F3EC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7" name="!!source-9-dom-5-9-3-3-5-outline">
            <a:extLst>
              <a:ext uri="{FF2B5EF4-FFF2-40B4-BE49-F238E27FC236}">
                <a16:creationId xmlns:a16="http://schemas.microsoft.com/office/drawing/2014/main" id="{B53D3408-19DA-4B9D-BE3E-7CBF775E2A8E}"/>
              </a:ext>
            </a:extLst>
          </p:cNvPr>
          <p:cNvSpPr>
            <a:spLocks noGrp="1"/>
          </p:cNvSpPr>
          <p:nvPr/>
        </p:nvSpPr>
        <p:spPr>
          <a:xfrm>
            <a:off x="9586913" y="40835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2E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8" name="!!source-9-dom-5-9-3-3-5-0-text-0">
            <a:extLst>
              <a:ext uri="{FF2B5EF4-FFF2-40B4-BE49-F238E27FC236}">
                <a16:creationId xmlns:a16="http://schemas.microsoft.com/office/drawing/2014/main" id="{5B30F39A-64D5-4C48-9D52-75FF4DFD9D97}"/>
              </a:ext>
            </a:extLst>
          </p:cNvPr>
          <p:cNvSpPr>
            <a:spLocks noGrp="1"/>
          </p:cNvSpPr>
          <p:nvPr/>
        </p:nvSpPr>
        <p:spPr>
          <a:xfrm>
            <a:off x="9810749" y="4193084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109" name="!!source-9-dom-5-9-3-3-6-fill">
            <a:extLst>
              <a:ext uri="{FF2B5EF4-FFF2-40B4-BE49-F238E27FC236}">
                <a16:creationId xmlns:a16="http://schemas.microsoft.com/office/drawing/2014/main" id="{0F544173-2A05-4EB4-866D-2D27AB40092A}"/>
              </a:ext>
            </a:extLst>
          </p:cNvPr>
          <p:cNvSpPr>
            <a:spLocks noGrp="1"/>
          </p:cNvSpPr>
          <p:nvPr/>
        </p:nvSpPr>
        <p:spPr>
          <a:xfrm>
            <a:off x="11896726" y="4116884"/>
            <a:ext cx="5886449" cy="47625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9-dom-5-9-3-3-6-outline">
            <a:extLst>
              <a:ext uri="{FF2B5EF4-FFF2-40B4-BE49-F238E27FC236}">
                <a16:creationId xmlns:a16="http://schemas.microsoft.com/office/drawing/2014/main" id="{80591507-D9BA-4EEB-9805-0A4346D4278A}"/>
              </a:ext>
            </a:extLst>
          </p:cNvPr>
          <p:cNvSpPr>
            <a:spLocks noGrp="1"/>
          </p:cNvSpPr>
          <p:nvPr/>
        </p:nvSpPr>
        <p:spPr>
          <a:xfrm>
            <a:off x="11906251" y="4126409"/>
            <a:ext cx="5867399" cy="45720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9-dom-5-9-3-3-6-0-fill">
            <a:extLst>
              <a:ext uri="{FF2B5EF4-FFF2-40B4-BE49-F238E27FC236}">
                <a16:creationId xmlns:a16="http://schemas.microsoft.com/office/drawing/2014/main" id="{9F04A13A-A9E1-4840-921E-782CFEA1A274}"/>
              </a:ext>
            </a:extLst>
          </p:cNvPr>
          <p:cNvSpPr>
            <a:spLocks noGrp="1"/>
          </p:cNvSpPr>
          <p:nvPr/>
        </p:nvSpPr>
        <p:spPr>
          <a:xfrm>
            <a:off x="11915775" y="4135934"/>
            <a:ext cx="5087987" cy="438150"/>
          </a:xfrm>
          <a:prstGeom prst="rect">
            <a:avLst/>
          </a:prstGeom>
          <a:solidFill>
            <a:srgbClr val="2E7D4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!!source-9-dom-5-9-3-3-6-1-border-Left">
            <a:extLst>
              <a:ext uri="{FF2B5EF4-FFF2-40B4-BE49-F238E27FC236}">
                <a16:creationId xmlns:a16="http://schemas.microsoft.com/office/drawing/2014/main" id="{F84872AF-E72C-4011-917B-BD2614D35295}"/>
              </a:ext>
            </a:extLst>
          </p:cNvPr>
          <p:cNvSpPr>
            <a:spLocks noGrp="1"/>
          </p:cNvSpPr>
          <p:nvPr/>
        </p:nvSpPr>
        <p:spPr>
          <a:xfrm>
            <a:off x="16613386" y="40597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13" name="!!source-9-dom-5-9-3-3-7-0-text-0">
            <a:extLst>
              <a:ext uri="{FF2B5EF4-FFF2-40B4-BE49-F238E27FC236}">
                <a16:creationId xmlns:a16="http://schemas.microsoft.com/office/drawing/2014/main" id="{B9EC7D2F-F832-4E21-BD93-B3885FDA07BC}"/>
              </a:ext>
            </a:extLst>
          </p:cNvPr>
          <p:cNvSpPr>
            <a:spLocks noGrp="1"/>
          </p:cNvSpPr>
          <p:nvPr/>
        </p:nvSpPr>
        <p:spPr>
          <a:xfrm>
            <a:off x="18173701" y="4154984"/>
            <a:ext cx="295126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14" name="!!source-9-dom-5-9-3-3-9-fill">
            <a:extLst>
              <a:ext uri="{FF2B5EF4-FFF2-40B4-BE49-F238E27FC236}">
                <a16:creationId xmlns:a16="http://schemas.microsoft.com/office/drawing/2014/main" id="{3967DF9B-9379-4B3B-BBD8-F77785200186}"/>
              </a:ext>
            </a:extLst>
          </p:cNvPr>
          <p:cNvSpPr>
            <a:spLocks noGrp="1"/>
          </p:cNvSpPr>
          <p:nvPr/>
        </p:nvSpPr>
        <p:spPr>
          <a:xfrm>
            <a:off x="9572625" y="4755059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E8F3EC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9-dom-5-9-3-3-9-outline">
            <a:extLst>
              <a:ext uri="{FF2B5EF4-FFF2-40B4-BE49-F238E27FC236}">
                <a16:creationId xmlns:a16="http://schemas.microsoft.com/office/drawing/2014/main" id="{124C7E96-B8F8-46DE-A15F-DD798F70D4B4}"/>
              </a:ext>
            </a:extLst>
          </p:cNvPr>
          <p:cNvSpPr>
            <a:spLocks noGrp="1"/>
          </p:cNvSpPr>
          <p:nvPr/>
        </p:nvSpPr>
        <p:spPr>
          <a:xfrm>
            <a:off x="9586913" y="47693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2E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9-dom-5-9-3-3-9-0-text-0">
            <a:extLst>
              <a:ext uri="{FF2B5EF4-FFF2-40B4-BE49-F238E27FC236}">
                <a16:creationId xmlns:a16="http://schemas.microsoft.com/office/drawing/2014/main" id="{8AB5AE0A-0291-43A2-B163-BB0B7866FF5D}"/>
              </a:ext>
            </a:extLst>
          </p:cNvPr>
          <p:cNvSpPr>
            <a:spLocks noGrp="1"/>
          </p:cNvSpPr>
          <p:nvPr/>
        </p:nvSpPr>
        <p:spPr>
          <a:xfrm>
            <a:off x="9810749" y="4878883"/>
            <a:ext cx="1106984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2E7D4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117" name="!!source-9-dom-5-9-3-3-10-fill">
            <a:extLst>
              <a:ext uri="{FF2B5EF4-FFF2-40B4-BE49-F238E27FC236}">
                <a16:creationId xmlns:a16="http://schemas.microsoft.com/office/drawing/2014/main" id="{921820D5-23C3-43B4-9A7C-3B74784B99BF}"/>
              </a:ext>
            </a:extLst>
          </p:cNvPr>
          <p:cNvSpPr>
            <a:spLocks noGrp="1"/>
          </p:cNvSpPr>
          <p:nvPr/>
        </p:nvSpPr>
        <p:spPr>
          <a:xfrm>
            <a:off x="11896726" y="4802683"/>
            <a:ext cx="5886449" cy="476251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!!source-9-dom-5-9-3-3-10-outline">
            <a:extLst>
              <a:ext uri="{FF2B5EF4-FFF2-40B4-BE49-F238E27FC236}">
                <a16:creationId xmlns:a16="http://schemas.microsoft.com/office/drawing/2014/main" id="{69B283ED-E4EF-47BC-B074-7E404F722474}"/>
              </a:ext>
            </a:extLst>
          </p:cNvPr>
          <p:cNvSpPr>
            <a:spLocks noGrp="1"/>
          </p:cNvSpPr>
          <p:nvPr/>
        </p:nvSpPr>
        <p:spPr>
          <a:xfrm>
            <a:off x="11906251" y="4812208"/>
            <a:ext cx="5867399" cy="457201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!!source-9-dom-5-9-3-3-10-0-fill">
            <a:extLst>
              <a:ext uri="{FF2B5EF4-FFF2-40B4-BE49-F238E27FC236}">
                <a16:creationId xmlns:a16="http://schemas.microsoft.com/office/drawing/2014/main" id="{98FA6C50-F2B7-4D15-A7FD-44C4F1CA4452}"/>
              </a:ext>
            </a:extLst>
          </p:cNvPr>
          <p:cNvSpPr>
            <a:spLocks noGrp="1"/>
          </p:cNvSpPr>
          <p:nvPr/>
        </p:nvSpPr>
        <p:spPr>
          <a:xfrm>
            <a:off x="11915775" y="4821734"/>
            <a:ext cx="4912519" cy="438150"/>
          </a:xfrm>
          <a:prstGeom prst="rect">
            <a:avLst/>
          </a:prstGeom>
          <a:solidFill>
            <a:srgbClr val="2E7D4F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0" name="!!source-9-dom-5-9-3-3-10-1-border-Left">
            <a:extLst>
              <a:ext uri="{FF2B5EF4-FFF2-40B4-BE49-F238E27FC236}">
                <a16:creationId xmlns:a16="http://schemas.microsoft.com/office/drawing/2014/main" id="{1AA33B28-CF15-410F-8565-2C2595D3A2BD}"/>
              </a:ext>
            </a:extLst>
          </p:cNvPr>
          <p:cNvSpPr>
            <a:spLocks noGrp="1"/>
          </p:cNvSpPr>
          <p:nvPr/>
        </p:nvSpPr>
        <p:spPr>
          <a:xfrm>
            <a:off x="16613386" y="47455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1" name="!!source-9-dom-5-9-3-3-11-0-text-0">
            <a:extLst>
              <a:ext uri="{FF2B5EF4-FFF2-40B4-BE49-F238E27FC236}">
                <a16:creationId xmlns:a16="http://schemas.microsoft.com/office/drawing/2014/main" id="{870ED783-619C-444C-81C7-12514C97B16C}"/>
              </a:ext>
            </a:extLst>
          </p:cNvPr>
          <p:cNvSpPr>
            <a:spLocks noGrp="1"/>
          </p:cNvSpPr>
          <p:nvPr/>
        </p:nvSpPr>
        <p:spPr>
          <a:xfrm>
            <a:off x="18173701" y="4840784"/>
            <a:ext cx="295126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22" name="!!source-9-dom-5-9-3-3-13-fill">
            <a:extLst>
              <a:ext uri="{FF2B5EF4-FFF2-40B4-BE49-F238E27FC236}">
                <a16:creationId xmlns:a16="http://schemas.microsoft.com/office/drawing/2014/main" id="{2ACB09DB-C7D4-4033-9321-B05C08F8668E}"/>
              </a:ext>
            </a:extLst>
          </p:cNvPr>
          <p:cNvSpPr>
            <a:spLocks noGrp="1"/>
          </p:cNvSpPr>
          <p:nvPr/>
        </p:nvSpPr>
        <p:spPr>
          <a:xfrm>
            <a:off x="9572625" y="5440859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3" name="!!source-9-dom-5-9-3-3-13-outline">
            <a:extLst>
              <a:ext uri="{FF2B5EF4-FFF2-40B4-BE49-F238E27FC236}">
                <a16:creationId xmlns:a16="http://schemas.microsoft.com/office/drawing/2014/main" id="{ECBA5371-1D70-4764-BDBD-5C1CE239B703}"/>
              </a:ext>
            </a:extLst>
          </p:cNvPr>
          <p:cNvSpPr>
            <a:spLocks noGrp="1"/>
          </p:cNvSpPr>
          <p:nvPr/>
        </p:nvSpPr>
        <p:spPr>
          <a:xfrm>
            <a:off x="9586913" y="5455146"/>
            <a:ext cx="206692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4" name="!!source-9-dom-5-9-3-3-13-0-text-0">
            <a:extLst>
              <a:ext uri="{FF2B5EF4-FFF2-40B4-BE49-F238E27FC236}">
                <a16:creationId xmlns:a16="http://schemas.microsoft.com/office/drawing/2014/main" id="{A59D8999-7B30-49C0-9C1F-30B42BB25A97}"/>
              </a:ext>
            </a:extLst>
          </p:cNvPr>
          <p:cNvSpPr>
            <a:spLocks noGrp="1"/>
          </p:cNvSpPr>
          <p:nvPr/>
        </p:nvSpPr>
        <p:spPr>
          <a:xfrm>
            <a:off x="9810749" y="5564683"/>
            <a:ext cx="36671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T4</a:t>
            </a:r>
          </a:p>
        </p:txBody>
      </p:sp>
      <p:sp>
        <p:nvSpPr>
          <p:cNvPr id="125" name="!!source-9-dom-5-9-3-3-14-fill">
            <a:extLst>
              <a:ext uri="{FF2B5EF4-FFF2-40B4-BE49-F238E27FC236}">
                <a16:creationId xmlns:a16="http://schemas.microsoft.com/office/drawing/2014/main" id="{BBE026D6-7C91-4468-9784-56D2A0310EAE}"/>
              </a:ext>
            </a:extLst>
          </p:cNvPr>
          <p:cNvSpPr>
            <a:spLocks noGrp="1"/>
          </p:cNvSpPr>
          <p:nvPr/>
        </p:nvSpPr>
        <p:spPr>
          <a:xfrm>
            <a:off x="11896726" y="5488484"/>
            <a:ext cx="5886449" cy="476250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" name="!!source-9-dom-5-9-3-3-14-outline">
            <a:extLst>
              <a:ext uri="{FF2B5EF4-FFF2-40B4-BE49-F238E27FC236}">
                <a16:creationId xmlns:a16="http://schemas.microsoft.com/office/drawing/2014/main" id="{22324D45-4A76-4C75-B9D9-DFC684AAC4CC}"/>
              </a:ext>
            </a:extLst>
          </p:cNvPr>
          <p:cNvSpPr>
            <a:spLocks noGrp="1"/>
          </p:cNvSpPr>
          <p:nvPr/>
        </p:nvSpPr>
        <p:spPr>
          <a:xfrm>
            <a:off x="11906251" y="5498009"/>
            <a:ext cx="5867399" cy="457200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7" name="!!source-9-dom-5-9-3-3-14-0-fill">
            <a:extLst>
              <a:ext uri="{FF2B5EF4-FFF2-40B4-BE49-F238E27FC236}">
                <a16:creationId xmlns:a16="http://schemas.microsoft.com/office/drawing/2014/main" id="{DF4816DF-2EBF-43C6-B1D0-E1DC40C4BAE2}"/>
              </a:ext>
            </a:extLst>
          </p:cNvPr>
          <p:cNvSpPr>
            <a:spLocks noGrp="1"/>
          </p:cNvSpPr>
          <p:nvPr/>
        </p:nvSpPr>
        <p:spPr>
          <a:xfrm>
            <a:off x="11915775" y="5507534"/>
            <a:ext cx="2807197" cy="438150"/>
          </a:xfrm>
          <a:prstGeom prst="rect">
            <a:avLst/>
          </a:prstGeom>
          <a:solidFill>
            <a:srgbClr val="C9B8AD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8" name="!!source-9-dom-5-9-3-3-14-1-border-Left">
            <a:extLst>
              <a:ext uri="{FF2B5EF4-FFF2-40B4-BE49-F238E27FC236}">
                <a16:creationId xmlns:a16="http://schemas.microsoft.com/office/drawing/2014/main" id="{4CD8484A-168F-481C-A3D8-6EF519FED48D}"/>
              </a:ext>
            </a:extLst>
          </p:cNvPr>
          <p:cNvSpPr>
            <a:spLocks noGrp="1"/>
          </p:cNvSpPr>
          <p:nvPr/>
        </p:nvSpPr>
        <p:spPr>
          <a:xfrm>
            <a:off x="16613386" y="5431334"/>
            <a:ext cx="953" cy="590550"/>
          </a:xfrm>
          <a:prstGeom prst="line">
            <a:avLst/>
          </a:prstGeom>
          <a:noFill/>
          <a:ln w="38100">
            <a:solidFill>
              <a:srgbClr val="E44646">
                <a:alpha val="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9" name="!!source-9-dom-5-9-3-3-15-0-text-0">
            <a:extLst>
              <a:ext uri="{FF2B5EF4-FFF2-40B4-BE49-F238E27FC236}">
                <a16:creationId xmlns:a16="http://schemas.microsoft.com/office/drawing/2014/main" id="{4E9D6510-AE13-407B-8C2E-AC2C3A198D43}"/>
              </a:ext>
            </a:extLst>
          </p:cNvPr>
          <p:cNvSpPr>
            <a:spLocks noGrp="1"/>
          </p:cNvSpPr>
          <p:nvPr/>
        </p:nvSpPr>
        <p:spPr>
          <a:xfrm>
            <a:off x="18204954" y="5526583"/>
            <a:ext cx="232618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 i="0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 spc="-6">
                <a:solidFill>
                  <a:srgbClr val="C9B8AD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✗</a:t>
            </a:r>
          </a:p>
        </p:txBody>
      </p:sp>
      <p:sp>
        <p:nvSpPr>
          <p:cNvPr id="130" name="!!source-9-dom-5-9-3-5-0-text-0">
            <a:extLst>
              <a:ext uri="{FF2B5EF4-FFF2-40B4-BE49-F238E27FC236}">
                <a16:creationId xmlns:a16="http://schemas.microsoft.com/office/drawing/2014/main" id="{BF98657E-79E9-427C-BB6E-403221328237}"/>
              </a:ext>
            </a:extLst>
          </p:cNvPr>
          <p:cNvSpPr>
            <a:spLocks noGrp="1"/>
          </p:cNvSpPr>
          <p:nvPr/>
        </p:nvSpPr>
        <p:spPr>
          <a:xfrm>
            <a:off x="9572625" y="6328916"/>
            <a:ext cx="857979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Feasible: the pattern delivers at least the demand. The set changes</a:t>
            </a:r>
          </a:p>
        </p:txBody>
      </p:sp>
      <p:sp>
        <p:nvSpPr>
          <p:cNvPr id="131" name="!!source-9-dom-5-9-3-5-0-text-1">
            <a:extLst>
              <a:ext uri="{FF2B5EF4-FFF2-40B4-BE49-F238E27FC236}">
                <a16:creationId xmlns:a16="http://schemas.microsoft.com/office/drawing/2014/main" id="{66008BB1-47DC-4A86-B3FA-3F9EA2EF018E}"/>
              </a:ext>
            </a:extLst>
          </p:cNvPr>
          <p:cNvSpPr>
            <a:spLocks noGrp="1"/>
          </p:cNvSpPr>
          <p:nvPr/>
        </p:nvSpPr>
        <p:spPr>
          <a:xfrm>
            <a:off x="9572625" y="6687889"/>
            <a:ext cx="32614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with every tank pressure.</a:t>
            </a:r>
          </a:p>
        </p:txBody>
      </p:sp>
      <p:sp>
        <p:nvSpPr>
          <p:cNvPr id="132" name="!!source-9-dom-5-13-fill">
            <a:extLst>
              <a:ext uri="{FF2B5EF4-FFF2-40B4-BE49-F238E27FC236}">
                <a16:creationId xmlns:a16="http://schemas.microsoft.com/office/drawing/2014/main" id="{C89681AF-CA25-42C9-8664-2A03ADEFEFF3}"/>
              </a:ext>
            </a:extLst>
          </p:cNvPr>
          <p:cNvSpPr>
            <a:spLocks noGrp="1"/>
          </p:cNvSpPr>
          <p:nvPr/>
        </p:nvSpPr>
        <p:spPr>
          <a:xfrm>
            <a:off x="13335000" y="2466975"/>
            <a:ext cx="3810000" cy="4818013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3" name="!!source-9-dom-5-13-outline">
            <a:extLst>
              <a:ext uri="{FF2B5EF4-FFF2-40B4-BE49-F238E27FC236}">
                <a16:creationId xmlns:a16="http://schemas.microsoft.com/office/drawing/2014/main" id="{383E3C79-3353-4940-8BFC-D9E507C9B4D7}"/>
              </a:ext>
            </a:extLst>
          </p:cNvPr>
          <p:cNvSpPr>
            <a:spLocks noGrp="1"/>
          </p:cNvSpPr>
          <p:nvPr/>
        </p:nvSpPr>
        <p:spPr>
          <a:xfrm>
            <a:off x="13349287" y="2481263"/>
            <a:ext cx="3781425" cy="4789438"/>
          </a:xfrm>
          <a:prstGeom prst="rect">
            <a:avLst/>
          </a:prstGeom>
          <a:noFill/>
          <a:ln w="28575">
            <a:solidFill>
              <a:srgbClr val="8A7B71">
                <a:alpha val="10000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34" name="!!source-9-dom-5-13-1-1-fill">
            <a:extLst>
              <a:ext uri="{FF2B5EF4-FFF2-40B4-BE49-F238E27FC236}">
                <a16:creationId xmlns:a16="http://schemas.microsoft.com/office/drawing/2014/main" id="{1FF8514F-2477-49D5-9305-DBAEBC718DD7}"/>
              </a:ext>
            </a:extLst>
          </p:cNvPr>
          <p:cNvSpPr>
            <a:spLocks noGrp="1"/>
          </p:cNvSpPr>
          <p:nvPr/>
        </p:nvSpPr>
        <p:spPr>
          <a:xfrm>
            <a:off x="14935200" y="3656707"/>
            <a:ext cx="609599" cy="609600"/>
          </a:xfrm>
          <a:prstGeom prst="ellipse">
            <a:avLst/>
          </a:prstGeom>
          <a:solidFill>
            <a:srgbClr val="8A7B71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5" name="!!source-9-dom-5-13-1-1-0-text-0">
            <a:extLst>
              <a:ext uri="{FF2B5EF4-FFF2-40B4-BE49-F238E27FC236}">
                <a16:creationId xmlns:a16="http://schemas.microsoft.com/office/drawing/2014/main" id="{0BA405C8-D2E4-4712-A31A-171D0803E283}"/>
              </a:ext>
            </a:extLst>
          </p:cNvPr>
          <p:cNvSpPr>
            <a:spLocks noGrp="1"/>
          </p:cNvSpPr>
          <p:nvPr/>
        </p:nvSpPr>
        <p:spPr>
          <a:xfrm>
            <a:off x="15141476" y="3785295"/>
            <a:ext cx="24452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-5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36" name="!!source-9-dom-5-13-1-3-0-text-0">
            <a:extLst>
              <a:ext uri="{FF2B5EF4-FFF2-40B4-BE49-F238E27FC236}">
                <a16:creationId xmlns:a16="http://schemas.microsoft.com/office/drawing/2014/main" id="{6E83DEFC-21EC-48B9-80F0-6F760AE0FD4B}"/>
              </a:ext>
            </a:extLst>
          </p:cNvPr>
          <p:cNvSpPr>
            <a:spLocks noGrp="1"/>
          </p:cNvSpPr>
          <p:nvPr/>
        </p:nvSpPr>
        <p:spPr>
          <a:xfrm>
            <a:off x="14584562" y="4456807"/>
            <a:ext cx="135850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ONGOING</a:t>
            </a:r>
          </a:p>
        </p:txBody>
      </p:sp>
      <p:sp>
        <p:nvSpPr>
          <p:cNvPr id="137" name="!!source-9-dom-5-13-1-5-0-text-0">
            <a:extLst>
              <a:ext uri="{FF2B5EF4-FFF2-40B4-BE49-F238E27FC236}">
                <a16:creationId xmlns:a16="http://schemas.microsoft.com/office/drawing/2014/main" id="{1D5CC2FB-D0FA-4E9C-9E8B-FDE86D8631A7}"/>
              </a:ext>
            </a:extLst>
          </p:cNvPr>
          <p:cNvSpPr>
            <a:spLocks noGrp="1"/>
          </p:cNvSpPr>
          <p:nvPr/>
        </p:nvSpPr>
        <p:spPr>
          <a:xfrm>
            <a:off x="14494669" y="4923532"/>
            <a:ext cx="1538287" cy="323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138" name="!!source-9-dom-5-13-1-7-0-0-text-0">
            <a:extLst>
              <a:ext uri="{FF2B5EF4-FFF2-40B4-BE49-F238E27FC236}">
                <a16:creationId xmlns:a16="http://schemas.microsoft.com/office/drawing/2014/main" id="{DE2348E9-3FC5-4660-9674-C93E9BC1A034}"/>
              </a:ext>
            </a:extLst>
          </p:cNvPr>
          <p:cNvSpPr>
            <a:spLocks noGrp="1"/>
          </p:cNvSpPr>
          <p:nvPr/>
        </p:nvSpPr>
        <p:spPr>
          <a:xfrm>
            <a:off x="14453145" y="5447407"/>
            <a:ext cx="162133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disjoint count</a:t>
            </a:r>
          </a:p>
        </p:txBody>
      </p:sp>
      <p:sp>
        <p:nvSpPr>
          <p:cNvPr id="139" name="!!source-9-dom-5-13-1-7-1-0-text-0">
            <a:extLst>
              <a:ext uri="{FF2B5EF4-FFF2-40B4-BE49-F238E27FC236}">
                <a16:creationId xmlns:a16="http://schemas.microsoft.com/office/drawing/2014/main" id="{7DF338CE-BE7C-47EF-BA39-FEDD4B19762A}"/>
              </a:ext>
            </a:extLst>
          </p:cNvPr>
          <p:cNvSpPr>
            <a:spLocks noGrp="1"/>
          </p:cNvSpPr>
          <p:nvPr/>
        </p:nvSpPr>
        <p:spPr>
          <a:xfrm>
            <a:off x="14794558" y="5809357"/>
            <a:ext cx="93836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≥ target</a:t>
            </a:r>
          </a:p>
        </p:txBody>
      </p:sp>
      <p:sp>
        <p:nvSpPr>
          <p:cNvPr id="140" name="!!source-9-dom-5-13-3-1-0-0-fill">
            <a:extLst>
              <a:ext uri="{FF2B5EF4-FFF2-40B4-BE49-F238E27FC236}">
                <a16:creationId xmlns:a16="http://schemas.microsoft.com/office/drawing/2014/main" id="{BCA19216-0ECC-4152-B2AC-3C448BE98428}"/>
              </a:ext>
            </a:extLst>
          </p:cNvPr>
          <p:cNvSpPr>
            <a:spLocks noGrp="1"/>
          </p:cNvSpPr>
          <p:nvPr/>
        </p:nvSpPr>
        <p:spPr>
          <a:xfrm>
            <a:off x="13668375" y="2800350"/>
            <a:ext cx="495300" cy="495300"/>
          </a:xfrm>
          <a:prstGeom prst="ellipse">
            <a:avLst/>
          </a:prstGeom>
          <a:solidFill>
            <a:srgbClr val="8A7B71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1" name="!!source-9-dom-5-13-3-1-0-0-0-text-0">
            <a:extLst>
              <a:ext uri="{FF2B5EF4-FFF2-40B4-BE49-F238E27FC236}">
                <a16:creationId xmlns:a16="http://schemas.microsoft.com/office/drawing/2014/main" id="{9E74D9A8-8D72-4E26-B39B-7A23D32014FE}"/>
              </a:ext>
            </a:extLst>
          </p:cNvPr>
          <p:cNvSpPr>
            <a:spLocks noGrp="1"/>
          </p:cNvSpPr>
          <p:nvPr/>
        </p:nvSpPr>
        <p:spPr>
          <a:xfrm>
            <a:off x="13824049" y="2886075"/>
            <a:ext cx="2314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42" name="!!source-9-dom-5-13-3-1-0-1-0-0-text-0">
            <a:extLst>
              <a:ext uri="{FF2B5EF4-FFF2-40B4-BE49-F238E27FC236}">
                <a16:creationId xmlns:a16="http://schemas.microsoft.com/office/drawing/2014/main" id="{9804660E-7401-479B-B0D3-A9F407E311B3}"/>
              </a:ext>
            </a:extLst>
          </p:cNvPr>
          <p:cNvSpPr>
            <a:spLocks noGrp="1"/>
          </p:cNvSpPr>
          <p:nvPr/>
        </p:nvSpPr>
        <p:spPr>
          <a:xfrm>
            <a:off x="14335125" y="2724150"/>
            <a:ext cx="175126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400" b="0" i="0" spc="-6">
                <a:solidFill>
                  <a:srgbClr val="4E2E1A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143" name="!!source-9-dom-5-13-3-1-0-1-1-0-text-0">
            <a:extLst>
              <a:ext uri="{FF2B5EF4-FFF2-40B4-BE49-F238E27FC236}">
                <a16:creationId xmlns:a16="http://schemas.microsoft.com/office/drawing/2014/main" id="{9BA30D70-54A4-405C-AEC0-500550572E0B}"/>
              </a:ext>
            </a:extLst>
          </p:cNvPr>
          <p:cNvSpPr>
            <a:spLocks noGrp="1"/>
          </p:cNvSpPr>
          <p:nvPr/>
        </p:nvSpPr>
        <p:spPr>
          <a:xfrm>
            <a:off x="14335125" y="3095625"/>
            <a:ext cx="588094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count the disjoint feasible patterns against a target</a:t>
            </a:r>
          </a:p>
        </p:txBody>
      </p:sp>
      <p:sp>
        <p:nvSpPr>
          <p:cNvPr id="144" name="!!source-9-dom-5-13-3-1-1-outline">
            <a:extLst>
              <a:ext uri="{FF2B5EF4-FFF2-40B4-BE49-F238E27FC236}">
                <a16:creationId xmlns:a16="http://schemas.microsoft.com/office/drawing/2014/main" id="{3D413889-DB2B-498B-9D78-FE1B9592B382}"/>
              </a:ext>
            </a:extLst>
          </p:cNvPr>
          <p:cNvSpPr>
            <a:spLocks noGrp="1"/>
          </p:cNvSpPr>
          <p:nvPr/>
        </p:nvSpPr>
        <p:spPr>
          <a:xfrm>
            <a:off x="20364449" y="2852738"/>
            <a:ext cx="2305051" cy="390525"/>
          </a:xfrm>
          <a:prstGeom prst="rect">
            <a:avLst/>
          </a:prstGeom>
          <a:noFill/>
          <a:ln w="19050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5" name="!!source-9-dom-5-13-3-1-1-0-text-0">
            <a:extLst>
              <a:ext uri="{FF2B5EF4-FFF2-40B4-BE49-F238E27FC236}">
                <a16:creationId xmlns:a16="http://schemas.microsoft.com/office/drawing/2014/main" id="{EE49B670-5EA7-41E9-BE11-C343C98C112E}"/>
              </a:ext>
            </a:extLst>
          </p:cNvPr>
          <p:cNvSpPr>
            <a:spLocks noGrp="1"/>
          </p:cNvSpPr>
          <p:nvPr/>
        </p:nvSpPr>
        <p:spPr>
          <a:xfrm>
            <a:off x="20507326" y="2919413"/>
            <a:ext cx="206692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95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ONGOING WORK</a:t>
            </a:r>
          </a:p>
        </p:txBody>
      </p:sp>
      <p:sp>
        <p:nvSpPr>
          <p:cNvPr id="146" name="!!source-9-dom-5-13-3-3-1-1-0-text-0">
            <a:extLst>
              <a:ext uri="{FF2B5EF4-FFF2-40B4-BE49-F238E27FC236}">
                <a16:creationId xmlns:a16="http://schemas.microsoft.com/office/drawing/2014/main" id="{8EDBDB7B-532C-4B80-BF76-02580C0C5740}"/>
              </a:ext>
            </a:extLst>
          </p:cNvPr>
          <p:cNvSpPr>
            <a:spLocks noGrp="1"/>
          </p:cNvSpPr>
          <p:nvPr/>
        </p:nvSpPr>
        <p:spPr>
          <a:xfrm>
            <a:off x="13668375" y="3738265"/>
            <a:ext cx="284603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FEASIBLE PATTERNS</a:t>
            </a:r>
          </a:p>
        </p:txBody>
      </p:sp>
      <p:sp>
        <p:nvSpPr>
          <p:cNvPr id="147" name="!!source-9-dom-5-13-3-3-1-3-0-fill">
            <a:extLst>
              <a:ext uri="{FF2B5EF4-FFF2-40B4-BE49-F238E27FC236}">
                <a16:creationId xmlns:a16="http://schemas.microsoft.com/office/drawing/2014/main" id="{10CAE93E-27C0-4CDD-8D98-D8063F2D9E0A}"/>
              </a:ext>
            </a:extLst>
          </p:cNvPr>
          <p:cNvSpPr>
            <a:spLocks noGrp="1"/>
          </p:cNvSpPr>
          <p:nvPr/>
        </p:nvSpPr>
        <p:spPr>
          <a:xfrm>
            <a:off x="13668375" y="4128790"/>
            <a:ext cx="1535609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8" name="!!source-9-dom-5-13-3-3-1-3-0-outline">
            <a:extLst>
              <a:ext uri="{FF2B5EF4-FFF2-40B4-BE49-F238E27FC236}">
                <a16:creationId xmlns:a16="http://schemas.microsoft.com/office/drawing/2014/main" id="{EC849C16-E155-4E91-AEB8-77D72920CF34}"/>
              </a:ext>
            </a:extLst>
          </p:cNvPr>
          <p:cNvSpPr>
            <a:spLocks noGrp="1"/>
          </p:cNvSpPr>
          <p:nvPr/>
        </p:nvSpPr>
        <p:spPr>
          <a:xfrm>
            <a:off x="13682663" y="4143077"/>
            <a:ext cx="1507034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9" name="!!source-9-dom-5-13-3-3-1-3-0-0-text-0">
            <a:extLst>
              <a:ext uri="{FF2B5EF4-FFF2-40B4-BE49-F238E27FC236}">
                <a16:creationId xmlns:a16="http://schemas.microsoft.com/office/drawing/2014/main" id="{FD35F34E-C8F8-48B6-BB1B-44BB1244BDD1}"/>
              </a:ext>
            </a:extLst>
          </p:cNvPr>
          <p:cNvSpPr>
            <a:spLocks noGrp="1"/>
          </p:cNvSpPr>
          <p:nvPr/>
        </p:nvSpPr>
        <p:spPr>
          <a:xfrm>
            <a:off x="13906500" y="4252615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150" name="!!source-9-dom-5-13-3-3-1-3-1-fill">
            <a:extLst>
              <a:ext uri="{FF2B5EF4-FFF2-40B4-BE49-F238E27FC236}">
                <a16:creationId xmlns:a16="http://schemas.microsoft.com/office/drawing/2014/main" id="{E1B2F58C-E64D-4651-9839-A2155BA7BC1D}"/>
              </a:ext>
            </a:extLst>
          </p:cNvPr>
          <p:cNvSpPr>
            <a:spLocks noGrp="1"/>
          </p:cNvSpPr>
          <p:nvPr/>
        </p:nvSpPr>
        <p:spPr>
          <a:xfrm>
            <a:off x="15299233" y="4128790"/>
            <a:ext cx="1535610" cy="571500"/>
          </a:xfrm>
          <a:prstGeom prst="roundRect">
            <a:avLst>
              <a:gd name="adj" fmla="val 10000"/>
            </a:avLst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1" name="!!source-9-dom-5-13-3-3-1-3-1-outline">
            <a:extLst>
              <a:ext uri="{FF2B5EF4-FFF2-40B4-BE49-F238E27FC236}">
                <a16:creationId xmlns:a16="http://schemas.microsoft.com/office/drawing/2014/main" id="{1724029D-948D-4657-8440-B2E11093A45D}"/>
              </a:ext>
            </a:extLst>
          </p:cNvPr>
          <p:cNvSpPr>
            <a:spLocks noGrp="1"/>
          </p:cNvSpPr>
          <p:nvPr/>
        </p:nvSpPr>
        <p:spPr>
          <a:xfrm>
            <a:off x="15313521" y="4143077"/>
            <a:ext cx="150703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2" name="!!source-9-dom-5-13-3-3-1-3-1-0-text-0">
            <a:extLst>
              <a:ext uri="{FF2B5EF4-FFF2-40B4-BE49-F238E27FC236}">
                <a16:creationId xmlns:a16="http://schemas.microsoft.com/office/drawing/2014/main" id="{197C34A9-1E6E-41D4-9F51-DFE77D316390}"/>
              </a:ext>
            </a:extLst>
          </p:cNvPr>
          <p:cNvSpPr>
            <a:spLocks noGrp="1"/>
          </p:cNvSpPr>
          <p:nvPr/>
        </p:nvSpPr>
        <p:spPr>
          <a:xfrm>
            <a:off x="15537359" y="4252615"/>
            <a:ext cx="110698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C9B8AD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153" name="!!source-9-dom-5-13-3-3-1-3-2-fill">
            <a:extLst>
              <a:ext uri="{FF2B5EF4-FFF2-40B4-BE49-F238E27FC236}">
                <a16:creationId xmlns:a16="http://schemas.microsoft.com/office/drawing/2014/main" id="{8FCAC436-5B42-4620-96EC-3B163E2FE672}"/>
              </a:ext>
            </a:extLst>
          </p:cNvPr>
          <p:cNvSpPr>
            <a:spLocks noGrp="1"/>
          </p:cNvSpPr>
          <p:nvPr/>
        </p:nvSpPr>
        <p:spPr>
          <a:xfrm>
            <a:off x="16930092" y="4128790"/>
            <a:ext cx="1649760" cy="571500"/>
          </a:xfrm>
          <a:prstGeom prst="roundRect">
            <a:avLst>
              <a:gd name="adj" fmla="val 10000"/>
            </a:avLst>
          </a:prstGeom>
          <a:solidFill>
            <a:srgbClr val="E44646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4" name="!!source-9-dom-5-13-3-3-1-3-2-outline">
            <a:extLst>
              <a:ext uri="{FF2B5EF4-FFF2-40B4-BE49-F238E27FC236}">
                <a16:creationId xmlns:a16="http://schemas.microsoft.com/office/drawing/2014/main" id="{247362BD-4522-4B19-A14A-7DF78A452041}"/>
              </a:ext>
            </a:extLst>
          </p:cNvPr>
          <p:cNvSpPr>
            <a:spLocks noGrp="1"/>
          </p:cNvSpPr>
          <p:nvPr/>
        </p:nvSpPr>
        <p:spPr>
          <a:xfrm>
            <a:off x="16944380" y="4143077"/>
            <a:ext cx="1621185" cy="542925"/>
          </a:xfrm>
          <a:prstGeom prst="roundRect">
            <a:avLst>
              <a:gd name="adj" fmla="val 10526"/>
            </a:avLst>
          </a:prstGeom>
          <a:noFill/>
          <a:ln w="28575">
            <a:solidFill>
              <a:srgbClr val="E446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5" name="!!source-9-dom-5-13-3-3-1-3-2-0-text-0">
            <a:extLst>
              <a:ext uri="{FF2B5EF4-FFF2-40B4-BE49-F238E27FC236}">
                <a16:creationId xmlns:a16="http://schemas.microsoft.com/office/drawing/2014/main" id="{AAC8D0AA-3582-46DE-9E92-FB94DFF03863}"/>
              </a:ext>
            </a:extLst>
          </p:cNvPr>
          <p:cNvSpPr>
            <a:spLocks noGrp="1"/>
          </p:cNvSpPr>
          <p:nvPr/>
        </p:nvSpPr>
        <p:spPr>
          <a:xfrm>
            <a:off x="17168217" y="4252615"/>
            <a:ext cx="122113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100" b="0" i="0" spc="-5">
                <a:solidFill>
                  <a:srgbClr val="FFFFFF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T3₁ → T3₃</a:t>
            </a:r>
          </a:p>
        </p:txBody>
      </p:sp>
      <p:sp>
        <p:nvSpPr>
          <p:cNvPr id="156" name="!!source-9-dom-5-13-3-3-1-5-0-text-0">
            <a:extLst>
              <a:ext uri="{FF2B5EF4-FFF2-40B4-BE49-F238E27FC236}">
                <a16:creationId xmlns:a16="http://schemas.microsoft.com/office/drawing/2014/main" id="{C0AD9E55-5833-48FC-89C7-78961DADB55A}"/>
              </a:ext>
            </a:extLst>
          </p:cNvPr>
          <p:cNvSpPr>
            <a:spLocks noGrp="1"/>
          </p:cNvSpPr>
          <p:nvPr/>
        </p:nvSpPr>
        <p:spPr>
          <a:xfrm>
            <a:off x="13668375" y="4824115"/>
            <a:ext cx="475416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8A7B71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two share T4: only one of them can count</a:t>
            </a:r>
          </a:p>
        </p:txBody>
      </p:sp>
      <p:sp>
        <p:nvSpPr>
          <p:cNvPr id="157" name="!!source-9-dom-5-13-3-3-3-0-fill">
            <a:extLst>
              <a:ext uri="{FF2B5EF4-FFF2-40B4-BE49-F238E27FC236}">
                <a16:creationId xmlns:a16="http://schemas.microsoft.com/office/drawing/2014/main" id="{1DD881CD-C61F-47F0-BB92-5E563F7B778B}"/>
              </a:ext>
            </a:extLst>
          </p:cNvPr>
          <p:cNvSpPr>
            <a:spLocks noGrp="1"/>
          </p:cNvSpPr>
          <p:nvPr/>
        </p:nvSpPr>
        <p:spPr>
          <a:xfrm>
            <a:off x="13668375" y="5302151"/>
            <a:ext cx="1510307" cy="10001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8" name="!!source-9-dom-5-13-3-3-3-0-outline">
            <a:extLst>
              <a:ext uri="{FF2B5EF4-FFF2-40B4-BE49-F238E27FC236}">
                <a16:creationId xmlns:a16="http://schemas.microsoft.com/office/drawing/2014/main" id="{0B64F2BB-3774-48D2-880B-F5C9FCA4347A}"/>
              </a:ext>
            </a:extLst>
          </p:cNvPr>
          <p:cNvSpPr>
            <a:spLocks noGrp="1"/>
          </p:cNvSpPr>
          <p:nvPr/>
        </p:nvSpPr>
        <p:spPr>
          <a:xfrm>
            <a:off x="13677900" y="5311676"/>
            <a:ext cx="1491257" cy="981075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9" name="!!source-9-dom-5-13-3-3-3-0-0-0-text-0">
            <a:extLst>
              <a:ext uri="{FF2B5EF4-FFF2-40B4-BE49-F238E27FC236}">
                <a16:creationId xmlns:a16="http://schemas.microsoft.com/office/drawing/2014/main" id="{A4295726-B375-4B7C-B455-2692AC1EA800}"/>
              </a:ext>
            </a:extLst>
          </p:cNvPr>
          <p:cNvSpPr>
            <a:spLocks noGrp="1"/>
          </p:cNvSpPr>
          <p:nvPr/>
        </p:nvSpPr>
        <p:spPr>
          <a:xfrm>
            <a:off x="13839825" y="5435501"/>
            <a:ext cx="121503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DISJOINT</a:t>
            </a:r>
          </a:p>
        </p:txBody>
      </p:sp>
      <p:sp>
        <p:nvSpPr>
          <p:cNvPr id="160" name="!!source-9-dom-5-13-3-3-3-0-1-0-text-0">
            <a:extLst>
              <a:ext uri="{FF2B5EF4-FFF2-40B4-BE49-F238E27FC236}">
                <a16:creationId xmlns:a16="http://schemas.microsoft.com/office/drawing/2014/main" id="{1DCC9C1A-81D8-42CE-8670-8AE54D94A721}"/>
              </a:ext>
            </a:extLst>
          </p:cNvPr>
          <p:cNvSpPr>
            <a:spLocks noGrp="1"/>
          </p:cNvSpPr>
          <p:nvPr/>
        </p:nvSpPr>
        <p:spPr>
          <a:xfrm>
            <a:off x="14322623" y="5711726"/>
            <a:ext cx="249436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</a:t>
            </a:r>
          </a:p>
        </p:txBody>
      </p:sp>
      <p:sp>
        <p:nvSpPr>
          <p:cNvPr id="161" name="!!source-9-dom-5-13-3-3-3-1-0-text-0">
            <a:extLst>
              <a:ext uri="{FF2B5EF4-FFF2-40B4-BE49-F238E27FC236}">
                <a16:creationId xmlns:a16="http://schemas.microsoft.com/office/drawing/2014/main" id="{94381877-FFDE-4CC2-94DA-790A75B52C38}"/>
              </a:ext>
            </a:extLst>
          </p:cNvPr>
          <p:cNvSpPr>
            <a:spLocks noGrp="1"/>
          </p:cNvSpPr>
          <p:nvPr/>
        </p:nvSpPr>
        <p:spPr>
          <a:xfrm>
            <a:off x="15313968" y="5592663"/>
            <a:ext cx="253156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≥</a:t>
            </a:r>
          </a:p>
        </p:txBody>
      </p:sp>
      <p:sp>
        <p:nvSpPr>
          <p:cNvPr id="162" name="!!source-9-dom-5-13-3-3-3-2-fill">
            <a:extLst>
              <a:ext uri="{FF2B5EF4-FFF2-40B4-BE49-F238E27FC236}">
                <a16:creationId xmlns:a16="http://schemas.microsoft.com/office/drawing/2014/main" id="{748664C1-7E14-4217-A9AF-3B075771BE5F}"/>
              </a:ext>
            </a:extLst>
          </p:cNvPr>
          <p:cNvSpPr>
            <a:spLocks noGrp="1"/>
          </p:cNvSpPr>
          <p:nvPr/>
        </p:nvSpPr>
        <p:spPr>
          <a:xfrm>
            <a:off x="15654933" y="5302151"/>
            <a:ext cx="1311919" cy="1000125"/>
          </a:xfrm>
          <a:prstGeom prst="rect">
            <a:avLst/>
          </a:prstGeom>
          <a:solidFill>
            <a:srgbClr val="FAF6F3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3" name="!!source-9-dom-5-13-3-3-3-2-outline">
            <a:extLst>
              <a:ext uri="{FF2B5EF4-FFF2-40B4-BE49-F238E27FC236}">
                <a16:creationId xmlns:a16="http://schemas.microsoft.com/office/drawing/2014/main" id="{6BF46B7F-AE67-4170-BCC1-73A03153B68C}"/>
              </a:ext>
            </a:extLst>
          </p:cNvPr>
          <p:cNvSpPr>
            <a:spLocks noGrp="1"/>
          </p:cNvSpPr>
          <p:nvPr/>
        </p:nvSpPr>
        <p:spPr>
          <a:xfrm>
            <a:off x="15664458" y="5311676"/>
            <a:ext cx="1292869" cy="981075"/>
          </a:xfrm>
          <a:prstGeom prst="rect">
            <a:avLst/>
          </a:prstGeom>
          <a:noFill/>
          <a:ln w="19050">
            <a:solidFill>
              <a:srgbClr val="E6D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4" name="!!source-9-dom-5-13-3-3-3-2-0-0-text-0">
            <a:extLst>
              <a:ext uri="{FF2B5EF4-FFF2-40B4-BE49-F238E27FC236}">
                <a16:creationId xmlns:a16="http://schemas.microsoft.com/office/drawing/2014/main" id="{B76ACC20-25E6-41B6-8A4A-D0C7A63FB9B3}"/>
              </a:ext>
            </a:extLst>
          </p:cNvPr>
          <p:cNvSpPr>
            <a:spLocks noGrp="1"/>
          </p:cNvSpPr>
          <p:nvPr/>
        </p:nvSpPr>
        <p:spPr>
          <a:xfrm>
            <a:off x="15826382" y="5435501"/>
            <a:ext cx="101664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TARGET</a:t>
            </a:r>
          </a:p>
        </p:txBody>
      </p:sp>
      <p:sp>
        <p:nvSpPr>
          <p:cNvPr id="165" name="!!source-9-dom-5-13-3-3-3-2-1-0-text-0">
            <a:extLst>
              <a:ext uri="{FF2B5EF4-FFF2-40B4-BE49-F238E27FC236}">
                <a16:creationId xmlns:a16="http://schemas.microsoft.com/office/drawing/2014/main" id="{4F486F30-BC9D-4367-BF49-522912EF20D6}"/>
              </a:ext>
            </a:extLst>
          </p:cNvPr>
          <p:cNvSpPr>
            <a:spLocks noGrp="1"/>
          </p:cNvSpPr>
          <p:nvPr/>
        </p:nvSpPr>
        <p:spPr>
          <a:xfrm>
            <a:off x="16209913" y="5711726"/>
            <a:ext cx="249436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4E2E1A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</a:t>
            </a:r>
          </a:p>
        </p:txBody>
      </p:sp>
      <p:sp>
        <p:nvSpPr>
          <p:cNvPr id="166" name="!!source-9-dom-5-13-3-3-3-3-0-text-0">
            <a:extLst>
              <a:ext uri="{FF2B5EF4-FFF2-40B4-BE49-F238E27FC236}">
                <a16:creationId xmlns:a16="http://schemas.microsoft.com/office/drawing/2014/main" id="{4A29703D-20CA-4954-9289-2C26565CE691}"/>
              </a:ext>
            </a:extLst>
          </p:cNvPr>
          <p:cNvSpPr>
            <a:spLocks noGrp="1"/>
          </p:cNvSpPr>
          <p:nvPr/>
        </p:nvSpPr>
        <p:spPr>
          <a:xfrm>
            <a:off x="17037696" y="5602189"/>
            <a:ext cx="382041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 spc="-6">
                <a:solidFill>
                  <a:srgbClr val="4E2E1A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⇔</a:t>
            </a:r>
          </a:p>
        </p:txBody>
      </p:sp>
      <p:sp>
        <p:nvSpPr>
          <p:cNvPr id="167" name="!!source-9-dom-5-13-3-3-3-4-fill">
            <a:extLst>
              <a:ext uri="{FF2B5EF4-FFF2-40B4-BE49-F238E27FC236}">
                <a16:creationId xmlns:a16="http://schemas.microsoft.com/office/drawing/2014/main" id="{372C1D6F-73CD-476E-A4A0-00E344283407}"/>
              </a:ext>
            </a:extLst>
          </p:cNvPr>
          <p:cNvSpPr>
            <a:spLocks noGrp="1"/>
          </p:cNvSpPr>
          <p:nvPr/>
        </p:nvSpPr>
        <p:spPr>
          <a:xfrm>
            <a:off x="17443103" y="5302151"/>
            <a:ext cx="1739354" cy="1000125"/>
          </a:xfrm>
          <a:prstGeom prst="rect">
            <a:avLst/>
          </a:prstGeom>
          <a:solidFill>
            <a:srgbClr val="E8F3EC">
              <a:alpha val="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8" name="!!source-9-dom-5-13-3-3-3-4-outline">
            <a:extLst>
              <a:ext uri="{FF2B5EF4-FFF2-40B4-BE49-F238E27FC236}">
                <a16:creationId xmlns:a16="http://schemas.microsoft.com/office/drawing/2014/main" id="{2E440015-A2CC-4FD7-9B73-C96B1811ED6A}"/>
              </a:ext>
            </a:extLst>
          </p:cNvPr>
          <p:cNvSpPr>
            <a:spLocks noGrp="1"/>
          </p:cNvSpPr>
          <p:nvPr/>
        </p:nvSpPr>
        <p:spPr>
          <a:xfrm>
            <a:off x="17452628" y="5311676"/>
            <a:ext cx="1720304" cy="981075"/>
          </a:xfrm>
          <a:prstGeom prst="rect">
            <a:avLst/>
          </a:prstGeom>
          <a:noFill/>
          <a:ln w="19050">
            <a:solidFill>
              <a:srgbClr val="2E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9" name="!!source-9-dom-5-13-3-3-3-4-0-0-text-0">
            <a:extLst>
              <a:ext uri="{FF2B5EF4-FFF2-40B4-BE49-F238E27FC236}">
                <a16:creationId xmlns:a16="http://schemas.microsoft.com/office/drawing/2014/main" id="{E86D33EB-C4EE-446C-8A73-B438E5A6E76A}"/>
              </a:ext>
            </a:extLst>
          </p:cNvPr>
          <p:cNvSpPr>
            <a:spLocks noGrp="1"/>
          </p:cNvSpPr>
          <p:nvPr/>
        </p:nvSpPr>
        <p:spPr>
          <a:xfrm>
            <a:off x="17614552" y="5435501"/>
            <a:ext cx="144408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spc="128">
                <a:solidFill>
                  <a:srgbClr val="2E7D4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AVAILABLE</a:t>
            </a:r>
          </a:p>
        </p:txBody>
      </p:sp>
      <p:sp>
        <p:nvSpPr>
          <p:cNvPr id="170" name="!!source-9-dom-5-13-3-3-3-4-1-0-text-0">
            <a:extLst>
              <a:ext uri="{FF2B5EF4-FFF2-40B4-BE49-F238E27FC236}">
                <a16:creationId xmlns:a16="http://schemas.microsoft.com/office/drawing/2014/main" id="{855B8EF4-E547-4E29-B4E5-5BC917202955}"/>
              </a:ext>
            </a:extLst>
          </p:cNvPr>
          <p:cNvSpPr>
            <a:spLocks noGrp="1"/>
          </p:cNvSpPr>
          <p:nvPr/>
        </p:nvSpPr>
        <p:spPr>
          <a:xfrm>
            <a:off x="18152566" y="5711726"/>
            <a:ext cx="367904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2E7D4F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2E7D4F">
                    <a:alpha val="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✓</a:t>
            </a:r>
          </a:p>
        </p:txBody>
      </p:sp>
      <p:sp>
        <p:nvSpPr>
          <p:cNvPr id="171" name="!!source-9-dom-5-13-3-5-0-text-0">
            <a:extLst>
              <a:ext uri="{FF2B5EF4-FFF2-40B4-BE49-F238E27FC236}">
                <a16:creationId xmlns:a16="http://schemas.microsoft.com/office/drawing/2014/main" id="{67E427AF-9CFE-440B-80C6-49633DE60F4E}"/>
              </a:ext>
            </a:extLst>
          </p:cNvPr>
          <p:cNvSpPr>
            <a:spLocks noGrp="1"/>
          </p:cNvSpPr>
          <p:nvPr/>
        </p:nvSpPr>
        <p:spPr>
          <a:xfrm>
            <a:off x="13668375" y="6687889"/>
            <a:ext cx="820831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8A7B71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8A7B71">
                    <a:alpha val="0"/>
                  </a:srgbClr>
                </a:solidFill>
                <a:latin typeface="Montserrat SemiBold"/>
                <a:ea typeface="Montserrat SemiBold"/>
                <a:cs typeface="Montserrat SemiBold"/>
              </a:rPr>
              <a:t>The target is time-varying: raise it at rush hours, relax it at night.</a:t>
            </a:r>
          </a:p>
        </p:txBody>
      </p:sp>
      <p:sp>
        <p:nvSpPr>
          <p:cNvPr id="176" name="!!source-9-dom-7-5-0-text-0">
            <a:extLst>
              <a:ext uri="{FF2B5EF4-FFF2-40B4-BE49-F238E27FC236}">
                <a16:creationId xmlns:a16="http://schemas.microsoft.com/office/drawing/2014/main" id="{0448848E-4E4D-4C37-B971-C18834BFCE6C}"/>
              </a:ext>
            </a:extLst>
          </p:cNvPr>
          <p:cNvSpPr>
            <a:spLocks noGrp="1"/>
          </p:cNvSpPr>
          <p:nvPr/>
        </p:nvSpPr>
        <p:spPr>
          <a:xfrm>
            <a:off x="1697831" y="7856488"/>
            <a:ext cx="14195822" cy="3985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Availability is a quantity the solver</a:t>
            </a:r>
            <a:r>
              <a:rPr lang="es-ES" sz="2100" spc="-5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s-ES" sz="2100" spc="-5" dirty="0" err="1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optimises</a:t>
            </a:r>
            <a:r>
              <a:rPr lang="es-ES" sz="2100" spc="-5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lang="es-ES" sz="2100" spc="-5" dirty="0" err="1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not</a:t>
            </a:r>
            <a:r>
              <a:rPr lang="es-ES" sz="2100" spc="-5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s-ES" sz="2100" spc="-5" dirty="0" err="1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directly</a:t>
            </a:r>
            <a:r>
              <a:rPr lang="es-ES" sz="2100" spc="-5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a </a:t>
            </a:r>
            <a:r>
              <a:rPr lang="es-ES" sz="2100" spc="-5" dirty="0" err="1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stored</a:t>
            </a:r>
            <a:r>
              <a:rPr lang="es-ES" sz="2100" spc="-5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s-ES" sz="2100" spc="-5" dirty="0" err="1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mass</a:t>
            </a:r>
            <a:r>
              <a:rPr lang="es-ES" sz="2100" spc="-5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. </a:t>
            </a:r>
            <a:r>
              <a:rPr lang="es-ES" sz="2100" spc="-5" dirty="0" err="1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All</a:t>
            </a:r>
            <a:r>
              <a:rPr lang="es-ES" sz="2100" spc="-5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s-ES" sz="2100" spc="-5" dirty="0" err="1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of</a:t>
            </a:r>
            <a:r>
              <a:rPr lang="es-ES" sz="2100" spc="-5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s-ES" sz="2100" spc="-5" dirty="0" err="1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it</a:t>
            </a:r>
            <a:r>
              <a:rPr lang="es-ES" sz="2100" spc="-5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can be </a:t>
            </a:r>
            <a:r>
              <a:rPr lang="es-ES" sz="2100" b="1" spc="-5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time-</a:t>
            </a:r>
            <a:r>
              <a:rPr lang="es-ES" sz="2100" b="1" spc="-5" dirty="0" err="1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variant</a:t>
            </a:r>
            <a:r>
              <a:rPr lang="es-ES" sz="2100" spc="-5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pic>
        <p:nvPicPr>
          <p:cNvPr id="360" name="!!source-9-dom-9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361" name="!!source-9-dom-9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97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!!source-10-dom-5-1-3-26-fill">
            <a:extLst>
              <a:ext uri="{FF2B5EF4-FFF2-40B4-BE49-F238E27FC236}">
                <a16:creationId xmlns:a16="http://schemas.microsoft.com/office/drawing/2014/main" id="{12DC1765-F04C-75E0-1F51-D5310C3616FA}"/>
              </a:ext>
            </a:extLst>
          </p:cNvPr>
          <p:cNvSpPr>
            <a:spLocks noGrp="1"/>
          </p:cNvSpPr>
          <p:nvPr/>
        </p:nvSpPr>
        <p:spPr>
          <a:xfrm>
            <a:off x="6546356" y="2939526"/>
            <a:ext cx="467616" cy="329565"/>
          </a:xfrm>
          <a:prstGeom prst="roundRect">
            <a:avLst>
              <a:gd name="adj" fmla="val 6250"/>
            </a:avLst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 sz="1100"/>
          </a:p>
        </p:txBody>
      </p:sp>
      <p:sp>
        <p:nvSpPr>
          <p:cNvPr id="129" name="!!source-10-dom-5-1-3-26-0-0-text-0-unique-129">
            <a:extLst>
              <a:ext uri="{FF2B5EF4-FFF2-40B4-BE49-F238E27FC236}">
                <a16:creationId xmlns:a16="http://schemas.microsoft.com/office/drawing/2014/main" id="{A7908B44-A78F-0617-C4E2-6C39E2EA7F1D}"/>
              </a:ext>
            </a:extLst>
          </p:cNvPr>
          <p:cNvSpPr>
            <a:spLocks noGrp="1"/>
          </p:cNvSpPr>
          <p:nvPr/>
        </p:nvSpPr>
        <p:spPr>
          <a:xfrm>
            <a:off x="6711451" y="3028950"/>
            <a:ext cx="237400" cy="1493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100" b="1" i="0" spc="-4" dirty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V1</a:t>
            </a:r>
          </a:p>
        </p:txBody>
      </p:sp>
      <p:sp>
        <p:nvSpPr>
          <p:cNvPr id="128" name="!!source-10-dom-fill">
            <a:extLst>
              <a:ext uri="{FF2B5EF4-FFF2-40B4-BE49-F238E27FC236}">
                <a16:creationId xmlns:a16="http://schemas.microsoft.com/office/drawing/2014/main" id="{0DEA3D11-EE5D-4441-B573-B92986345A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10-dom-1-0-0-0-text-0">
            <a:extLst>
              <a:ext uri="{FF2B5EF4-FFF2-40B4-BE49-F238E27FC236}">
                <a16:creationId xmlns:a16="http://schemas.microsoft.com/office/drawing/2014/main" id="{DD376499-55AF-42ED-A262-AC58F6F99AA2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10-dom-1-0-1-0-text-0">
            <a:extLst>
              <a:ext uri="{FF2B5EF4-FFF2-40B4-BE49-F238E27FC236}">
                <a16:creationId xmlns:a16="http://schemas.microsoft.com/office/drawing/2014/main" id="{E12D8FF1-0C2E-42BE-9FC1-DC116C85240A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10-dom-1-0-2-0-text-0">
            <a:extLst>
              <a:ext uri="{FF2B5EF4-FFF2-40B4-BE49-F238E27FC236}">
                <a16:creationId xmlns:a16="http://schemas.microsoft.com/office/drawing/2014/main" id="{4C497882-5D7C-49C8-BA45-B20ADE6D8D1F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5" name="!!source-10-dom-1-0-3-border-Bottom">
            <a:extLst>
              <a:ext uri="{FF2B5EF4-FFF2-40B4-BE49-F238E27FC236}">
                <a16:creationId xmlns:a16="http://schemas.microsoft.com/office/drawing/2014/main" id="{A0CF9AA6-517F-463E-B0FE-011E2F802345}"/>
              </a:ext>
            </a:extLst>
          </p:cNvPr>
          <p:cNvSpPr>
            <a:spLocks noGrp="1"/>
          </p:cNvSpPr>
          <p:nvPr/>
        </p:nvSpPr>
        <p:spPr>
          <a:xfrm>
            <a:off x="6083201" y="690562"/>
            <a:ext cx="1295996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!!source-10-dom-1-0-3-0-text-0">
            <a:extLst>
              <a:ext uri="{FF2B5EF4-FFF2-40B4-BE49-F238E27FC236}">
                <a16:creationId xmlns:a16="http://schemas.microsoft.com/office/drawing/2014/main" id="{4E792FCF-C2C2-469F-A465-4FCF90933A7D}"/>
              </a:ext>
            </a:extLst>
          </p:cNvPr>
          <p:cNvSpPr>
            <a:spLocks noGrp="1"/>
          </p:cNvSpPr>
          <p:nvPr/>
        </p:nvSpPr>
        <p:spPr>
          <a:xfrm>
            <a:off x="6083201" y="381000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10-dom-1-0-4-0-text-0">
            <a:extLst>
              <a:ext uri="{FF2B5EF4-FFF2-40B4-BE49-F238E27FC236}">
                <a16:creationId xmlns:a16="http://schemas.microsoft.com/office/drawing/2014/main" id="{390FA5DC-96A0-43D8-AE80-90EC6CC2BF1A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10-dom-1-0-5-0-text-0">
            <a:extLst>
              <a:ext uri="{FF2B5EF4-FFF2-40B4-BE49-F238E27FC236}">
                <a16:creationId xmlns:a16="http://schemas.microsoft.com/office/drawing/2014/main" id="{92450B0D-316A-46F3-9B79-154A25441D36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10-dom-1-1-0-text-0">
            <a:extLst>
              <a:ext uri="{FF2B5EF4-FFF2-40B4-BE49-F238E27FC236}">
                <a16:creationId xmlns:a16="http://schemas.microsoft.com/office/drawing/2014/main" id="{AD6F18F2-8793-4C29-8B89-A3D8798D8C74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11 / 17</a:t>
            </a:r>
          </a:p>
        </p:txBody>
      </p:sp>
      <p:sp>
        <p:nvSpPr>
          <p:cNvPr id="10" name="!!source-10-dom-3-1-0-0-text-0">
            <a:extLst>
              <a:ext uri="{FF2B5EF4-FFF2-40B4-BE49-F238E27FC236}">
                <a16:creationId xmlns:a16="http://schemas.microsoft.com/office/drawing/2014/main" id="{976BA980-0ECF-405C-9A71-349F52B58392}"/>
              </a:ext>
            </a:extLst>
          </p:cNvPr>
          <p:cNvSpPr>
            <a:spLocks noGrp="1"/>
          </p:cNvSpPr>
          <p:nvPr/>
        </p:nvSpPr>
        <p:spPr>
          <a:xfrm>
            <a:off x="1047750" y="952500"/>
            <a:ext cx="4355902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A booking enters</a:t>
            </a:r>
          </a:p>
        </p:txBody>
      </p:sp>
      <p:sp>
        <p:nvSpPr>
          <p:cNvPr id="11" name="!!source-10-dom-3-1-1-0-0-text-0">
            <a:extLst>
              <a:ext uri="{FF2B5EF4-FFF2-40B4-BE49-F238E27FC236}">
                <a16:creationId xmlns:a16="http://schemas.microsoft.com/office/drawing/2014/main" id="{CE61C8CE-27A9-45DE-AF1B-999E5E13AD8E}"/>
              </a:ext>
            </a:extLst>
          </p:cNvPr>
          <p:cNvSpPr>
            <a:spLocks noGrp="1"/>
          </p:cNvSpPr>
          <p:nvPr/>
        </p:nvSpPr>
        <p:spPr>
          <a:xfrm>
            <a:off x="1047750" y="1790700"/>
            <a:ext cx="789101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Three accepted bookings mark slots of the 12 h horizon</a:t>
            </a:r>
          </a:p>
        </p:txBody>
      </p:sp>
      <p:sp>
        <p:nvSpPr>
          <p:cNvPr id="12" name="!!source-10-dom-5-1-1-0-0-0-text-0">
            <a:extLst>
              <a:ext uri="{FF2B5EF4-FFF2-40B4-BE49-F238E27FC236}">
                <a16:creationId xmlns:a16="http://schemas.microsoft.com/office/drawing/2014/main" id="{A968BE83-DA2C-4CE3-B229-662AA9EF237F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96023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 (now)</a:t>
            </a:r>
          </a:p>
        </p:txBody>
      </p:sp>
      <p:sp>
        <p:nvSpPr>
          <p:cNvPr id="13" name="!!source-10-dom-5-1-1-1-0-text-0">
            <a:extLst>
              <a:ext uri="{FF2B5EF4-FFF2-40B4-BE49-F238E27FC236}">
                <a16:creationId xmlns:a16="http://schemas.microsoft.com/office/drawing/2014/main" id="{3ACC342E-CFA4-4AC3-862F-0FD01C40266D}"/>
              </a:ext>
            </a:extLst>
          </p:cNvPr>
          <p:cNvSpPr>
            <a:spLocks noGrp="1"/>
          </p:cNvSpPr>
          <p:nvPr/>
        </p:nvSpPr>
        <p:spPr>
          <a:xfrm>
            <a:off x="5959525" y="2390775"/>
            <a:ext cx="662240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prediction horizon, 72 steps, booked slots flagged</a:t>
            </a:r>
          </a:p>
        </p:txBody>
      </p:sp>
      <p:sp>
        <p:nvSpPr>
          <p:cNvPr id="14" name="!!source-10-dom-5-1-1-2-0-text-0">
            <a:extLst>
              <a:ext uri="{FF2B5EF4-FFF2-40B4-BE49-F238E27FC236}">
                <a16:creationId xmlns:a16="http://schemas.microsoft.com/office/drawing/2014/main" id="{76729E74-7768-4FC5-894B-D49CF79A1524}"/>
              </a:ext>
            </a:extLst>
          </p:cNvPr>
          <p:cNvSpPr>
            <a:spLocks noGrp="1"/>
          </p:cNvSpPr>
          <p:nvPr/>
        </p:nvSpPr>
        <p:spPr>
          <a:xfrm>
            <a:off x="16533316" y="2390775"/>
            <a:ext cx="75455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 + 72</a:t>
            </a:r>
          </a:p>
        </p:txBody>
      </p:sp>
      <p:sp>
        <p:nvSpPr>
          <p:cNvPr id="15" name="!!source-10-dom-5-1-3-2-fill">
            <a:extLst>
              <a:ext uri="{FF2B5EF4-FFF2-40B4-BE49-F238E27FC236}">
                <a16:creationId xmlns:a16="http://schemas.microsoft.com/office/drawing/2014/main" id="{D468F0A5-76B5-4C7B-B7D2-F3FD915A2DD7}"/>
              </a:ext>
            </a:extLst>
          </p:cNvPr>
          <p:cNvSpPr>
            <a:spLocks noGrp="1"/>
          </p:cNvSpPr>
          <p:nvPr/>
        </p:nvSpPr>
        <p:spPr>
          <a:xfrm>
            <a:off x="1047750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!!source-10-dom-5-1-3-2-outline">
            <a:extLst>
              <a:ext uri="{FF2B5EF4-FFF2-40B4-BE49-F238E27FC236}">
                <a16:creationId xmlns:a16="http://schemas.microsoft.com/office/drawing/2014/main" id="{946EEE53-375F-4F02-8C0D-6716C95C9018}"/>
              </a:ext>
            </a:extLst>
          </p:cNvPr>
          <p:cNvSpPr>
            <a:spLocks noGrp="1"/>
          </p:cNvSpPr>
          <p:nvPr/>
        </p:nvSpPr>
        <p:spPr>
          <a:xfrm>
            <a:off x="1057275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!!source-10-dom-5-1-3-5-fill">
            <a:extLst>
              <a:ext uri="{FF2B5EF4-FFF2-40B4-BE49-F238E27FC236}">
                <a16:creationId xmlns:a16="http://schemas.microsoft.com/office/drawing/2014/main" id="{8526C04C-7C3D-4319-A21B-13069A266C79}"/>
              </a:ext>
            </a:extLst>
          </p:cNvPr>
          <p:cNvSpPr>
            <a:spLocks noGrp="1"/>
          </p:cNvSpPr>
          <p:nvPr/>
        </p:nvSpPr>
        <p:spPr>
          <a:xfrm>
            <a:off x="1724769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" name="!!source-10-dom-5-1-3-5-outline">
            <a:extLst>
              <a:ext uri="{FF2B5EF4-FFF2-40B4-BE49-F238E27FC236}">
                <a16:creationId xmlns:a16="http://schemas.microsoft.com/office/drawing/2014/main" id="{19B0D1E8-11EB-447D-AC8C-E3A3107B1902}"/>
              </a:ext>
            </a:extLst>
          </p:cNvPr>
          <p:cNvSpPr>
            <a:spLocks noGrp="1"/>
          </p:cNvSpPr>
          <p:nvPr/>
        </p:nvSpPr>
        <p:spPr>
          <a:xfrm>
            <a:off x="1734294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!!source-10-dom-5-1-3-8-fill">
            <a:extLst>
              <a:ext uri="{FF2B5EF4-FFF2-40B4-BE49-F238E27FC236}">
                <a16:creationId xmlns:a16="http://schemas.microsoft.com/office/drawing/2014/main" id="{D9EBD90F-931B-4796-A2F0-9532C526832A}"/>
              </a:ext>
            </a:extLst>
          </p:cNvPr>
          <p:cNvSpPr>
            <a:spLocks noGrp="1"/>
          </p:cNvSpPr>
          <p:nvPr/>
        </p:nvSpPr>
        <p:spPr>
          <a:xfrm>
            <a:off x="2401788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10-dom-5-1-3-8-outline">
            <a:extLst>
              <a:ext uri="{FF2B5EF4-FFF2-40B4-BE49-F238E27FC236}">
                <a16:creationId xmlns:a16="http://schemas.microsoft.com/office/drawing/2014/main" id="{615CA896-34D3-4172-BCB8-85C51D6432D5}"/>
              </a:ext>
            </a:extLst>
          </p:cNvPr>
          <p:cNvSpPr>
            <a:spLocks noGrp="1"/>
          </p:cNvSpPr>
          <p:nvPr/>
        </p:nvSpPr>
        <p:spPr>
          <a:xfrm>
            <a:off x="2411313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!!source-10-dom-5-1-3-11-fill">
            <a:extLst>
              <a:ext uri="{FF2B5EF4-FFF2-40B4-BE49-F238E27FC236}">
                <a16:creationId xmlns:a16="http://schemas.microsoft.com/office/drawing/2014/main" id="{6512EA6A-C896-45EB-9512-3CFC1537152A}"/>
              </a:ext>
            </a:extLst>
          </p:cNvPr>
          <p:cNvSpPr>
            <a:spLocks noGrp="1"/>
          </p:cNvSpPr>
          <p:nvPr/>
        </p:nvSpPr>
        <p:spPr>
          <a:xfrm>
            <a:off x="3078956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10-dom-5-1-3-11-outline">
            <a:extLst>
              <a:ext uri="{FF2B5EF4-FFF2-40B4-BE49-F238E27FC236}">
                <a16:creationId xmlns:a16="http://schemas.microsoft.com/office/drawing/2014/main" id="{D6D9C500-EF36-474A-9FBA-B1A0FDAED06C}"/>
              </a:ext>
            </a:extLst>
          </p:cNvPr>
          <p:cNvSpPr>
            <a:spLocks noGrp="1"/>
          </p:cNvSpPr>
          <p:nvPr/>
        </p:nvSpPr>
        <p:spPr>
          <a:xfrm>
            <a:off x="3088481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!!source-10-dom-5-1-3-14-fill">
            <a:extLst>
              <a:ext uri="{FF2B5EF4-FFF2-40B4-BE49-F238E27FC236}">
                <a16:creationId xmlns:a16="http://schemas.microsoft.com/office/drawing/2014/main" id="{DD8D9CE5-A5F1-409C-A896-59343BB84D28}"/>
              </a:ext>
            </a:extLst>
          </p:cNvPr>
          <p:cNvSpPr>
            <a:spLocks noGrp="1"/>
          </p:cNvSpPr>
          <p:nvPr/>
        </p:nvSpPr>
        <p:spPr>
          <a:xfrm>
            <a:off x="3755975" y="2809875"/>
            <a:ext cx="619870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" name="!!source-10-dom-5-1-3-14-outline">
            <a:extLst>
              <a:ext uri="{FF2B5EF4-FFF2-40B4-BE49-F238E27FC236}">
                <a16:creationId xmlns:a16="http://schemas.microsoft.com/office/drawing/2014/main" id="{1F3703EF-C7C4-4CF4-A638-44364E3AD4FF}"/>
              </a:ext>
            </a:extLst>
          </p:cNvPr>
          <p:cNvSpPr>
            <a:spLocks noGrp="1"/>
          </p:cNvSpPr>
          <p:nvPr/>
        </p:nvSpPr>
        <p:spPr>
          <a:xfrm>
            <a:off x="3765500" y="2819400"/>
            <a:ext cx="600820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10-dom-5-1-3-17-fill">
            <a:extLst>
              <a:ext uri="{FF2B5EF4-FFF2-40B4-BE49-F238E27FC236}">
                <a16:creationId xmlns:a16="http://schemas.microsoft.com/office/drawing/2014/main" id="{16A2CA04-8479-4C21-A995-738AF6252EB0}"/>
              </a:ext>
            </a:extLst>
          </p:cNvPr>
          <p:cNvSpPr>
            <a:spLocks noGrp="1"/>
          </p:cNvSpPr>
          <p:nvPr/>
        </p:nvSpPr>
        <p:spPr>
          <a:xfrm>
            <a:off x="4432994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10-dom-5-1-3-17-outline">
            <a:extLst>
              <a:ext uri="{FF2B5EF4-FFF2-40B4-BE49-F238E27FC236}">
                <a16:creationId xmlns:a16="http://schemas.microsoft.com/office/drawing/2014/main" id="{5D022039-FA1A-471E-A21B-F24F899259A7}"/>
              </a:ext>
            </a:extLst>
          </p:cNvPr>
          <p:cNvSpPr>
            <a:spLocks noGrp="1"/>
          </p:cNvSpPr>
          <p:nvPr/>
        </p:nvSpPr>
        <p:spPr>
          <a:xfrm>
            <a:off x="4442519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!!source-10-dom-5-1-3-20-fill">
            <a:extLst>
              <a:ext uri="{FF2B5EF4-FFF2-40B4-BE49-F238E27FC236}">
                <a16:creationId xmlns:a16="http://schemas.microsoft.com/office/drawing/2014/main" id="{4C38F0FC-5227-4686-B497-DBDD80E8F71E}"/>
              </a:ext>
            </a:extLst>
          </p:cNvPr>
          <p:cNvSpPr>
            <a:spLocks noGrp="1"/>
          </p:cNvSpPr>
          <p:nvPr/>
        </p:nvSpPr>
        <p:spPr>
          <a:xfrm>
            <a:off x="5110163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10-dom-5-1-3-20-outline">
            <a:extLst>
              <a:ext uri="{FF2B5EF4-FFF2-40B4-BE49-F238E27FC236}">
                <a16:creationId xmlns:a16="http://schemas.microsoft.com/office/drawing/2014/main" id="{354F844E-75D9-45CC-9003-E8FA174BADD3}"/>
              </a:ext>
            </a:extLst>
          </p:cNvPr>
          <p:cNvSpPr>
            <a:spLocks noGrp="1"/>
          </p:cNvSpPr>
          <p:nvPr/>
        </p:nvSpPr>
        <p:spPr>
          <a:xfrm>
            <a:off x="5119688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10-dom-5-1-3-23-fill">
            <a:extLst>
              <a:ext uri="{FF2B5EF4-FFF2-40B4-BE49-F238E27FC236}">
                <a16:creationId xmlns:a16="http://schemas.microsoft.com/office/drawing/2014/main" id="{9185D942-FC25-4AB5-A88A-D5ECCEEC80DF}"/>
              </a:ext>
            </a:extLst>
          </p:cNvPr>
          <p:cNvSpPr>
            <a:spLocks noGrp="1"/>
          </p:cNvSpPr>
          <p:nvPr/>
        </p:nvSpPr>
        <p:spPr>
          <a:xfrm>
            <a:off x="5787182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10-dom-5-1-3-23-outline">
            <a:extLst>
              <a:ext uri="{FF2B5EF4-FFF2-40B4-BE49-F238E27FC236}">
                <a16:creationId xmlns:a16="http://schemas.microsoft.com/office/drawing/2014/main" id="{5EE8F87B-514D-4BF3-BCB2-4021DBCCFC56}"/>
              </a:ext>
            </a:extLst>
          </p:cNvPr>
          <p:cNvSpPr>
            <a:spLocks noGrp="1"/>
          </p:cNvSpPr>
          <p:nvPr/>
        </p:nvSpPr>
        <p:spPr>
          <a:xfrm>
            <a:off x="5796707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10-dom-5-1-3-26-0-0-text-0">
            <a:extLst>
              <a:ext uri="{FF2B5EF4-FFF2-40B4-BE49-F238E27FC236}">
                <a16:creationId xmlns:a16="http://schemas.microsoft.com/office/drawing/2014/main" id="{F3A93A74-892D-40A8-836E-7F8AD5CED70B}"/>
              </a:ext>
            </a:extLst>
          </p:cNvPr>
          <p:cNvSpPr>
            <a:spLocks noGrp="1"/>
          </p:cNvSpPr>
          <p:nvPr/>
        </p:nvSpPr>
        <p:spPr>
          <a:xfrm>
            <a:off x="6640562" y="2976562"/>
            <a:ext cx="31477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 dirty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V1</a:t>
            </a:r>
          </a:p>
        </p:txBody>
      </p:sp>
      <p:sp>
        <p:nvSpPr>
          <p:cNvPr id="34" name="!!source-10-dom-5-1-3-29-fill">
            <a:extLst>
              <a:ext uri="{FF2B5EF4-FFF2-40B4-BE49-F238E27FC236}">
                <a16:creationId xmlns:a16="http://schemas.microsoft.com/office/drawing/2014/main" id="{E94921AA-6D01-4232-9593-8F3F17402A0B}"/>
              </a:ext>
            </a:extLst>
          </p:cNvPr>
          <p:cNvSpPr>
            <a:spLocks noGrp="1"/>
          </p:cNvSpPr>
          <p:nvPr/>
        </p:nvSpPr>
        <p:spPr>
          <a:xfrm>
            <a:off x="7141369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10-dom-5-1-3-29-outline">
            <a:extLst>
              <a:ext uri="{FF2B5EF4-FFF2-40B4-BE49-F238E27FC236}">
                <a16:creationId xmlns:a16="http://schemas.microsoft.com/office/drawing/2014/main" id="{1B0F4330-7702-47B6-B845-863CA7A607E8}"/>
              </a:ext>
            </a:extLst>
          </p:cNvPr>
          <p:cNvSpPr>
            <a:spLocks noGrp="1"/>
          </p:cNvSpPr>
          <p:nvPr/>
        </p:nvSpPr>
        <p:spPr>
          <a:xfrm>
            <a:off x="7150894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10-dom-5-1-3-32-fill">
            <a:extLst>
              <a:ext uri="{FF2B5EF4-FFF2-40B4-BE49-F238E27FC236}">
                <a16:creationId xmlns:a16="http://schemas.microsoft.com/office/drawing/2014/main" id="{8C5F1F45-4D57-48A9-9241-46DAB950C75D}"/>
              </a:ext>
            </a:extLst>
          </p:cNvPr>
          <p:cNvSpPr>
            <a:spLocks noGrp="1"/>
          </p:cNvSpPr>
          <p:nvPr/>
        </p:nvSpPr>
        <p:spPr>
          <a:xfrm>
            <a:off x="7818388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10-dom-5-1-3-32-outline">
            <a:extLst>
              <a:ext uri="{FF2B5EF4-FFF2-40B4-BE49-F238E27FC236}">
                <a16:creationId xmlns:a16="http://schemas.microsoft.com/office/drawing/2014/main" id="{A08C5C28-9CCA-435E-BD10-96ED3FFC6EE6}"/>
              </a:ext>
            </a:extLst>
          </p:cNvPr>
          <p:cNvSpPr>
            <a:spLocks noGrp="1"/>
          </p:cNvSpPr>
          <p:nvPr/>
        </p:nvSpPr>
        <p:spPr>
          <a:xfrm>
            <a:off x="7827913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10-dom-5-1-3-35-fill">
            <a:extLst>
              <a:ext uri="{FF2B5EF4-FFF2-40B4-BE49-F238E27FC236}">
                <a16:creationId xmlns:a16="http://schemas.microsoft.com/office/drawing/2014/main" id="{59CCE057-5E17-44DF-B267-3FE392C17119}"/>
              </a:ext>
            </a:extLst>
          </p:cNvPr>
          <p:cNvSpPr>
            <a:spLocks noGrp="1"/>
          </p:cNvSpPr>
          <p:nvPr/>
        </p:nvSpPr>
        <p:spPr>
          <a:xfrm>
            <a:off x="8495407" y="2809875"/>
            <a:ext cx="620017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10-dom-5-1-3-35-outline">
            <a:extLst>
              <a:ext uri="{FF2B5EF4-FFF2-40B4-BE49-F238E27FC236}">
                <a16:creationId xmlns:a16="http://schemas.microsoft.com/office/drawing/2014/main" id="{0F9021E2-C528-4C25-A82A-0008903F2CF4}"/>
              </a:ext>
            </a:extLst>
          </p:cNvPr>
          <p:cNvSpPr>
            <a:spLocks noGrp="1"/>
          </p:cNvSpPr>
          <p:nvPr/>
        </p:nvSpPr>
        <p:spPr>
          <a:xfrm>
            <a:off x="8504932" y="2819400"/>
            <a:ext cx="600967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10-dom-5-1-3-38-fill">
            <a:extLst>
              <a:ext uri="{FF2B5EF4-FFF2-40B4-BE49-F238E27FC236}">
                <a16:creationId xmlns:a16="http://schemas.microsoft.com/office/drawing/2014/main" id="{4DE5545E-3DE1-4932-A31A-3D43D6CCA564}"/>
              </a:ext>
            </a:extLst>
          </p:cNvPr>
          <p:cNvSpPr>
            <a:spLocks noGrp="1"/>
          </p:cNvSpPr>
          <p:nvPr/>
        </p:nvSpPr>
        <p:spPr>
          <a:xfrm>
            <a:off x="9172576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10-dom-5-1-3-38-outline">
            <a:extLst>
              <a:ext uri="{FF2B5EF4-FFF2-40B4-BE49-F238E27FC236}">
                <a16:creationId xmlns:a16="http://schemas.microsoft.com/office/drawing/2014/main" id="{1EED36B0-047E-443D-9A11-C99D0378EFE9}"/>
              </a:ext>
            </a:extLst>
          </p:cNvPr>
          <p:cNvSpPr>
            <a:spLocks noGrp="1"/>
          </p:cNvSpPr>
          <p:nvPr/>
        </p:nvSpPr>
        <p:spPr>
          <a:xfrm>
            <a:off x="9182101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!!source-10-dom-5-1-3-41-fill">
            <a:extLst>
              <a:ext uri="{FF2B5EF4-FFF2-40B4-BE49-F238E27FC236}">
                <a16:creationId xmlns:a16="http://schemas.microsoft.com/office/drawing/2014/main" id="{4840C163-E5E8-44E6-9E55-06E65933795B}"/>
              </a:ext>
            </a:extLst>
          </p:cNvPr>
          <p:cNvSpPr>
            <a:spLocks noGrp="1"/>
          </p:cNvSpPr>
          <p:nvPr/>
        </p:nvSpPr>
        <p:spPr>
          <a:xfrm>
            <a:off x="9849595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4" name="!!source-10-dom-5-1-3-41-outline">
            <a:extLst>
              <a:ext uri="{FF2B5EF4-FFF2-40B4-BE49-F238E27FC236}">
                <a16:creationId xmlns:a16="http://schemas.microsoft.com/office/drawing/2014/main" id="{72B1135A-8D9E-4589-9E47-BC5ADA9E42B1}"/>
              </a:ext>
            </a:extLst>
          </p:cNvPr>
          <p:cNvSpPr>
            <a:spLocks noGrp="1"/>
          </p:cNvSpPr>
          <p:nvPr/>
        </p:nvSpPr>
        <p:spPr>
          <a:xfrm>
            <a:off x="9859120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10-dom-5-1-3-41-0-0-text-0">
            <a:extLst>
              <a:ext uri="{FF2B5EF4-FFF2-40B4-BE49-F238E27FC236}">
                <a16:creationId xmlns:a16="http://schemas.microsoft.com/office/drawing/2014/main" id="{14B2911D-33F4-4513-AB0E-88A2D796DEFF}"/>
              </a:ext>
            </a:extLst>
          </p:cNvPr>
          <p:cNvSpPr>
            <a:spLocks noGrp="1"/>
          </p:cNvSpPr>
          <p:nvPr/>
        </p:nvSpPr>
        <p:spPr>
          <a:xfrm>
            <a:off x="10006756" y="2976562"/>
            <a:ext cx="3531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V2</a:t>
            </a:r>
          </a:p>
        </p:txBody>
      </p:sp>
      <p:sp>
        <p:nvSpPr>
          <p:cNvPr id="46" name="!!source-10-dom-5-1-3-44-fill">
            <a:extLst>
              <a:ext uri="{FF2B5EF4-FFF2-40B4-BE49-F238E27FC236}">
                <a16:creationId xmlns:a16="http://schemas.microsoft.com/office/drawing/2014/main" id="{3B60D57E-D82B-4EA6-A3CA-76849D10F12E}"/>
              </a:ext>
            </a:extLst>
          </p:cNvPr>
          <p:cNvSpPr>
            <a:spLocks noGrp="1"/>
          </p:cNvSpPr>
          <p:nvPr/>
        </p:nvSpPr>
        <p:spPr>
          <a:xfrm>
            <a:off x="10526614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10-dom-5-1-3-44-outline">
            <a:extLst>
              <a:ext uri="{FF2B5EF4-FFF2-40B4-BE49-F238E27FC236}">
                <a16:creationId xmlns:a16="http://schemas.microsoft.com/office/drawing/2014/main" id="{8CD2F926-8E9C-4CAB-A127-4BBF59EAFD15}"/>
              </a:ext>
            </a:extLst>
          </p:cNvPr>
          <p:cNvSpPr>
            <a:spLocks noGrp="1"/>
          </p:cNvSpPr>
          <p:nvPr/>
        </p:nvSpPr>
        <p:spPr>
          <a:xfrm>
            <a:off x="10536139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!!source-10-dom-5-1-3-47-fill">
            <a:extLst>
              <a:ext uri="{FF2B5EF4-FFF2-40B4-BE49-F238E27FC236}">
                <a16:creationId xmlns:a16="http://schemas.microsoft.com/office/drawing/2014/main" id="{C2A3124B-BE0E-4AE9-A7F7-BACD6CDBC44B}"/>
              </a:ext>
            </a:extLst>
          </p:cNvPr>
          <p:cNvSpPr>
            <a:spLocks noGrp="1"/>
          </p:cNvSpPr>
          <p:nvPr/>
        </p:nvSpPr>
        <p:spPr>
          <a:xfrm>
            <a:off x="11203782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10-dom-5-1-3-47-outline">
            <a:extLst>
              <a:ext uri="{FF2B5EF4-FFF2-40B4-BE49-F238E27FC236}">
                <a16:creationId xmlns:a16="http://schemas.microsoft.com/office/drawing/2014/main" id="{397F236B-3A8A-4A52-8828-0D5714F405FB}"/>
              </a:ext>
            </a:extLst>
          </p:cNvPr>
          <p:cNvSpPr>
            <a:spLocks noGrp="1"/>
          </p:cNvSpPr>
          <p:nvPr/>
        </p:nvSpPr>
        <p:spPr>
          <a:xfrm>
            <a:off x="11213307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!!source-10-dom-5-1-3-50-fill">
            <a:extLst>
              <a:ext uri="{FF2B5EF4-FFF2-40B4-BE49-F238E27FC236}">
                <a16:creationId xmlns:a16="http://schemas.microsoft.com/office/drawing/2014/main" id="{D17E643C-6E02-40E1-AC4C-EFC8CA6043A5}"/>
              </a:ext>
            </a:extLst>
          </p:cNvPr>
          <p:cNvSpPr>
            <a:spLocks noGrp="1"/>
          </p:cNvSpPr>
          <p:nvPr/>
        </p:nvSpPr>
        <p:spPr>
          <a:xfrm>
            <a:off x="11880801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1" name="!!source-10-dom-5-1-3-50-outline">
            <a:extLst>
              <a:ext uri="{FF2B5EF4-FFF2-40B4-BE49-F238E27FC236}">
                <a16:creationId xmlns:a16="http://schemas.microsoft.com/office/drawing/2014/main" id="{247896FC-8190-4893-9306-9F53A8DD6A87}"/>
              </a:ext>
            </a:extLst>
          </p:cNvPr>
          <p:cNvSpPr>
            <a:spLocks noGrp="1"/>
          </p:cNvSpPr>
          <p:nvPr/>
        </p:nvSpPr>
        <p:spPr>
          <a:xfrm>
            <a:off x="11890326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!!source-10-dom-5-1-3-53-fill">
            <a:extLst>
              <a:ext uri="{FF2B5EF4-FFF2-40B4-BE49-F238E27FC236}">
                <a16:creationId xmlns:a16="http://schemas.microsoft.com/office/drawing/2014/main" id="{8ED428ED-8034-47B0-98EB-315E9819D378}"/>
              </a:ext>
            </a:extLst>
          </p:cNvPr>
          <p:cNvSpPr>
            <a:spLocks noGrp="1"/>
          </p:cNvSpPr>
          <p:nvPr/>
        </p:nvSpPr>
        <p:spPr>
          <a:xfrm>
            <a:off x="12557819" y="2809875"/>
            <a:ext cx="62001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3" name="!!source-10-dom-5-1-3-53-outline">
            <a:extLst>
              <a:ext uri="{FF2B5EF4-FFF2-40B4-BE49-F238E27FC236}">
                <a16:creationId xmlns:a16="http://schemas.microsoft.com/office/drawing/2014/main" id="{C73F3F1D-2377-4BFF-A19D-F5C967DD6C6E}"/>
              </a:ext>
            </a:extLst>
          </p:cNvPr>
          <p:cNvSpPr>
            <a:spLocks noGrp="1"/>
          </p:cNvSpPr>
          <p:nvPr/>
        </p:nvSpPr>
        <p:spPr>
          <a:xfrm>
            <a:off x="12567344" y="2819400"/>
            <a:ext cx="60096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!!source-10-dom-5-1-3-56-fill">
            <a:extLst>
              <a:ext uri="{FF2B5EF4-FFF2-40B4-BE49-F238E27FC236}">
                <a16:creationId xmlns:a16="http://schemas.microsoft.com/office/drawing/2014/main" id="{9B1C28A2-1184-4A11-84D4-9310B6DD3B31}"/>
              </a:ext>
            </a:extLst>
          </p:cNvPr>
          <p:cNvSpPr>
            <a:spLocks noGrp="1"/>
          </p:cNvSpPr>
          <p:nvPr/>
        </p:nvSpPr>
        <p:spPr>
          <a:xfrm>
            <a:off x="13234988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5" name="!!source-10-dom-5-1-3-56-outline">
            <a:extLst>
              <a:ext uri="{FF2B5EF4-FFF2-40B4-BE49-F238E27FC236}">
                <a16:creationId xmlns:a16="http://schemas.microsoft.com/office/drawing/2014/main" id="{585C1C15-6C6B-4764-84BD-9651EC21B9F9}"/>
              </a:ext>
            </a:extLst>
          </p:cNvPr>
          <p:cNvSpPr>
            <a:spLocks noGrp="1"/>
          </p:cNvSpPr>
          <p:nvPr/>
        </p:nvSpPr>
        <p:spPr>
          <a:xfrm>
            <a:off x="13244513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!!source-10-dom-5-1-3-59-fill">
            <a:extLst>
              <a:ext uri="{FF2B5EF4-FFF2-40B4-BE49-F238E27FC236}">
                <a16:creationId xmlns:a16="http://schemas.microsoft.com/office/drawing/2014/main" id="{4E5A03D4-EB16-41C5-8EF5-10D914937F6C}"/>
              </a:ext>
            </a:extLst>
          </p:cNvPr>
          <p:cNvSpPr>
            <a:spLocks noGrp="1"/>
          </p:cNvSpPr>
          <p:nvPr/>
        </p:nvSpPr>
        <p:spPr>
          <a:xfrm>
            <a:off x="13912007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10-dom-5-1-3-59-outline">
            <a:extLst>
              <a:ext uri="{FF2B5EF4-FFF2-40B4-BE49-F238E27FC236}">
                <a16:creationId xmlns:a16="http://schemas.microsoft.com/office/drawing/2014/main" id="{2207324B-DBF7-460F-B5F3-7830E1A98D0E}"/>
              </a:ext>
            </a:extLst>
          </p:cNvPr>
          <p:cNvSpPr>
            <a:spLocks noGrp="1"/>
          </p:cNvSpPr>
          <p:nvPr/>
        </p:nvSpPr>
        <p:spPr>
          <a:xfrm>
            <a:off x="13921532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10-dom-5-1-3-59-0-0-text-0">
            <a:extLst>
              <a:ext uri="{FF2B5EF4-FFF2-40B4-BE49-F238E27FC236}">
                <a16:creationId xmlns:a16="http://schemas.microsoft.com/office/drawing/2014/main" id="{4BB3000D-78F5-45EE-A4D7-5F6426C31DFA}"/>
              </a:ext>
            </a:extLst>
          </p:cNvPr>
          <p:cNvSpPr>
            <a:spLocks noGrp="1"/>
          </p:cNvSpPr>
          <p:nvPr/>
        </p:nvSpPr>
        <p:spPr>
          <a:xfrm>
            <a:off x="14068425" y="2976562"/>
            <a:ext cx="35450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V3</a:t>
            </a:r>
          </a:p>
        </p:txBody>
      </p:sp>
      <p:sp>
        <p:nvSpPr>
          <p:cNvPr id="59" name="!!source-10-dom-5-1-3-62-fill">
            <a:extLst>
              <a:ext uri="{FF2B5EF4-FFF2-40B4-BE49-F238E27FC236}">
                <a16:creationId xmlns:a16="http://schemas.microsoft.com/office/drawing/2014/main" id="{BBD83DD0-44E4-480C-81C6-FE7B13688CDC}"/>
              </a:ext>
            </a:extLst>
          </p:cNvPr>
          <p:cNvSpPr>
            <a:spLocks noGrp="1"/>
          </p:cNvSpPr>
          <p:nvPr/>
        </p:nvSpPr>
        <p:spPr>
          <a:xfrm>
            <a:off x="14589026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0" name="!!source-10-dom-5-1-3-62-outline">
            <a:extLst>
              <a:ext uri="{FF2B5EF4-FFF2-40B4-BE49-F238E27FC236}">
                <a16:creationId xmlns:a16="http://schemas.microsoft.com/office/drawing/2014/main" id="{FB393C9D-F533-42C5-B42F-3152E0A400F9}"/>
              </a:ext>
            </a:extLst>
          </p:cNvPr>
          <p:cNvSpPr>
            <a:spLocks noGrp="1"/>
          </p:cNvSpPr>
          <p:nvPr/>
        </p:nvSpPr>
        <p:spPr>
          <a:xfrm>
            <a:off x="14598551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!!source-10-dom-5-1-3-65-fill">
            <a:extLst>
              <a:ext uri="{FF2B5EF4-FFF2-40B4-BE49-F238E27FC236}">
                <a16:creationId xmlns:a16="http://schemas.microsoft.com/office/drawing/2014/main" id="{A3112425-CB2A-47FA-9E28-06B4D7153E0E}"/>
              </a:ext>
            </a:extLst>
          </p:cNvPr>
          <p:cNvSpPr>
            <a:spLocks noGrp="1"/>
          </p:cNvSpPr>
          <p:nvPr/>
        </p:nvSpPr>
        <p:spPr>
          <a:xfrm>
            <a:off x="15266194" y="2809875"/>
            <a:ext cx="619870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2" name="!!source-10-dom-5-1-3-65-outline">
            <a:extLst>
              <a:ext uri="{FF2B5EF4-FFF2-40B4-BE49-F238E27FC236}">
                <a16:creationId xmlns:a16="http://schemas.microsoft.com/office/drawing/2014/main" id="{10971E8F-DB28-4A50-B277-4A6EF3D3E8D9}"/>
              </a:ext>
            </a:extLst>
          </p:cNvPr>
          <p:cNvSpPr>
            <a:spLocks noGrp="1"/>
          </p:cNvSpPr>
          <p:nvPr/>
        </p:nvSpPr>
        <p:spPr>
          <a:xfrm>
            <a:off x="15275719" y="2819400"/>
            <a:ext cx="600820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!!source-10-dom-5-1-3-68-fill">
            <a:extLst>
              <a:ext uri="{FF2B5EF4-FFF2-40B4-BE49-F238E27FC236}">
                <a16:creationId xmlns:a16="http://schemas.microsoft.com/office/drawing/2014/main" id="{9E410758-6F90-4892-9034-38C121D378D8}"/>
              </a:ext>
            </a:extLst>
          </p:cNvPr>
          <p:cNvSpPr>
            <a:spLocks noGrp="1"/>
          </p:cNvSpPr>
          <p:nvPr/>
        </p:nvSpPr>
        <p:spPr>
          <a:xfrm>
            <a:off x="15943213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10-dom-5-1-3-68-outline">
            <a:extLst>
              <a:ext uri="{FF2B5EF4-FFF2-40B4-BE49-F238E27FC236}">
                <a16:creationId xmlns:a16="http://schemas.microsoft.com/office/drawing/2014/main" id="{72320F90-F444-4056-ABAD-546DBB95098B}"/>
              </a:ext>
            </a:extLst>
          </p:cNvPr>
          <p:cNvSpPr>
            <a:spLocks noGrp="1"/>
          </p:cNvSpPr>
          <p:nvPr/>
        </p:nvSpPr>
        <p:spPr>
          <a:xfrm>
            <a:off x="15952738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10-dom-5-1-3-71-fill">
            <a:extLst>
              <a:ext uri="{FF2B5EF4-FFF2-40B4-BE49-F238E27FC236}">
                <a16:creationId xmlns:a16="http://schemas.microsoft.com/office/drawing/2014/main" id="{5C1752B4-7935-44DA-8BC8-2438D241D1D2}"/>
              </a:ext>
            </a:extLst>
          </p:cNvPr>
          <p:cNvSpPr>
            <a:spLocks noGrp="1"/>
          </p:cNvSpPr>
          <p:nvPr/>
        </p:nvSpPr>
        <p:spPr>
          <a:xfrm>
            <a:off x="16620233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10-dom-5-1-3-71-outline">
            <a:extLst>
              <a:ext uri="{FF2B5EF4-FFF2-40B4-BE49-F238E27FC236}">
                <a16:creationId xmlns:a16="http://schemas.microsoft.com/office/drawing/2014/main" id="{95E937EB-8EBB-4A94-A59E-E253ACFF19B3}"/>
              </a:ext>
            </a:extLst>
          </p:cNvPr>
          <p:cNvSpPr>
            <a:spLocks noGrp="1"/>
          </p:cNvSpPr>
          <p:nvPr/>
        </p:nvSpPr>
        <p:spPr>
          <a:xfrm>
            <a:off x="16629758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10-dom-5-3-1-1-0-0-text-0">
            <a:extLst>
              <a:ext uri="{FF2B5EF4-FFF2-40B4-BE49-F238E27FC236}">
                <a16:creationId xmlns:a16="http://schemas.microsoft.com/office/drawing/2014/main" id="{2C98C6F6-C453-4111-AD9D-8EE7E89C0849}"/>
              </a:ext>
            </a:extLst>
          </p:cNvPr>
          <p:cNvSpPr>
            <a:spLocks noGrp="1"/>
          </p:cNvSpPr>
          <p:nvPr/>
        </p:nvSpPr>
        <p:spPr>
          <a:xfrm>
            <a:off x="1047750" y="4086225"/>
            <a:ext cx="454521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112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AT V1'S SLOT, K+8: 16 KG ASKED</a:t>
            </a:r>
          </a:p>
        </p:txBody>
      </p:sp>
      <p:sp>
        <p:nvSpPr>
          <p:cNvPr id="69" name="!!source-10-dom-5-3-1-3-2-fill">
            <a:extLst>
              <a:ext uri="{FF2B5EF4-FFF2-40B4-BE49-F238E27FC236}">
                <a16:creationId xmlns:a16="http://schemas.microsoft.com/office/drawing/2014/main" id="{FF61BD87-62EA-4231-AA34-EB3CE6D1D890}"/>
              </a:ext>
            </a:extLst>
          </p:cNvPr>
          <p:cNvSpPr>
            <a:spLocks noGrp="1"/>
          </p:cNvSpPr>
          <p:nvPr/>
        </p:nvSpPr>
        <p:spPr>
          <a:xfrm>
            <a:off x="1047750" y="4543425"/>
            <a:ext cx="2543175" cy="676275"/>
          </a:xfrm>
          <a:prstGeom prst="roundRect">
            <a:avLst>
              <a:gd name="adj" fmla="val 8451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0" name="!!source-10-dom-5-3-1-3-2-outline">
            <a:extLst>
              <a:ext uri="{FF2B5EF4-FFF2-40B4-BE49-F238E27FC236}">
                <a16:creationId xmlns:a16="http://schemas.microsoft.com/office/drawing/2014/main" id="{E4054AC0-6C7E-4A1E-B3ED-8673B6111D30}"/>
              </a:ext>
            </a:extLst>
          </p:cNvPr>
          <p:cNvSpPr>
            <a:spLocks noGrp="1"/>
          </p:cNvSpPr>
          <p:nvPr/>
        </p:nvSpPr>
        <p:spPr>
          <a:xfrm>
            <a:off x="1062037" y="4557713"/>
            <a:ext cx="2514600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C9B8A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!!source-10-dom-5-3-1-3-2-0-0-text-0">
            <a:extLst>
              <a:ext uri="{FF2B5EF4-FFF2-40B4-BE49-F238E27FC236}">
                <a16:creationId xmlns:a16="http://schemas.microsoft.com/office/drawing/2014/main" id="{0E64878E-3219-4367-BAE6-6D711626E14E}"/>
              </a:ext>
            </a:extLst>
          </p:cNvPr>
          <p:cNvSpPr>
            <a:spLocks noGrp="1"/>
          </p:cNvSpPr>
          <p:nvPr/>
        </p:nvSpPr>
        <p:spPr>
          <a:xfrm>
            <a:off x="1808559" y="4724400"/>
            <a:ext cx="106918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72" name="!!source-10-dom-5-3-1-3-5-fill">
            <a:extLst>
              <a:ext uri="{FF2B5EF4-FFF2-40B4-BE49-F238E27FC236}">
                <a16:creationId xmlns:a16="http://schemas.microsoft.com/office/drawing/2014/main" id="{D01AC788-1AAB-45DB-9F3B-5D5A1ACB0A83}"/>
              </a:ext>
            </a:extLst>
          </p:cNvPr>
          <p:cNvSpPr>
            <a:spLocks noGrp="1"/>
          </p:cNvSpPr>
          <p:nvPr/>
        </p:nvSpPr>
        <p:spPr>
          <a:xfrm>
            <a:off x="3705225" y="4543425"/>
            <a:ext cx="2543175" cy="676275"/>
          </a:xfrm>
          <a:prstGeom prst="roundRect">
            <a:avLst>
              <a:gd name="adj" fmla="val 8451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10-dom-5-3-1-3-5-outline">
            <a:extLst>
              <a:ext uri="{FF2B5EF4-FFF2-40B4-BE49-F238E27FC236}">
                <a16:creationId xmlns:a16="http://schemas.microsoft.com/office/drawing/2014/main" id="{2A67FBF8-B607-47FF-BD77-4A8B94BEB3A1}"/>
              </a:ext>
            </a:extLst>
          </p:cNvPr>
          <p:cNvSpPr>
            <a:spLocks noGrp="1"/>
          </p:cNvSpPr>
          <p:nvPr/>
        </p:nvSpPr>
        <p:spPr>
          <a:xfrm>
            <a:off x="3719512" y="4557713"/>
            <a:ext cx="2514600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C9B8A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!!source-10-dom-5-3-1-3-5-0-0-text-0">
            <a:extLst>
              <a:ext uri="{FF2B5EF4-FFF2-40B4-BE49-F238E27FC236}">
                <a16:creationId xmlns:a16="http://schemas.microsoft.com/office/drawing/2014/main" id="{E3DFB09A-78B0-4DB6-BFA9-EDAD940FF19B}"/>
              </a:ext>
            </a:extLst>
          </p:cNvPr>
          <p:cNvSpPr>
            <a:spLocks noGrp="1"/>
          </p:cNvSpPr>
          <p:nvPr/>
        </p:nvSpPr>
        <p:spPr>
          <a:xfrm>
            <a:off x="4466035" y="4724400"/>
            <a:ext cx="106918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75" name="!!source-10-dom-5-3-1-3-8-fill">
            <a:extLst>
              <a:ext uri="{FF2B5EF4-FFF2-40B4-BE49-F238E27FC236}">
                <a16:creationId xmlns:a16="http://schemas.microsoft.com/office/drawing/2014/main" id="{966B030F-B812-4E31-88FF-9502D6239232}"/>
              </a:ext>
            </a:extLst>
          </p:cNvPr>
          <p:cNvSpPr>
            <a:spLocks noGrp="1"/>
          </p:cNvSpPr>
          <p:nvPr/>
        </p:nvSpPr>
        <p:spPr>
          <a:xfrm>
            <a:off x="6362700" y="4543425"/>
            <a:ext cx="2543176" cy="676275"/>
          </a:xfrm>
          <a:prstGeom prst="roundRect">
            <a:avLst>
              <a:gd name="adj" fmla="val 8451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10-dom-5-3-1-3-8-outline">
            <a:extLst>
              <a:ext uri="{FF2B5EF4-FFF2-40B4-BE49-F238E27FC236}">
                <a16:creationId xmlns:a16="http://schemas.microsoft.com/office/drawing/2014/main" id="{A3E06CA3-6D95-42F3-9BE3-F9756376C845}"/>
              </a:ext>
            </a:extLst>
          </p:cNvPr>
          <p:cNvSpPr>
            <a:spLocks noGrp="1"/>
          </p:cNvSpPr>
          <p:nvPr/>
        </p:nvSpPr>
        <p:spPr>
          <a:xfrm>
            <a:off x="6376988" y="4557713"/>
            <a:ext cx="2514601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C9B8A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10-dom-5-3-1-3-8-0-0-text-0">
            <a:extLst>
              <a:ext uri="{FF2B5EF4-FFF2-40B4-BE49-F238E27FC236}">
                <a16:creationId xmlns:a16="http://schemas.microsoft.com/office/drawing/2014/main" id="{F4023F88-F677-4AED-84A9-4431E4893B16}"/>
              </a:ext>
            </a:extLst>
          </p:cNvPr>
          <p:cNvSpPr>
            <a:spLocks noGrp="1"/>
          </p:cNvSpPr>
          <p:nvPr/>
        </p:nvSpPr>
        <p:spPr>
          <a:xfrm>
            <a:off x="7480399" y="4724400"/>
            <a:ext cx="355253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T4</a:t>
            </a:r>
          </a:p>
        </p:txBody>
      </p:sp>
      <p:sp>
        <p:nvSpPr>
          <p:cNvPr id="78" name="!!source-10-dom-5-3-1-3-11-fill">
            <a:extLst>
              <a:ext uri="{FF2B5EF4-FFF2-40B4-BE49-F238E27FC236}">
                <a16:creationId xmlns:a16="http://schemas.microsoft.com/office/drawing/2014/main" id="{9E492FA9-B67A-491A-A369-7BFC311EFDEC}"/>
              </a:ext>
            </a:extLst>
          </p:cNvPr>
          <p:cNvSpPr>
            <a:spLocks noGrp="1"/>
          </p:cNvSpPr>
          <p:nvPr/>
        </p:nvSpPr>
        <p:spPr>
          <a:xfrm>
            <a:off x="1047750" y="5334000"/>
            <a:ext cx="2543175" cy="676276"/>
          </a:xfrm>
          <a:prstGeom prst="roundRect">
            <a:avLst>
              <a:gd name="adj" fmla="val 8451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10-dom-5-3-1-3-11-outline">
            <a:extLst>
              <a:ext uri="{FF2B5EF4-FFF2-40B4-BE49-F238E27FC236}">
                <a16:creationId xmlns:a16="http://schemas.microsoft.com/office/drawing/2014/main" id="{41F9DDC5-E4F1-4209-AB46-4F9A6A79E964}"/>
              </a:ext>
            </a:extLst>
          </p:cNvPr>
          <p:cNvSpPr>
            <a:spLocks noGrp="1"/>
          </p:cNvSpPr>
          <p:nvPr/>
        </p:nvSpPr>
        <p:spPr>
          <a:xfrm>
            <a:off x="1062037" y="5348287"/>
            <a:ext cx="2514600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C9B8A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!!source-10-dom-5-3-1-3-11-0-0-text-0">
            <a:extLst>
              <a:ext uri="{FF2B5EF4-FFF2-40B4-BE49-F238E27FC236}">
                <a16:creationId xmlns:a16="http://schemas.microsoft.com/office/drawing/2014/main" id="{0C815C87-81E8-41E8-B9A9-0FCA81DCD0A8}"/>
              </a:ext>
            </a:extLst>
          </p:cNvPr>
          <p:cNvSpPr>
            <a:spLocks noGrp="1"/>
          </p:cNvSpPr>
          <p:nvPr/>
        </p:nvSpPr>
        <p:spPr>
          <a:xfrm>
            <a:off x="1753493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T3₁ → T3₃</a:t>
            </a:r>
          </a:p>
        </p:txBody>
      </p:sp>
      <p:sp>
        <p:nvSpPr>
          <p:cNvPr id="81" name="!!source-10-dom-5-3-1-3-14-fill">
            <a:extLst>
              <a:ext uri="{FF2B5EF4-FFF2-40B4-BE49-F238E27FC236}">
                <a16:creationId xmlns:a16="http://schemas.microsoft.com/office/drawing/2014/main" id="{77939713-60BF-4BE7-9892-8C7142166DD2}"/>
              </a:ext>
            </a:extLst>
          </p:cNvPr>
          <p:cNvSpPr>
            <a:spLocks noGrp="1"/>
          </p:cNvSpPr>
          <p:nvPr/>
        </p:nvSpPr>
        <p:spPr>
          <a:xfrm>
            <a:off x="3705225" y="5334000"/>
            <a:ext cx="2543175" cy="676276"/>
          </a:xfrm>
          <a:prstGeom prst="roundRect">
            <a:avLst>
              <a:gd name="adj" fmla="val 8451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2" name="!!source-10-dom-5-3-1-3-14-outline">
            <a:extLst>
              <a:ext uri="{FF2B5EF4-FFF2-40B4-BE49-F238E27FC236}">
                <a16:creationId xmlns:a16="http://schemas.microsoft.com/office/drawing/2014/main" id="{8C87524F-8F1B-492E-A804-E50F7DAFE931}"/>
              </a:ext>
            </a:extLst>
          </p:cNvPr>
          <p:cNvSpPr>
            <a:spLocks noGrp="1"/>
          </p:cNvSpPr>
          <p:nvPr/>
        </p:nvSpPr>
        <p:spPr>
          <a:xfrm>
            <a:off x="3719512" y="5348287"/>
            <a:ext cx="2514600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C9B8A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!!source-10-dom-5-3-1-3-14-0-0-text-0">
            <a:extLst>
              <a:ext uri="{FF2B5EF4-FFF2-40B4-BE49-F238E27FC236}">
                <a16:creationId xmlns:a16="http://schemas.microsoft.com/office/drawing/2014/main" id="{4C6C74DC-7F48-447C-8945-4EE4F3E21464}"/>
              </a:ext>
            </a:extLst>
          </p:cNvPr>
          <p:cNvSpPr>
            <a:spLocks noGrp="1"/>
          </p:cNvSpPr>
          <p:nvPr/>
        </p:nvSpPr>
        <p:spPr>
          <a:xfrm>
            <a:off x="4410968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T3₃ → T3₂</a:t>
            </a:r>
          </a:p>
        </p:txBody>
      </p:sp>
      <p:sp>
        <p:nvSpPr>
          <p:cNvPr id="84" name="!!source-10-dom-5-3-1-3-17-fill">
            <a:extLst>
              <a:ext uri="{FF2B5EF4-FFF2-40B4-BE49-F238E27FC236}">
                <a16:creationId xmlns:a16="http://schemas.microsoft.com/office/drawing/2014/main" id="{9EAB1E44-FE0E-4119-8730-7FCC84490AF5}"/>
              </a:ext>
            </a:extLst>
          </p:cNvPr>
          <p:cNvSpPr>
            <a:spLocks noGrp="1"/>
          </p:cNvSpPr>
          <p:nvPr/>
        </p:nvSpPr>
        <p:spPr>
          <a:xfrm>
            <a:off x="6362700" y="5334000"/>
            <a:ext cx="2543176" cy="676276"/>
          </a:xfrm>
          <a:prstGeom prst="roundRect">
            <a:avLst>
              <a:gd name="adj" fmla="val 8451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10-dom-5-3-1-3-17-outline">
            <a:extLst>
              <a:ext uri="{FF2B5EF4-FFF2-40B4-BE49-F238E27FC236}">
                <a16:creationId xmlns:a16="http://schemas.microsoft.com/office/drawing/2014/main" id="{61DEED70-AD69-4BFD-A542-29358F6C22F8}"/>
              </a:ext>
            </a:extLst>
          </p:cNvPr>
          <p:cNvSpPr>
            <a:spLocks noGrp="1"/>
          </p:cNvSpPr>
          <p:nvPr/>
        </p:nvSpPr>
        <p:spPr>
          <a:xfrm>
            <a:off x="6376988" y="5348287"/>
            <a:ext cx="2514601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C9B8A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!!source-10-dom-5-3-1-3-17-0-0-text-0">
            <a:extLst>
              <a:ext uri="{FF2B5EF4-FFF2-40B4-BE49-F238E27FC236}">
                <a16:creationId xmlns:a16="http://schemas.microsoft.com/office/drawing/2014/main" id="{3DF8C723-DA4B-4051-8499-6EAB81538F96}"/>
              </a:ext>
            </a:extLst>
          </p:cNvPr>
          <p:cNvSpPr>
            <a:spLocks noGrp="1"/>
          </p:cNvSpPr>
          <p:nvPr/>
        </p:nvSpPr>
        <p:spPr>
          <a:xfrm>
            <a:off x="7068443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4E2E1A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T3₂</a:t>
            </a:r>
          </a:p>
        </p:txBody>
      </p:sp>
      <p:sp>
        <p:nvSpPr>
          <p:cNvPr id="87" name="!!source-10-dom-5-3-1-5-1-0-text-0">
            <a:extLst>
              <a:ext uri="{FF2B5EF4-FFF2-40B4-BE49-F238E27FC236}">
                <a16:creationId xmlns:a16="http://schemas.microsoft.com/office/drawing/2014/main" id="{B56298B9-DC06-49A7-A874-55D7E759B010}"/>
              </a:ext>
            </a:extLst>
          </p:cNvPr>
          <p:cNvSpPr>
            <a:spLocks noGrp="1"/>
          </p:cNvSpPr>
          <p:nvPr/>
        </p:nvSpPr>
        <p:spPr>
          <a:xfrm>
            <a:off x="1047750" y="6181725"/>
            <a:ext cx="670054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 dirty="0" err="1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rPr>
              <a:t>Σ</a:t>
            </a:r>
            <a:r>
              <a:rPr sz="2325" b="0" i="0" spc="-6" dirty="0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rPr>
              <a:t> selected = booked flag · selected ≤ feasible</a:t>
            </a:r>
          </a:p>
        </p:txBody>
      </p:sp>
      <p:sp>
        <p:nvSpPr>
          <p:cNvPr id="88" name="!!source-10-dom-5-3-1-5-3-0-text-0">
            <a:extLst>
              <a:ext uri="{FF2B5EF4-FFF2-40B4-BE49-F238E27FC236}">
                <a16:creationId xmlns:a16="http://schemas.microsoft.com/office/drawing/2014/main" id="{196F3298-67BB-4425-8336-84CA61EDF947}"/>
              </a:ext>
            </a:extLst>
          </p:cNvPr>
          <p:cNvSpPr>
            <a:spLocks noGrp="1"/>
          </p:cNvSpPr>
          <p:nvPr/>
        </p:nvSpPr>
        <p:spPr>
          <a:xfrm>
            <a:off x="1047750" y="6690271"/>
            <a:ext cx="7808119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rPr>
              <a:t>Only the selected pattern passes its per-tank masses</a:t>
            </a:r>
          </a:p>
        </p:txBody>
      </p:sp>
      <p:sp>
        <p:nvSpPr>
          <p:cNvPr id="89" name="!!source-10-dom-5-3-1-5-3-0-text-1">
            <a:extLst>
              <a:ext uri="{FF2B5EF4-FFF2-40B4-BE49-F238E27FC236}">
                <a16:creationId xmlns:a16="http://schemas.microsoft.com/office/drawing/2014/main" id="{B1407938-6410-498F-BD73-CC4A951701F6}"/>
              </a:ext>
            </a:extLst>
          </p:cNvPr>
          <p:cNvSpPr>
            <a:spLocks noGrp="1"/>
          </p:cNvSpPr>
          <p:nvPr/>
        </p:nvSpPr>
        <p:spPr>
          <a:xfrm>
            <a:off x="1047750" y="7103566"/>
            <a:ext cx="1267123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rPr>
              <a:t>through</a:t>
            </a:r>
          </a:p>
        </p:txBody>
      </p:sp>
      <p:sp>
        <p:nvSpPr>
          <p:cNvPr id="90" name="!!source-10-dom-5-3-3-1-0-0-text-0">
            <a:extLst>
              <a:ext uri="{FF2B5EF4-FFF2-40B4-BE49-F238E27FC236}">
                <a16:creationId xmlns:a16="http://schemas.microsoft.com/office/drawing/2014/main" id="{C1A62DBD-497D-493A-B237-295F979B7843}"/>
              </a:ext>
            </a:extLst>
          </p:cNvPr>
          <p:cNvSpPr>
            <a:spLocks noGrp="1"/>
          </p:cNvSpPr>
          <p:nvPr/>
        </p:nvSpPr>
        <p:spPr>
          <a:xfrm>
            <a:off x="9382124" y="4086225"/>
            <a:ext cx="593229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TANK STATE AT K+9, THE SAMPLE AFTER V1</a:t>
            </a:r>
          </a:p>
        </p:txBody>
      </p:sp>
      <p:sp>
        <p:nvSpPr>
          <p:cNvPr id="91" name="!!source-10-dom-5-3-3-3-0-text-0">
            <a:extLst>
              <a:ext uri="{FF2B5EF4-FFF2-40B4-BE49-F238E27FC236}">
                <a16:creationId xmlns:a16="http://schemas.microsoft.com/office/drawing/2014/main" id="{7D64BBC2-8F8D-42F1-90D8-E1B0A00A3813}"/>
              </a:ext>
            </a:extLst>
          </p:cNvPr>
          <p:cNvSpPr>
            <a:spLocks noGrp="1"/>
          </p:cNvSpPr>
          <p:nvPr/>
        </p:nvSpPr>
        <p:spPr>
          <a:xfrm>
            <a:off x="9382124" y="4514850"/>
            <a:ext cx="701263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8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next state = state + compression − reserved</a:t>
            </a:r>
          </a:p>
        </p:txBody>
      </p:sp>
      <p:sp>
        <p:nvSpPr>
          <p:cNvPr id="92" name="!!source-10-dom-5-3-3-5-2-0-0-0-text-0">
            <a:extLst>
              <a:ext uri="{FF2B5EF4-FFF2-40B4-BE49-F238E27FC236}">
                <a16:creationId xmlns:a16="http://schemas.microsoft.com/office/drawing/2014/main" id="{AC8C5934-DBFE-4A9B-8C54-126F4208D95C}"/>
              </a:ext>
            </a:extLst>
          </p:cNvPr>
          <p:cNvSpPr>
            <a:spLocks noGrp="1"/>
          </p:cNvSpPr>
          <p:nvPr/>
        </p:nvSpPr>
        <p:spPr>
          <a:xfrm>
            <a:off x="10071646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93" name="!!source-10-dom-5-3-3-5-2-1-fill">
            <a:extLst>
              <a:ext uri="{FF2B5EF4-FFF2-40B4-BE49-F238E27FC236}">
                <a16:creationId xmlns:a16="http://schemas.microsoft.com/office/drawing/2014/main" id="{8C56EAE5-B7A6-4C1A-8E98-5A39A271E388}"/>
              </a:ext>
            </a:extLst>
          </p:cNvPr>
          <p:cNvSpPr>
            <a:spLocks noGrp="1"/>
          </p:cNvSpPr>
          <p:nvPr/>
        </p:nvSpPr>
        <p:spPr>
          <a:xfrm>
            <a:off x="9353550" y="5248275"/>
            <a:ext cx="1506737" cy="1866900"/>
          </a:xfrm>
          <a:prstGeom prst="roundRect">
            <a:avLst>
              <a:gd name="adj" fmla="val 7586"/>
            </a:avLst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4" name="!!source-10-dom-5-3-3-5-2-1-outline">
            <a:extLst>
              <a:ext uri="{FF2B5EF4-FFF2-40B4-BE49-F238E27FC236}">
                <a16:creationId xmlns:a16="http://schemas.microsoft.com/office/drawing/2014/main" id="{C0065529-34A3-4C3E-BACB-2B589A763010}"/>
              </a:ext>
            </a:extLst>
          </p:cNvPr>
          <p:cNvSpPr>
            <a:spLocks noGrp="1"/>
          </p:cNvSpPr>
          <p:nvPr/>
        </p:nvSpPr>
        <p:spPr>
          <a:xfrm>
            <a:off x="9367837" y="5262562"/>
            <a:ext cx="1478162" cy="1838325"/>
          </a:xfrm>
          <a:prstGeom prst="roundRect">
            <a:avLst>
              <a:gd name="adj" fmla="val 7733"/>
            </a:avLst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!!source-10-dom-5-3-3-5-2-1-0-fill">
            <a:extLst>
              <a:ext uri="{FF2B5EF4-FFF2-40B4-BE49-F238E27FC236}">
                <a16:creationId xmlns:a16="http://schemas.microsoft.com/office/drawing/2014/main" id="{2294508D-CB7C-4BB7-825D-50CA45F9E148}"/>
              </a:ext>
            </a:extLst>
          </p:cNvPr>
          <p:cNvSpPr>
            <a:spLocks noGrp="1"/>
          </p:cNvSpPr>
          <p:nvPr/>
        </p:nvSpPr>
        <p:spPr>
          <a:xfrm>
            <a:off x="9382124" y="6091238"/>
            <a:ext cx="1449587" cy="995362"/>
          </a:xfrm>
          <a:custGeom>
            <a:avLst/>
            <a:gdLst/>
            <a:ahLst/>
            <a:cxnLst/>
            <a:rect l="0" t="0" r="0" b="0"/>
            <a:pathLst>
              <a:path w="1449587" h="995362">
                <a:moveTo>
                  <a:pt x="0" y="0"/>
                </a:moveTo>
                <a:lnTo>
                  <a:pt x="1449587" y="0"/>
                </a:lnTo>
                <a:lnTo>
                  <a:pt x="1449587" y="909637"/>
                </a:lnTo>
                <a:lnTo>
                  <a:pt x="1447940" y="926362"/>
                </a:lnTo>
                <a:lnTo>
                  <a:pt x="1443061" y="942443"/>
                </a:lnTo>
                <a:lnTo>
                  <a:pt x="1435140" y="957264"/>
                </a:lnTo>
                <a:lnTo>
                  <a:pt x="1424479" y="970254"/>
                </a:lnTo>
                <a:lnTo>
                  <a:pt x="1411488" y="980915"/>
                </a:lnTo>
                <a:lnTo>
                  <a:pt x="1396667" y="988837"/>
                </a:lnTo>
                <a:lnTo>
                  <a:pt x="1380586" y="993715"/>
                </a:lnTo>
                <a:lnTo>
                  <a:pt x="1363862" y="995362"/>
                </a:lnTo>
                <a:lnTo>
                  <a:pt x="85725" y="995362"/>
                </a:lnTo>
                <a:lnTo>
                  <a:pt x="69001" y="993715"/>
                </a:lnTo>
                <a:lnTo>
                  <a:pt x="52919" y="988837"/>
                </a:lnTo>
                <a:lnTo>
                  <a:pt x="38099" y="980915"/>
                </a:lnTo>
                <a:lnTo>
                  <a:pt x="25108" y="970254"/>
                </a:lnTo>
                <a:lnTo>
                  <a:pt x="14447" y="957264"/>
                </a:lnTo>
                <a:lnTo>
                  <a:pt x="6525" y="942443"/>
                </a:lnTo>
                <a:lnTo>
                  <a:pt x="1647" y="926362"/>
                </a:lnTo>
                <a:lnTo>
                  <a:pt x="0" y="909637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6" name="!!source-10-dom-5-3-3-5-2-2-0-0-text-0">
            <a:extLst>
              <a:ext uri="{FF2B5EF4-FFF2-40B4-BE49-F238E27FC236}">
                <a16:creationId xmlns:a16="http://schemas.microsoft.com/office/drawing/2014/main" id="{2DB83E00-7C82-46B2-A699-EA88252D447B}"/>
              </a:ext>
            </a:extLst>
          </p:cNvPr>
          <p:cNvSpPr>
            <a:spLocks noGrp="1"/>
          </p:cNvSpPr>
          <p:nvPr/>
        </p:nvSpPr>
        <p:spPr>
          <a:xfrm>
            <a:off x="9911507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T3₁</a:t>
            </a:r>
          </a:p>
        </p:txBody>
      </p:sp>
      <p:sp>
        <p:nvSpPr>
          <p:cNvPr id="97" name="!!source-10-dom-5-3-3-5-5-0-0-0-text-0">
            <a:extLst>
              <a:ext uri="{FF2B5EF4-FFF2-40B4-BE49-F238E27FC236}">
                <a16:creationId xmlns:a16="http://schemas.microsoft.com/office/drawing/2014/main" id="{C2A858F7-3387-4DBF-82D8-D5C3C7D04586}"/>
              </a:ext>
            </a:extLst>
          </p:cNvPr>
          <p:cNvSpPr>
            <a:spLocks noGrp="1"/>
          </p:cNvSpPr>
          <p:nvPr/>
        </p:nvSpPr>
        <p:spPr>
          <a:xfrm>
            <a:off x="11673780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98" name="!!source-10-dom-5-3-3-5-5-1-fill">
            <a:extLst>
              <a:ext uri="{FF2B5EF4-FFF2-40B4-BE49-F238E27FC236}">
                <a16:creationId xmlns:a16="http://schemas.microsoft.com/office/drawing/2014/main" id="{EDA559CE-761A-452B-921E-BE09A65002D5}"/>
              </a:ext>
            </a:extLst>
          </p:cNvPr>
          <p:cNvSpPr>
            <a:spLocks noGrp="1"/>
          </p:cNvSpPr>
          <p:nvPr/>
        </p:nvSpPr>
        <p:spPr>
          <a:xfrm>
            <a:off x="10955536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9" name="!!source-10-dom-5-3-3-5-5-1-outline">
            <a:extLst>
              <a:ext uri="{FF2B5EF4-FFF2-40B4-BE49-F238E27FC236}">
                <a16:creationId xmlns:a16="http://schemas.microsoft.com/office/drawing/2014/main" id="{E09A2EC5-BB65-4D74-98B4-6F0425F34E34}"/>
              </a:ext>
            </a:extLst>
          </p:cNvPr>
          <p:cNvSpPr>
            <a:spLocks noGrp="1"/>
          </p:cNvSpPr>
          <p:nvPr/>
        </p:nvSpPr>
        <p:spPr>
          <a:xfrm>
            <a:off x="10969823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10-dom-5-3-3-5-5-1-0-fill">
            <a:extLst>
              <a:ext uri="{FF2B5EF4-FFF2-40B4-BE49-F238E27FC236}">
                <a16:creationId xmlns:a16="http://schemas.microsoft.com/office/drawing/2014/main" id="{A8971AC6-4C4E-4DDA-A328-B683AB17F89E}"/>
              </a:ext>
            </a:extLst>
          </p:cNvPr>
          <p:cNvSpPr>
            <a:spLocks noGrp="1"/>
          </p:cNvSpPr>
          <p:nvPr/>
        </p:nvSpPr>
        <p:spPr>
          <a:xfrm>
            <a:off x="10984111" y="5819775"/>
            <a:ext cx="1449735" cy="1266825"/>
          </a:xfrm>
          <a:custGeom>
            <a:avLst/>
            <a:gdLst/>
            <a:ahLst/>
            <a:cxnLst/>
            <a:rect l="0" t="0" r="0" b="0"/>
            <a:pathLst>
              <a:path w="1449735" h="1266825">
                <a:moveTo>
                  <a:pt x="0" y="0"/>
                </a:moveTo>
                <a:lnTo>
                  <a:pt x="1449735" y="0"/>
                </a:lnTo>
                <a:lnTo>
                  <a:pt x="1449735" y="1181100"/>
                </a:lnTo>
                <a:lnTo>
                  <a:pt x="1448088" y="1197824"/>
                </a:lnTo>
                <a:lnTo>
                  <a:pt x="1443210" y="1213906"/>
                </a:lnTo>
                <a:lnTo>
                  <a:pt x="1435288" y="1228727"/>
                </a:lnTo>
                <a:lnTo>
                  <a:pt x="1424627" y="1241717"/>
                </a:lnTo>
                <a:lnTo>
                  <a:pt x="1411636" y="1252378"/>
                </a:lnTo>
                <a:lnTo>
                  <a:pt x="1396816" y="1260300"/>
                </a:lnTo>
                <a:lnTo>
                  <a:pt x="1380734" y="1265178"/>
                </a:lnTo>
                <a:lnTo>
                  <a:pt x="1364010" y="1266825"/>
                </a:lnTo>
                <a:lnTo>
                  <a:pt x="85725" y="1266825"/>
                </a:lnTo>
                <a:lnTo>
                  <a:pt x="69001" y="1265178"/>
                </a:lnTo>
                <a:lnTo>
                  <a:pt x="52919" y="1260300"/>
                </a:lnTo>
                <a:lnTo>
                  <a:pt x="38099" y="1252378"/>
                </a:lnTo>
                <a:lnTo>
                  <a:pt x="25108" y="1241717"/>
                </a:lnTo>
                <a:lnTo>
                  <a:pt x="14447" y="1228727"/>
                </a:lnTo>
                <a:lnTo>
                  <a:pt x="6525" y="1213906"/>
                </a:lnTo>
                <a:lnTo>
                  <a:pt x="1647" y="1197824"/>
                </a:lnTo>
                <a:lnTo>
                  <a:pt x="0" y="1181100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1" name="!!source-10-dom-5-3-3-5-5-2-0-0-text-0">
            <a:extLst>
              <a:ext uri="{FF2B5EF4-FFF2-40B4-BE49-F238E27FC236}">
                <a16:creationId xmlns:a16="http://schemas.microsoft.com/office/drawing/2014/main" id="{202E703A-3F5A-4214-BA53-415D6872A1EF}"/>
              </a:ext>
            </a:extLst>
          </p:cNvPr>
          <p:cNvSpPr>
            <a:spLocks noGrp="1"/>
          </p:cNvSpPr>
          <p:nvPr/>
        </p:nvSpPr>
        <p:spPr>
          <a:xfrm>
            <a:off x="11513493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T3₂</a:t>
            </a:r>
          </a:p>
        </p:txBody>
      </p:sp>
      <p:sp>
        <p:nvSpPr>
          <p:cNvPr id="102" name="!!source-10-dom-5-3-3-5-8-0-0-0-text-0">
            <a:extLst>
              <a:ext uri="{FF2B5EF4-FFF2-40B4-BE49-F238E27FC236}">
                <a16:creationId xmlns:a16="http://schemas.microsoft.com/office/drawing/2014/main" id="{ED35EF28-7FF1-45FB-8261-B6B78043EBC3}"/>
              </a:ext>
            </a:extLst>
          </p:cNvPr>
          <p:cNvSpPr>
            <a:spLocks noGrp="1"/>
          </p:cNvSpPr>
          <p:nvPr/>
        </p:nvSpPr>
        <p:spPr>
          <a:xfrm>
            <a:off x="13275915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103" name="!!source-10-dom-5-3-3-5-8-1-fill">
            <a:extLst>
              <a:ext uri="{FF2B5EF4-FFF2-40B4-BE49-F238E27FC236}">
                <a16:creationId xmlns:a16="http://schemas.microsoft.com/office/drawing/2014/main" id="{37B30205-81AA-41F0-8F37-A21791299CE9}"/>
              </a:ext>
            </a:extLst>
          </p:cNvPr>
          <p:cNvSpPr>
            <a:spLocks noGrp="1"/>
          </p:cNvSpPr>
          <p:nvPr/>
        </p:nvSpPr>
        <p:spPr>
          <a:xfrm>
            <a:off x="12557671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10-dom-5-3-3-5-8-1-outline">
            <a:extLst>
              <a:ext uri="{FF2B5EF4-FFF2-40B4-BE49-F238E27FC236}">
                <a16:creationId xmlns:a16="http://schemas.microsoft.com/office/drawing/2014/main" id="{ACE91094-7601-4130-9C2E-DAB30376E49E}"/>
              </a:ext>
            </a:extLst>
          </p:cNvPr>
          <p:cNvSpPr>
            <a:spLocks noGrp="1"/>
          </p:cNvSpPr>
          <p:nvPr/>
        </p:nvSpPr>
        <p:spPr>
          <a:xfrm>
            <a:off x="12571958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" name="!!source-10-dom-5-3-3-5-8-1-0-fill">
            <a:extLst>
              <a:ext uri="{FF2B5EF4-FFF2-40B4-BE49-F238E27FC236}">
                <a16:creationId xmlns:a16="http://schemas.microsoft.com/office/drawing/2014/main" id="{3AE32D92-B2D6-4079-9A85-6997C48C753C}"/>
              </a:ext>
            </a:extLst>
          </p:cNvPr>
          <p:cNvSpPr>
            <a:spLocks noGrp="1"/>
          </p:cNvSpPr>
          <p:nvPr/>
        </p:nvSpPr>
        <p:spPr>
          <a:xfrm>
            <a:off x="12586246" y="5964585"/>
            <a:ext cx="1449734" cy="1122016"/>
          </a:xfrm>
          <a:custGeom>
            <a:avLst/>
            <a:gdLst/>
            <a:ahLst/>
            <a:cxnLst/>
            <a:rect l="0" t="0" r="0" b="0"/>
            <a:pathLst>
              <a:path w="1449734" h="1122016">
                <a:moveTo>
                  <a:pt x="0" y="0"/>
                </a:moveTo>
                <a:lnTo>
                  <a:pt x="1449734" y="0"/>
                </a:lnTo>
                <a:lnTo>
                  <a:pt x="1449734" y="1036291"/>
                </a:lnTo>
                <a:lnTo>
                  <a:pt x="1448087" y="1053015"/>
                </a:lnTo>
                <a:lnTo>
                  <a:pt x="1443208" y="1069096"/>
                </a:lnTo>
                <a:lnTo>
                  <a:pt x="1435286" y="1083917"/>
                </a:lnTo>
                <a:lnTo>
                  <a:pt x="1424625" y="1096907"/>
                </a:lnTo>
                <a:lnTo>
                  <a:pt x="1411635" y="1107568"/>
                </a:lnTo>
                <a:lnTo>
                  <a:pt x="1396814" y="1115490"/>
                </a:lnTo>
                <a:lnTo>
                  <a:pt x="1380733" y="1120368"/>
                </a:lnTo>
                <a:lnTo>
                  <a:pt x="1364009" y="1122016"/>
                </a:lnTo>
                <a:lnTo>
                  <a:pt x="85725" y="1122016"/>
                </a:lnTo>
                <a:lnTo>
                  <a:pt x="69001" y="1120368"/>
                </a:lnTo>
                <a:lnTo>
                  <a:pt x="52919" y="1115490"/>
                </a:lnTo>
                <a:lnTo>
                  <a:pt x="38099" y="1107568"/>
                </a:lnTo>
                <a:lnTo>
                  <a:pt x="25108" y="1096907"/>
                </a:lnTo>
                <a:lnTo>
                  <a:pt x="14447" y="1083917"/>
                </a:lnTo>
                <a:lnTo>
                  <a:pt x="6525" y="1069096"/>
                </a:lnTo>
                <a:lnTo>
                  <a:pt x="1647" y="1053015"/>
                </a:lnTo>
                <a:lnTo>
                  <a:pt x="0" y="1036291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!!source-10-dom-5-3-3-5-8-2-0-0-text-0">
            <a:extLst>
              <a:ext uri="{FF2B5EF4-FFF2-40B4-BE49-F238E27FC236}">
                <a16:creationId xmlns:a16="http://schemas.microsoft.com/office/drawing/2014/main" id="{A968B6D9-BE29-4FAB-A136-51FB1DD738DB}"/>
              </a:ext>
            </a:extLst>
          </p:cNvPr>
          <p:cNvSpPr>
            <a:spLocks noGrp="1"/>
          </p:cNvSpPr>
          <p:nvPr/>
        </p:nvSpPr>
        <p:spPr>
          <a:xfrm>
            <a:off x="13115628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T3₃</a:t>
            </a:r>
          </a:p>
        </p:txBody>
      </p:sp>
      <p:sp>
        <p:nvSpPr>
          <p:cNvPr id="107" name="!!source-10-dom-5-3-3-5-11-0-0-0-text-0">
            <a:extLst>
              <a:ext uri="{FF2B5EF4-FFF2-40B4-BE49-F238E27FC236}">
                <a16:creationId xmlns:a16="http://schemas.microsoft.com/office/drawing/2014/main" id="{17FB39D2-13FE-4BD0-8522-AAA7E43A2F16}"/>
              </a:ext>
            </a:extLst>
          </p:cNvPr>
          <p:cNvSpPr>
            <a:spLocks noGrp="1"/>
          </p:cNvSpPr>
          <p:nvPr/>
        </p:nvSpPr>
        <p:spPr>
          <a:xfrm>
            <a:off x="14878050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108" name="!!source-10-dom-5-3-3-5-11-1-fill">
            <a:extLst>
              <a:ext uri="{FF2B5EF4-FFF2-40B4-BE49-F238E27FC236}">
                <a16:creationId xmlns:a16="http://schemas.microsoft.com/office/drawing/2014/main" id="{106CBE60-8799-48CA-B00D-5828137AA885}"/>
              </a:ext>
            </a:extLst>
          </p:cNvPr>
          <p:cNvSpPr>
            <a:spLocks noGrp="1"/>
          </p:cNvSpPr>
          <p:nvPr/>
        </p:nvSpPr>
        <p:spPr>
          <a:xfrm>
            <a:off x="14159806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10-dom-5-3-3-5-11-1-outline">
            <a:extLst>
              <a:ext uri="{FF2B5EF4-FFF2-40B4-BE49-F238E27FC236}">
                <a16:creationId xmlns:a16="http://schemas.microsoft.com/office/drawing/2014/main" id="{63656611-D171-499F-B638-D2DDF5C95F4A}"/>
              </a:ext>
            </a:extLst>
          </p:cNvPr>
          <p:cNvSpPr>
            <a:spLocks noGrp="1"/>
          </p:cNvSpPr>
          <p:nvPr/>
        </p:nvSpPr>
        <p:spPr>
          <a:xfrm>
            <a:off x="14174093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10-dom-5-3-3-5-11-1-0-fill">
            <a:extLst>
              <a:ext uri="{FF2B5EF4-FFF2-40B4-BE49-F238E27FC236}">
                <a16:creationId xmlns:a16="http://schemas.microsoft.com/office/drawing/2014/main" id="{533C3ED1-325F-4B8F-914E-57438A366FDA}"/>
              </a:ext>
            </a:extLst>
          </p:cNvPr>
          <p:cNvSpPr>
            <a:spLocks noGrp="1"/>
          </p:cNvSpPr>
          <p:nvPr/>
        </p:nvSpPr>
        <p:spPr>
          <a:xfrm>
            <a:off x="14188380" y="5675114"/>
            <a:ext cx="1449735" cy="1411486"/>
          </a:xfrm>
          <a:custGeom>
            <a:avLst/>
            <a:gdLst/>
            <a:ahLst/>
            <a:cxnLst/>
            <a:rect l="0" t="0" r="0" b="0"/>
            <a:pathLst>
              <a:path w="1449735" h="1411486">
                <a:moveTo>
                  <a:pt x="0" y="0"/>
                </a:moveTo>
                <a:lnTo>
                  <a:pt x="1449735" y="0"/>
                </a:lnTo>
                <a:lnTo>
                  <a:pt x="1449735" y="1325761"/>
                </a:lnTo>
                <a:lnTo>
                  <a:pt x="1448088" y="1342485"/>
                </a:lnTo>
                <a:lnTo>
                  <a:pt x="1443210" y="1358567"/>
                </a:lnTo>
                <a:lnTo>
                  <a:pt x="1435288" y="1373387"/>
                </a:lnTo>
                <a:lnTo>
                  <a:pt x="1424627" y="1386378"/>
                </a:lnTo>
                <a:lnTo>
                  <a:pt x="1411636" y="1397039"/>
                </a:lnTo>
                <a:lnTo>
                  <a:pt x="1396816" y="1404961"/>
                </a:lnTo>
                <a:lnTo>
                  <a:pt x="1380734" y="1409839"/>
                </a:lnTo>
                <a:lnTo>
                  <a:pt x="1364010" y="1411486"/>
                </a:lnTo>
                <a:lnTo>
                  <a:pt x="85725" y="1411486"/>
                </a:lnTo>
                <a:lnTo>
                  <a:pt x="69001" y="1409839"/>
                </a:lnTo>
                <a:lnTo>
                  <a:pt x="52919" y="1404961"/>
                </a:lnTo>
                <a:lnTo>
                  <a:pt x="38099" y="1397039"/>
                </a:lnTo>
                <a:lnTo>
                  <a:pt x="25108" y="1386378"/>
                </a:lnTo>
                <a:lnTo>
                  <a:pt x="14447" y="1373387"/>
                </a:lnTo>
                <a:lnTo>
                  <a:pt x="6525" y="1358567"/>
                </a:lnTo>
                <a:lnTo>
                  <a:pt x="1647" y="1342485"/>
                </a:lnTo>
                <a:lnTo>
                  <a:pt x="0" y="1325761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10-dom-5-3-3-5-11-2-0-0-text-0">
            <a:extLst>
              <a:ext uri="{FF2B5EF4-FFF2-40B4-BE49-F238E27FC236}">
                <a16:creationId xmlns:a16="http://schemas.microsoft.com/office/drawing/2014/main" id="{EE6E79E9-943D-4EEA-8BA2-42B4EEA697B9}"/>
              </a:ext>
            </a:extLst>
          </p:cNvPr>
          <p:cNvSpPr>
            <a:spLocks noGrp="1"/>
          </p:cNvSpPr>
          <p:nvPr/>
        </p:nvSpPr>
        <p:spPr>
          <a:xfrm>
            <a:off x="14717762" y="7191375"/>
            <a:ext cx="43844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T3₄</a:t>
            </a:r>
          </a:p>
        </p:txBody>
      </p:sp>
      <p:sp>
        <p:nvSpPr>
          <p:cNvPr id="112" name="!!source-10-dom-5-3-3-5-14-0-0-0-text-0">
            <a:extLst>
              <a:ext uri="{FF2B5EF4-FFF2-40B4-BE49-F238E27FC236}">
                <a16:creationId xmlns:a16="http://schemas.microsoft.com/office/drawing/2014/main" id="{B7EE3E68-2FCF-4DED-A2E8-B610771D219F}"/>
              </a:ext>
            </a:extLst>
          </p:cNvPr>
          <p:cNvSpPr>
            <a:spLocks noGrp="1"/>
          </p:cNvSpPr>
          <p:nvPr/>
        </p:nvSpPr>
        <p:spPr>
          <a:xfrm>
            <a:off x="16480184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113" name="!!source-10-dom-5-3-3-5-14-1-fill">
            <a:extLst>
              <a:ext uri="{FF2B5EF4-FFF2-40B4-BE49-F238E27FC236}">
                <a16:creationId xmlns:a16="http://schemas.microsoft.com/office/drawing/2014/main" id="{46A470A3-CFAC-4229-AD17-01C0DE90DBA6}"/>
              </a:ext>
            </a:extLst>
          </p:cNvPr>
          <p:cNvSpPr>
            <a:spLocks noGrp="1"/>
          </p:cNvSpPr>
          <p:nvPr/>
        </p:nvSpPr>
        <p:spPr>
          <a:xfrm>
            <a:off x="15761940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10-dom-5-3-3-5-14-1-outline">
            <a:extLst>
              <a:ext uri="{FF2B5EF4-FFF2-40B4-BE49-F238E27FC236}">
                <a16:creationId xmlns:a16="http://schemas.microsoft.com/office/drawing/2014/main" id="{797E4796-0AFA-4EC2-B1A7-ABCC24CFD111}"/>
              </a:ext>
            </a:extLst>
          </p:cNvPr>
          <p:cNvSpPr>
            <a:spLocks noGrp="1"/>
          </p:cNvSpPr>
          <p:nvPr/>
        </p:nvSpPr>
        <p:spPr>
          <a:xfrm>
            <a:off x="15776227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10-dom-5-3-3-5-14-1-0-fill">
            <a:extLst>
              <a:ext uri="{FF2B5EF4-FFF2-40B4-BE49-F238E27FC236}">
                <a16:creationId xmlns:a16="http://schemas.microsoft.com/office/drawing/2014/main" id="{6C4D2F0B-0893-40A3-8CE3-1C198D070D1D}"/>
              </a:ext>
            </a:extLst>
          </p:cNvPr>
          <p:cNvSpPr>
            <a:spLocks noGrp="1"/>
          </p:cNvSpPr>
          <p:nvPr/>
        </p:nvSpPr>
        <p:spPr>
          <a:xfrm>
            <a:off x="15790515" y="6362700"/>
            <a:ext cx="1449735" cy="723900"/>
          </a:xfrm>
          <a:custGeom>
            <a:avLst/>
            <a:gdLst/>
            <a:ahLst/>
            <a:cxnLst/>
            <a:rect l="0" t="0" r="0" b="0"/>
            <a:pathLst>
              <a:path w="1449735" h="723900">
                <a:moveTo>
                  <a:pt x="0" y="0"/>
                </a:moveTo>
                <a:lnTo>
                  <a:pt x="1449735" y="0"/>
                </a:lnTo>
                <a:lnTo>
                  <a:pt x="1449735" y="638175"/>
                </a:lnTo>
                <a:lnTo>
                  <a:pt x="1448088" y="654899"/>
                </a:lnTo>
                <a:lnTo>
                  <a:pt x="1443210" y="670981"/>
                </a:lnTo>
                <a:lnTo>
                  <a:pt x="1435288" y="685801"/>
                </a:lnTo>
                <a:lnTo>
                  <a:pt x="1424627" y="698792"/>
                </a:lnTo>
                <a:lnTo>
                  <a:pt x="1411636" y="709453"/>
                </a:lnTo>
                <a:lnTo>
                  <a:pt x="1396816" y="717375"/>
                </a:lnTo>
                <a:lnTo>
                  <a:pt x="1380734" y="722253"/>
                </a:lnTo>
                <a:lnTo>
                  <a:pt x="1364010" y="723900"/>
                </a:lnTo>
                <a:lnTo>
                  <a:pt x="85725" y="723900"/>
                </a:lnTo>
                <a:lnTo>
                  <a:pt x="69001" y="722253"/>
                </a:lnTo>
                <a:lnTo>
                  <a:pt x="52919" y="717375"/>
                </a:lnTo>
                <a:lnTo>
                  <a:pt x="38099" y="709453"/>
                </a:lnTo>
                <a:lnTo>
                  <a:pt x="25108" y="698792"/>
                </a:lnTo>
                <a:lnTo>
                  <a:pt x="14447" y="685801"/>
                </a:lnTo>
                <a:lnTo>
                  <a:pt x="6525" y="670981"/>
                </a:lnTo>
                <a:lnTo>
                  <a:pt x="1647" y="654899"/>
                </a:lnTo>
                <a:lnTo>
                  <a:pt x="0" y="638175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10-dom-5-3-3-5-14-2-0-0-text-0">
            <a:extLst>
              <a:ext uri="{FF2B5EF4-FFF2-40B4-BE49-F238E27FC236}">
                <a16:creationId xmlns:a16="http://schemas.microsoft.com/office/drawing/2014/main" id="{1DCF1C15-3F9D-4141-B591-04B4FFE03162}"/>
              </a:ext>
            </a:extLst>
          </p:cNvPr>
          <p:cNvSpPr>
            <a:spLocks noGrp="1"/>
          </p:cNvSpPr>
          <p:nvPr/>
        </p:nvSpPr>
        <p:spPr>
          <a:xfrm>
            <a:off x="16373326" y="7191375"/>
            <a:ext cx="33173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T4</a:t>
            </a:r>
          </a:p>
        </p:txBody>
      </p:sp>
      <p:sp>
        <p:nvSpPr>
          <p:cNvPr id="117" name="!!source-10-dom-5-3-3-7-0-text-0">
            <a:extLst>
              <a:ext uri="{FF2B5EF4-FFF2-40B4-BE49-F238E27FC236}">
                <a16:creationId xmlns:a16="http://schemas.microsoft.com/office/drawing/2014/main" id="{81AFDDB7-39AD-4A6A-B1A8-EFA96F085F2B}"/>
              </a:ext>
            </a:extLst>
          </p:cNvPr>
          <p:cNvSpPr>
            <a:spLocks noGrp="1"/>
          </p:cNvSpPr>
          <p:nvPr/>
        </p:nvSpPr>
        <p:spPr>
          <a:xfrm>
            <a:off x="9382124" y="7667625"/>
            <a:ext cx="3551486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rPr>
              <a:t>Horizon rolls: tanks moved, </a:t>
            </a:r>
          </a:p>
        </p:txBody>
      </p:sp>
      <p:sp>
        <p:nvSpPr>
          <p:cNvPr id="118" name="!!source-10-dom-5-3-3-7-1-0-text-0">
            <a:extLst>
              <a:ext uri="{FF2B5EF4-FFF2-40B4-BE49-F238E27FC236}">
                <a16:creationId xmlns:a16="http://schemas.microsoft.com/office/drawing/2014/main" id="{B37FE819-AD97-41E2-A86A-0303841AD94D}"/>
              </a:ext>
            </a:extLst>
          </p:cNvPr>
          <p:cNvSpPr>
            <a:spLocks noGrp="1"/>
          </p:cNvSpPr>
          <p:nvPr/>
        </p:nvSpPr>
        <p:spPr>
          <a:xfrm>
            <a:off x="12885985" y="7667625"/>
            <a:ext cx="3082827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 i="0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 spc="-5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rPr>
              <a:t>selection re-optimised</a:t>
            </a:r>
          </a:p>
        </p:txBody>
      </p:sp>
      <p:sp>
        <p:nvSpPr>
          <p:cNvPr id="119" name="!!source-10-dom-5-3-3-7-2-text-0">
            <a:extLst>
              <a:ext uri="{FF2B5EF4-FFF2-40B4-BE49-F238E27FC236}">
                <a16:creationId xmlns:a16="http://schemas.microsoft.com/office/drawing/2014/main" id="{3C90251D-44B6-4F48-8C3C-EAC8BCE5AEF1}"/>
              </a:ext>
            </a:extLst>
          </p:cNvPr>
          <p:cNvSpPr>
            <a:spLocks noGrp="1"/>
          </p:cNvSpPr>
          <p:nvPr/>
        </p:nvSpPr>
        <p:spPr>
          <a:xfrm>
            <a:off x="15921187" y="7667625"/>
            <a:ext cx="102245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rPr>
              <a:t>,</a:t>
            </a:r>
          </a:p>
        </p:txBody>
      </p:sp>
      <p:sp>
        <p:nvSpPr>
          <p:cNvPr id="120" name="!!source-10-dom-5-3-3-7-2-text-1">
            <a:extLst>
              <a:ext uri="{FF2B5EF4-FFF2-40B4-BE49-F238E27FC236}">
                <a16:creationId xmlns:a16="http://schemas.microsoft.com/office/drawing/2014/main" id="{C60E84D9-16B2-43D0-9F70-09CC93B945D3}"/>
              </a:ext>
            </a:extLst>
          </p:cNvPr>
          <p:cNvSpPr>
            <a:spLocks noGrp="1"/>
          </p:cNvSpPr>
          <p:nvPr/>
        </p:nvSpPr>
        <p:spPr>
          <a:xfrm>
            <a:off x="9382124" y="8027640"/>
            <a:ext cx="260732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rPr>
              <a:t>commitments kept.</a:t>
            </a:r>
          </a:p>
        </p:txBody>
      </p:sp>
      <p:pic>
        <p:nvPicPr>
          <p:cNvPr id="248" name="!!source-10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249" name="!!source-10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  <p:sp>
        <p:nvSpPr>
          <p:cNvPr id="124" name="!!source-10-dom-5-1-3-23-0-0-text-0">
            <a:extLst>
              <a:ext uri="{FF2B5EF4-FFF2-40B4-BE49-F238E27FC236}">
                <a16:creationId xmlns:a16="http://schemas.microsoft.com/office/drawing/2014/main" id="{9AA2895D-46D4-4993-A2C9-A755F6F0B662}"/>
              </a:ext>
            </a:extLst>
          </p:cNvPr>
          <p:cNvSpPr>
            <a:spLocks noGrp="1"/>
          </p:cNvSpPr>
          <p:nvPr/>
        </p:nvSpPr>
        <p:spPr>
          <a:xfrm>
            <a:off x="5963543" y="2976562"/>
            <a:ext cx="3147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V1</a:t>
            </a:r>
          </a:p>
        </p:txBody>
      </p:sp>
      <p:sp>
        <p:nvSpPr>
          <p:cNvPr id="125" name="!!source-10-dom-5-1-3-38-0-0-text-0">
            <a:extLst>
              <a:ext uri="{FF2B5EF4-FFF2-40B4-BE49-F238E27FC236}">
                <a16:creationId xmlns:a16="http://schemas.microsoft.com/office/drawing/2014/main" id="{1FEA644E-3744-4F41-8A57-ABD10A5672D6}"/>
              </a:ext>
            </a:extLst>
          </p:cNvPr>
          <p:cNvSpPr>
            <a:spLocks noGrp="1"/>
          </p:cNvSpPr>
          <p:nvPr/>
        </p:nvSpPr>
        <p:spPr>
          <a:xfrm>
            <a:off x="9329737" y="2976562"/>
            <a:ext cx="3531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V2</a:t>
            </a:r>
          </a:p>
        </p:txBody>
      </p:sp>
      <p:sp>
        <p:nvSpPr>
          <p:cNvPr id="126" name="!!source-10-dom-5-1-3-56-0-0-text-0">
            <a:extLst>
              <a:ext uri="{FF2B5EF4-FFF2-40B4-BE49-F238E27FC236}">
                <a16:creationId xmlns:a16="http://schemas.microsoft.com/office/drawing/2014/main" id="{15AD26A5-3F14-43BC-8837-A19A2663B1AF}"/>
              </a:ext>
            </a:extLst>
          </p:cNvPr>
          <p:cNvSpPr>
            <a:spLocks noGrp="1"/>
          </p:cNvSpPr>
          <p:nvPr/>
        </p:nvSpPr>
        <p:spPr>
          <a:xfrm>
            <a:off x="13391406" y="2976562"/>
            <a:ext cx="35451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V3</a:t>
            </a:r>
          </a:p>
        </p:txBody>
      </p:sp>
      <p:sp>
        <p:nvSpPr>
          <p:cNvPr id="121" name="!!source-10-dom-5-1-3-29-fill-unique-121">
            <a:extLst>
              <a:ext uri="{FF2B5EF4-FFF2-40B4-BE49-F238E27FC236}">
                <a16:creationId xmlns:a16="http://schemas.microsoft.com/office/drawing/2014/main" id="{E61C0BF1-4DC9-1358-3AAA-BEC14385E162}"/>
              </a:ext>
            </a:extLst>
          </p:cNvPr>
          <p:cNvSpPr>
            <a:spLocks noGrp="1"/>
          </p:cNvSpPr>
          <p:nvPr/>
        </p:nvSpPr>
        <p:spPr>
          <a:xfrm>
            <a:off x="6457207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!!source-10-dom-5-1-3-29-outline-unique-122">
            <a:extLst>
              <a:ext uri="{FF2B5EF4-FFF2-40B4-BE49-F238E27FC236}">
                <a16:creationId xmlns:a16="http://schemas.microsoft.com/office/drawing/2014/main" id="{F631280F-0A60-A60B-7A39-02F99F51445F}"/>
              </a:ext>
            </a:extLst>
          </p:cNvPr>
          <p:cNvSpPr>
            <a:spLocks noGrp="1"/>
          </p:cNvSpPr>
          <p:nvPr/>
        </p:nvSpPr>
        <p:spPr>
          <a:xfrm>
            <a:off x="6466732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10-dom-5-1-5-23-0-0-text-0">
            <a:extLst>
              <a:ext uri="{FF2B5EF4-FFF2-40B4-BE49-F238E27FC236}">
                <a16:creationId xmlns:a16="http://schemas.microsoft.com/office/drawing/2014/main" id="{65CF119B-1ECE-E51C-40BA-BA7194B29BFD}"/>
              </a:ext>
            </a:extLst>
          </p:cNvPr>
          <p:cNvSpPr>
            <a:spLocks noGrp="1"/>
          </p:cNvSpPr>
          <p:nvPr/>
        </p:nvSpPr>
        <p:spPr>
          <a:xfrm>
            <a:off x="6698066" y="3533775"/>
            <a:ext cx="247451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endParaRPr sz="1800" b="1" i="0" spc="-4" dirty="0">
              <a:solidFill>
                <a:srgbClr val="E44646">
                  <a:alpha val="100000"/>
                </a:srgbClr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2" name="!!source-10-dom-5-1-5-23-0-0-text-0-unique-32">
            <a:extLst>
              <a:ext uri="{FF2B5EF4-FFF2-40B4-BE49-F238E27FC236}">
                <a16:creationId xmlns:a16="http://schemas.microsoft.com/office/drawing/2014/main" id="{0B94CF95-BF52-A6F7-17E6-8E4F9BCB48E4}"/>
              </a:ext>
            </a:extLst>
          </p:cNvPr>
          <p:cNvSpPr>
            <a:spLocks noGrp="1"/>
          </p:cNvSpPr>
          <p:nvPr/>
        </p:nvSpPr>
        <p:spPr>
          <a:xfrm>
            <a:off x="6850466" y="3686175"/>
            <a:ext cx="247451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endParaRPr sz="1800" b="1" i="0" spc="-4" dirty="0">
              <a:solidFill>
                <a:srgbClr val="E44646">
                  <a:alpha val="100000"/>
                </a:srgbClr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387716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!!source-10-dom-fill">
            <a:extLst>
              <a:ext uri="{FF2B5EF4-FFF2-40B4-BE49-F238E27FC236}">
                <a16:creationId xmlns:a16="http://schemas.microsoft.com/office/drawing/2014/main" id="{7C53A298-F9D0-4F0E-83AA-06A0DE089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10-dom-1-0-0-0-text-0">
            <a:extLst>
              <a:ext uri="{FF2B5EF4-FFF2-40B4-BE49-F238E27FC236}">
                <a16:creationId xmlns:a16="http://schemas.microsoft.com/office/drawing/2014/main" id="{6BD3BAE5-2A4C-4333-A92E-DB00263D74B3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10-dom-1-0-1-0-text-0">
            <a:extLst>
              <a:ext uri="{FF2B5EF4-FFF2-40B4-BE49-F238E27FC236}">
                <a16:creationId xmlns:a16="http://schemas.microsoft.com/office/drawing/2014/main" id="{98EA0113-932E-4AB6-AED7-6AC6FBE3CD64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10-dom-1-0-2-0-text-0">
            <a:extLst>
              <a:ext uri="{FF2B5EF4-FFF2-40B4-BE49-F238E27FC236}">
                <a16:creationId xmlns:a16="http://schemas.microsoft.com/office/drawing/2014/main" id="{21E563DE-6B53-432C-9094-73D5DC346C7A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5" name="!!source-10-dom-1-0-3-border-Bottom">
            <a:extLst>
              <a:ext uri="{FF2B5EF4-FFF2-40B4-BE49-F238E27FC236}">
                <a16:creationId xmlns:a16="http://schemas.microsoft.com/office/drawing/2014/main" id="{DA94E9EE-A43C-468F-BAE7-18C44B998A3C}"/>
              </a:ext>
            </a:extLst>
          </p:cNvPr>
          <p:cNvSpPr>
            <a:spLocks noGrp="1"/>
          </p:cNvSpPr>
          <p:nvPr/>
        </p:nvSpPr>
        <p:spPr>
          <a:xfrm>
            <a:off x="6083201" y="690562"/>
            <a:ext cx="1295996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!!source-10-dom-1-0-3-0-text-0">
            <a:extLst>
              <a:ext uri="{FF2B5EF4-FFF2-40B4-BE49-F238E27FC236}">
                <a16:creationId xmlns:a16="http://schemas.microsoft.com/office/drawing/2014/main" id="{05152F91-3B91-4930-8083-8EA5B5BFFCE9}"/>
              </a:ext>
            </a:extLst>
          </p:cNvPr>
          <p:cNvSpPr>
            <a:spLocks noGrp="1"/>
          </p:cNvSpPr>
          <p:nvPr/>
        </p:nvSpPr>
        <p:spPr>
          <a:xfrm>
            <a:off x="6083201" y="381000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10-dom-1-0-4-0-text-0">
            <a:extLst>
              <a:ext uri="{FF2B5EF4-FFF2-40B4-BE49-F238E27FC236}">
                <a16:creationId xmlns:a16="http://schemas.microsoft.com/office/drawing/2014/main" id="{2F9CE8D2-775B-4A89-90CF-8C5B291F1E1C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10-dom-1-0-5-0-text-0">
            <a:extLst>
              <a:ext uri="{FF2B5EF4-FFF2-40B4-BE49-F238E27FC236}">
                <a16:creationId xmlns:a16="http://schemas.microsoft.com/office/drawing/2014/main" id="{07C7F5B5-35B3-43B2-8FBE-336EFE1E8015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10-dom-1-1-0-text-0">
            <a:extLst>
              <a:ext uri="{FF2B5EF4-FFF2-40B4-BE49-F238E27FC236}">
                <a16:creationId xmlns:a16="http://schemas.microsoft.com/office/drawing/2014/main" id="{A751EBA9-C922-43E1-9DCF-E45C7F7BA40B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11 / 17</a:t>
            </a:r>
          </a:p>
        </p:txBody>
      </p:sp>
      <p:sp>
        <p:nvSpPr>
          <p:cNvPr id="10" name="!!source-10-dom-3-1-0-0-text-0">
            <a:extLst>
              <a:ext uri="{FF2B5EF4-FFF2-40B4-BE49-F238E27FC236}">
                <a16:creationId xmlns:a16="http://schemas.microsoft.com/office/drawing/2014/main" id="{5F3DEBC0-2302-4112-ACFA-30628DE6FFB2}"/>
              </a:ext>
            </a:extLst>
          </p:cNvPr>
          <p:cNvSpPr>
            <a:spLocks noGrp="1"/>
          </p:cNvSpPr>
          <p:nvPr/>
        </p:nvSpPr>
        <p:spPr>
          <a:xfrm>
            <a:off x="1047750" y="952500"/>
            <a:ext cx="4355902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A booking enters</a:t>
            </a:r>
          </a:p>
        </p:txBody>
      </p:sp>
      <p:sp>
        <p:nvSpPr>
          <p:cNvPr id="11" name="!!source-10-dom-3-1-1-0-0-text-0">
            <a:extLst>
              <a:ext uri="{FF2B5EF4-FFF2-40B4-BE49-F238E27FC236}">
                <a16:creationId xmlns:a16="http://schemas.microsoft.com/office/drawing/2014/main" id="{1D79D0EA-0E6B-4035-94E4-71D39A7CD696}"/>
              </a:ext>
            </a:extLst>
          </p:cNvPr>
          <p:cNvSpPr>
            <a:spLocks noGrp="1"/>
          </p:cNvSpPr>
          <p:nvPr/>
        </p:nvSpPr>
        <p:spPr>
          <a:xfrm>
            <a:off x="1047750" y="1790700"/>
            <a:ext cx="4506516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At V1's slot a pattern is required</a:t>
            </a:r>
          </a:p>
        </p:txBody>
      </p:sp>
      <p:sp>
        <p:nvSpPr>
          <p:cNvPr id="12" name="!!source-10-dom-5-1-1-0-0-0-text-0">
            <a:extLst>
              <a:ext uri="{FF2B5EF4-FFF2-40B4-BE49-F238E27FC236}">
                <a16:creationId xmlns:a16="http://schemas.microsoft.com/office/drawing/2014/main" id="{C7277E56-BB5B-44B4-A794-D712515A1DC3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96023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 (now)</a:t>
            </a:r>
          </a:p>
        </p:txBody>
      </p:sp>
      <p:sp>
        <p:nvSpPr>
          <p:cNvPr id="13" name="!!source-10-dom-5-1-1-1-0-text-0">
            <a:extLst>
              <a:ext uri="{FF2B5EF4-FFF2-40B4-BE49-F238E27FC236}">
                <a16:creationId xmlns:a16="http://schemas.microsoft.com/office/drawing/2014/main" id="{A7B24029-FD97-40E1-8AC2-0665198D1818}"/>
              </a:ext>
            </a:extLst>
          </p:cNvPr>
          <p:cNvSpPr>
            <a:spLocks noGrp="1"/>
          </p:cNvSpPr>
          <p:nvPr/>
        </p:nvSpPr>
        <p:spPr>
          <a:xfrm>
            <a:off x="5959525" y="2390775"/>
            <a:ext cx="662240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prediction horizon, 72 steps, booked slots flagged</a:t>
            </a:r>
          </a:p>
        </p:txBody>
      </p:sp>
      <p:sp>
        <p:nvSpPr>
          <p:cNvPr id="14" name="!!source-10-dom-5-1-1-2-0-text-0">
            <a:extLst>
              <a:ext uri="{FF2B5EF4-FFF2-40B4-BE49-F238E27FC236}">
                <a16:creationId xmlns:a16="http://schemas.microsoft.com/office/drawing/2014/main" id="{7D9C545A-40DB-4AC9-8532-27896CB17F15}"/>
              </a:ext>
            </a:extLst>
          </p:cNvPr>
          <p:cNvSpPr>
            <a:spLocks noGrp="1"/>
          </p:cNvSpPr>
          <p:nvPr/>
        </p:nvSpPr>
        <p:spPr>
          <a:xfrm>
            <a:off x="16533316" y="2390775"/>
            <a:ext cx="75455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 + 72</a:t>
            </a:r>
          </a:p>
        </p:txBody>
      </p:sp>
      <p:sp>
        <p:nvSpPr>
          <p:cNvPr id="15" name="!!source-10-dom-5-1-3-2-fill">
            <a:extLst>
              <a:ext uri="{FF2B5EF4-FFF2-40B4-BE49-F238E27FC236}">
                <a16:creationId xmlns:a16="http://schemas.microsoft.com/office/drawing/2014/main" id="{4825E718-9E1E-4D3C-8177-AB7066C12ED2}"/>
              </a:ext>
            </a:extLst>
          </p:cNvPr>
          <p:cNvSpPr>
            <a:spLocks noGrp="1"/>
          </p:cNvSpPr>
          <p:nvPr/>
        </p:nvSpPr>
        <p:spPr>
          <a:xfrm>
            <a:off x="1047750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!!source-10-dom-5-1-3-2-outline">
            <a:extLst>
              <a:ext uri="{FF2B5EF4-FFF2-40B4-BE49-F238E27FC236}">
                <a16:creationId xmlns:a16="http://schemas.microsoft.com/office/drawing/2014/main" id="{FD67A8EA-FD96-4EF1-8AA0-D60524E3E44F}"/>
              </a:ext>
            </a:extLst>
          </p:cNvPr>
          <p:cNvSpPr>
            <a:spLocks noGrp="1"/>
          </p:cNvSpPr>
          <p:nvPr/>
        </p:nvSpPr>
        <p:spPr>
          <a:xfrm>
            <a:off x="1057275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!!source-10-dom-5-1-3-5-fill">
            <a:extLst>
              <a:ext uri="{FF2B5EF4-FFF2-40B4-BE49-F238E27FC236}">
                <a16:creationId xmlns:a16="http://schemas.microsoft.com/office/drawing/2014/main" id="{1A0FEE1F-470F-4657-AAE7-72B856F63C08}"/>
              </a:ext>
            </a:extLst>
          </p:cNvPr>
          <p:cNvSpPr>
            <a:spLocks noGrp="1"/>
          </p:cNvSpPr>
          <p:nvPr/>
        </p:nvSpPr>
        <p:spPr>
          <a:xfrm>
            <a:off x="1724769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" name="!!source-10-dom-5-1-3-5-outline">
            <a:extLst>
              <a:ext uri="{FF2B5EF4-FFF2-40B4-BE49-F238E27FC236}">
                <a16:creationId xmlns:a16="http://schemas.microsoft.com/office/drawing/2014/main" id="{9A7A18F1-01C8-4C5A-829A-0C488BBB0436}"/>
              </a:ext>
            </a:extLst>
          </p:cNvPr>
          <p:cNvSpPr>
            <a:spLocks noGrp="1"/>
          </p:cNvSpPr>
          <p:nvPr/>
        </p:nvSpPr>
        <p:spPr>
          <a:xfrm>
            <a:off x="1734294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!!source-10-dom-5-1-3-8-fill">
            <a:extLst>
              <a:ext uri="{FF2B5EF4-FFF2-40B4-BE49-F238E27FC236}">
                <a16:creationId xmlns:a16="http://schemas.microsoft.com/office/drawing/2014/main" id="{B7431B44-2E81-4FBF-A3D1-73BA0C958727}"/>
              </a:ext>
            </a:extLst>
          </p:cNvPr>
          <p:cNvSpPr>
            <a:spLocks noGrp="1"/>
          </p:cNvSpPr>
          <p:nvPr/>
        </p:nvSpPr>
        <p:spPr>
          <a:xfrm>
            <a:off x="2401788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10-dom-5-1-3-8-outline">
            <a:extLst>
              <a:ext uri="{FF2B5EF4-FFF2-40B4-BE49-F238E27FC236}">
                <a16:creationId xmlns:a16="http://schemas.microsoft.com/office/drawing/2014/main" id="{A1B5F753-1DE2-43D9-8EC7-B5181D51E385}"/>
              </a:ext>
            </a:extLst>
          </p:cNvPr>
          <p:cNvSpPr>
            <a:spLocks noGrp="1"/>
          </p:cNvSpPr>
          <p:nvPr/>
        </p:nvSpPr>
        <p:spPr>
          <a:xfrm>
            <a:off x="2411313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!!source-10-dom-5-1-3-11-fill">
            <a:extLst>
              <a:ext uri="{FF2B5EF4-FFF2-40B4-BE49-F238E27FC236}">
                <a16:creationId xmlns:a16="http://schemas.microsoft.com/office/drawing/2014/main" id="{79992F8E-3AD0-43E6-8B7E-1C0D56C87C0E}"/>
              </a:ext>
            </a:extLst>
          </p:cNvPr>
          <p:cNvSpPr>
            <a:spLocks noGrp="1"/>
          </p:cNvSpPr>
          <p:nvPr/>
        </p:nvSpPr>
        <p:spPr>
          <a:xfrm>
            <a:off x="3078956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10-dom-5-1-3-11-outline">
            <a:extLst>
              <a:ext uri="{FF2B5EF4-FFF2-40B4-BE49-F238E27FC236}">
                <a16:creationId xmlns:a16="http://schemas.microsoft.com/office/drawing/2014/main" id="{B880EDF3-C0CA-4330-89CB-7808569DB2D4}"/>
              </a:ext>
            </a:extLst>
          </p:cNvPr>
          <p:cNvSpPr>
            <a:spLocks noGrp="1"/>
          </p:cNvSpPr>
          <p:nvPr/>
        </p:nvSpPr>
        <p:spPr>
          <a:xfrm>
            <a:off x="3088481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!!source-10-dom-5-1-3-14-fill">
            <a:extLst>
              <a:ext uri="{FF2B5EF4-FFF2-40B4-BE49-F238E27FC236}">
                <a16:creationId xmlns:a16="http://schemas.microsoft.com/office/drawing/2014/main" id="{47F38978-2CB8-4D1E-88F4-23944393A310}"/>
              </a:ext>
            </a:extLst>
          </p:cNvPr>
          <p:cNvSpPr>
            <a:spLocks noGrp="1"/>
          </p:cNvSpPr>
          <p:nvPr/>
        </p:nvSpPr>
        <p:spPr>
          <a:xfrm>
            <a:off x="3755975" y="2809875"/>
            <a:ext cx="619870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" name="!!source-10-dom-5-1-3-14-outline">
            <a:extLst>
              <a:ext uri="{FF2B5EF4-FFF2-40B4-BE49-F238E27FC236}">
                <a16:creationId xmlns:a16="http://schemas.microsoft.com/office/drawing/2014/main" id="{EE15550E-000A-4E5C-8106-737D0C1DFFB9}"/>
              </a:ext>
            </a:extLst>
          </p:cNvPr>
          <p:cNvSpPr>
            <a:spLocks noGrp="1"/>
          </p:cNvSpPr>
          <p:nvPr/>
        </p:nvSpPr>
        <p:spPr>
          <a:xfrm>
            <a:off x="3765500" y="2819400"/>
            <a:ext cx="600820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10-dom-5-1-3-17-fill">
            <a:extLst>
              <a:ext uri="{FF2B5EF4-FFF2-40B4-BE49-F238E27FC236}">
                <a16:creationId xmlns:a16="http://schemas.microsoft.com/office/drawing/2014/main" id="{D99DC9C5-30FE-4359-AD04-E9F00EEBC4A7}"/>
              </a:ext>
            </a:extLst>
          </p:cNvPr>
          <p:cNvSpPr>
            <a:spLocks noGrp="1"/>
          </p:cNvSpPr>
          <p:nvPr/>
        </p:nvSpPr>
        <p:spPr>
          <a:xfrm>
            <a:off x="4432994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10-dom-5-1-3-17-outline">
            <a:extLst>
              <a:ext uri="{FF2B5EF4-FFF2-40B4-BE49-F238E27FC236}">
                <a16:creationId xmlns:a16="http://schemas.microsoft.com/office/drawing/2014/main" id="{8540E8BD-9355-4093-86F0-6114C9A91414}"/>
              </a:ext>
            </a:extLst>
          </p:cNvPr>
          <p:cNvSpPr>
            <a:spLocks noGrp="1"/>
          </p:cNvSpPr>
          <p:nvPr/>
        </p:nvSpPr>
        <p:spPr>
          <a:xfrm>
            <a:off x="4442519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!!source-10-dom-5-1-3-20-fill">
            <a:extLst>
              <a:ext uri="{FF2B5EF4-FFF2-40B4-BE49-F238E27FC236}">
                <a16:creationId xmlns:a16="http://schemas.microsoft.com/office/drawing/2014/main" id="{BFC7D1CD-28C6-47E5-A66E-E9BADEA74B4C}"/>
              </a:ext>
            </a:extLst>
          </p:cNvPr>
          <p:cNvSpPr>
            <a:spLocks noGrp="1"/>
          </p:cNvSpPr>
          <p:nvPr/>
        </p:nvSpPr>
        <p:spPr>
          <a:xfrm>
            <a:off x="5110163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10-dom-5-1-3-20-outline">
            <a:extLst>
              <a:ext uri="{FF2B5EF4-FFF2-40B4-BE49-F238E27FC236}">
                <a16:creationId xmlns:a16="http://schemas.microsoft.com/office/drawing/2014/main" id="{7C33EDD9-B876-403F-BAFE-49C5C696A9B3}"/>
              </a:ext>
            </a:extLst>
          </p:cNvPr>
          <p:cNvSpPr>
            <a:spLocks noGrp="1"/>
          </p:cNvSpPr>
          <p:nvPr/>
        </p:nvSpPr>
        <p:spPr>
          <a:xfrm>
            <a:off x="5119688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10-dom-5-1-3-23-fill">
            <a:extLst>
              <a:ext uri="{FF2B5EF4-FFF2-40B4-BE49-F238E27FC236}">
                <a16:creationId xmlns:a16="http://schemas.microsoft.com/office/drawing/2014/main" id="{130A7AAB-5881-4C2B-9B1E-8258475BFF91}"/>
              </a:ext>
            </a:extLst>
          </p:cNvPr>
          <p:cNvSpPr>
            <a:spLocks noGrp="1"/>
          </p:cNvSpPr>
          <p:nvPr/>
        </p:nvSpPr>
        <p:spPr>
          <a:xfrm>
            <a:off x="5787182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10-dom-5-1-3-23-outline">
            <a:extLst>
              <a:ext uri="{FF2B5EF4-FFF2-40B4-BE49-F238E27FC236}">
                <a16:creationId xmlns:a16="http://schemas.microsoft.com/office/drawing/2014/main" id="{6FEC0DC7-6248-4346-8259-80FE2C7B323F}"/>
              </a:ext>
            </a:extLst>
          </p:cNvPr>
          <p:cNvSpPr>
            <a:spLocks noGrp="1"/>
          </p:cNvSpPr>
          <p:nvPr/>
        </p:nvSpPr>
        <p:spPr>
          <a:xfrm>
            <a:off x="5796707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10-dom-5-1-3-26-fill">
            <a:extLst>
              <a:ext uri="{FF2B5EF4-FFF2-40B4-BE49-F238E27FC236}">
                <a16:creationId xmlns:a16="http://schemas.microsoft.com/office/drawing/2014/main" id="{A573E284-35EE-4445-B3F3-1AFFA03988A6}"/>
              </a:ext>
            </a:extLst>
          </p:cNvPr>
          <p:cNvSpPr>
            <a:spLocks noGrp="1"/>
          </p:cNvSpPr>
          <p:nvPr/>
        </p:nvSpPr>
        <p:spPr>
          <a:xfrm>
            <a:off x="6464201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10-dom-5-1-3-26-outline">
            <a:extLst>
              <a:ext uri="{FF2B5EF4-FFF2-40B4-BE49-F238E27FC236}">
                <a16:creationId xmlns:a16="http://schemas.microsoft.com/office/drawing/2014/main" id="{DDC77F6B-3120-48E0-8831-DFB845FEDBE7}"/>
              </a:ext>
            </a:extLst>
          </p:cNvPr>
          <p:cNvSpPr>
            <a:spLocks noGrp="1"/>
          </p:cNvSpPr>
          <p:nvPr/>
        </p:nvSpPr>
        <p:spPr>
          <a:xfrm>
            <a:off x="6473726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10-dom-5-1-3-26-0-0-text-0">
            <a:extLst>
              <a:ext uri="{FF2B5EF4-FFF2-40B4-BE49-F238E27FC236}">
                <a16:creationId xmlns:a16="http://schemas.microsoft.com/office/drawing/2014/main" id="{E877E8E8-CC1A-4FD2-8CE8-E64B8DF854F0}"/>
              </a:ext>
            </a:extLst>
          </p:cNvPr>
          <p:cNvSpPr>
            <a:spLocks noGrp="1"/>
          </p:cNvSpPr>
          <p:nvPr/>
        </p:nvSpPr>
        <p:spPr>
          <a:xfrm>
            <a:off x="6640562" y="2976562"/>
            <a:ext cx="31477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 dirty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V1</a:t>
            </a:r>
          </a:p>
        </p:txBody>
      </p:sp>
      <p:sp>
        <p:nvSpPr>
          <p:cNvPr id="34" name="!!source-10-dom-5-1-3-29-fill">
            <a:extLst>
              <a:ext uri="{FF2B5EF4-FFF2-40B4-BE49-F238E27FC236}">
                <a16:creationId xmlns:a16="http://schemas.microsoft.com/office/drawing/2014/main" id="{4CA5A402-897A-4013-86F5-E5230B111A5B}"/>
              </a:ext>
            </a:extLst>
          </p:cNvPr>
          <p:cNvSpPr>
            <a:spLocks noGrp="1"/>
          </p:cNvSpPr>
          <p:nvPr/>
        </p:nvSpPr>
        <p:spPr>
          <a:xfrm>
            <a:off x="7141369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10-dom-5-1-3-29-outline">
            <a:extLst>
              <a:ext uri="{FF2B5EF4-FFF2-40B4-BE49-F238E27FC236}">
                <a16:creationId xmlns:a16="http://schemas.microsoft.com/office/drawing/2014/main" id="{369C8BA4-2C1E-4F9E-8ED4-9EEF50699833}"/>
              </a:ext>
            </a:extLst>
          </p:cNvPr>
          <p:cNvSpPr>
            <a:spLocks noGrp="1"/>
          </p:cNvSpPr>
          <p:nvPr/>
        </p:nvSpPr>
        <p:spPr>
          <a:xfrm>
            <a:off x="7150894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10-dom-5-1-3-32-fill">
            <a:extLst>
              <a:ext uri="{FF2B5EF4-FFF2-40B4-BE49-F238E27FC236}">
                <a16:creationId xmlns:a16="http://schemas.microsoft.com/office/drawing/2014/main" id="{E24F6186-D7BE-438C-9FBB-155AAF11DCA6}"/>
              </a:ext>
            </a:extLst>
          </p:cNvPr>
          <p:cNvSpPr>
            <a:spLocks noGrp="1"/>
          </p:cNvSpPr>
          <p:nvPr/>
        </p:nvSpPr>
        <p:spPr>
          <a:xfrm>
            <a:off x="7818388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10-dom-5-1-3-32-outline">
            <a:extLst>
              <a:ext uri="{FF2B5EF4-FFF2-40B4-BE49-F238E27FC236}">
                <a16:creationId xmlns:a16="http://schemas.microsoft.com/office/drawing/2014/main" id="{AB04935D-C876-43F3-B555-37F77FB29AE3}"/>
              </a:ext>
            </a:extLst>
          </p:cNvPr>
          <p:cNvSpPr>
            <a:spLocks noGrp="1"/>
          </p:cNvSpPr>
          <p:nvPr/>
        </p:nvSpPr>
        <p:spPr>
          <a:xfrm>
            <a:off x="7827913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10-dom-5-1-3-35-fill">
            <a:extLst>
              <a:ext uri="{FF2B5EF4-FFF2-40B4-BE49-F238E27FC236}">
                <a16:creationId xmlns:a16="http://schemas.microsoft.com/office/drawing/2014/main" id="{59784392-DBC2-45A5-8B4B-DE5DCA0223F7}"/>
              </a:ext>
            </a:extLst>
          </p:cNvPr>
          <p:cNvSpPr>
            <a:spLocks noGrp="1"/>
          </p:cNvSpPr>
          <p:nvPr/>
        </p:nvSpPr>
        <p:spPr>
          <a:xfrm>
            <a:off x="8495407" y="2809875"/>
            <a:ext cx="620017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10-dom-5-1-3-35-outline">
            <a:extLst>
              <a:ext uri="{FF2B5EF4-FFF2-40B4-BE49-F238E27FC236}">
                <a16:creationId xmlns:a16="http://schemas.microsoft.com/office/drawing/2014/main" id="{42FB915E-AB79-4343-A469-32EAC073A2DE}"/>
              </a:ext>
            </a:extLst>
          </p:cNvPr>
          <p:cNvSpPr>
            <a:spLocks noGrp="1"/>
          </p:cNvSpPr>
          <p:nvPr/>
        </p:nvSpPr>
        <p:spPr>
          <a:xfrm>
            <a:off x="8504932" y="2819400"/>
            <a:ext cx="600967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10-dom-5-1-3-38-fill">
            <a:extLst>
              <a:ext uri="{FF2B5EF4-FFF2-40B4-BE49-F238E27FC236}">
                <a16:creationId xmlns:a16="http://schemas.microsoft.com/office/drawing/2014/main" id="{C3EC3E94-C337-4A61-8F0C-1FA4C8094FC0}"/>
              </a:ext>
            </a:extLst>
          </p:cNvPr>
          <p:cNvSpPr>
            <a:spLocks noGrp="1"/>
          </p:cNvSpPr>
          <p:nvPr/>
        </p:nvSpPr>
        <p:spPr>
          <a:xfrm>
            <a:off x="9172576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10-dom-5-1-3-38-outline">
            <a:extLst>
              <a:ext uri="{FF2B5EF4-FFF2-40B4-BE49-F238E27FC236}">
                <a16:creationId xmlns:a16="http://schemas.microsoft.com/office/drawing/2014/main" id="{A8591A09-3533-486E-993D-ECBB01DEF559}"/>
              </a:ext>
            </a:extLst>
          </p:cNvPr>
          <p:cNvSpPr>
            <a:spLocks noGrp="1"/>
          </p:cNvSpPr>
          <p:nvPr/>
        </p:nvSpPr>
        <p:spPr>
          <a:xfrm>
            <a:off x="9182101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!!source-10-dom-5-1-3-41-fill">
            <a:extLst>
              <a:ext uri="{FF2B5EF4-FFF2-40B4-BE49-F238E27FC236}">
                <a16:creationId xmlns:a16="http://schemas.microsoft.com/office/drawing/2014/main" id="{1332E934-21B4-495E-AE93-0D8F4F71EB3E}"/>
              </a:ext>
            </a:extLst>
          </p:cNvPr>
          <p:cNvSpPr>
            <a:spLocks noGrp="1"/>
          </p:cNvSpPr>
          <p:nvPr/>
        </p:nvSpPr>
        <p:spPr>
          <a:xfrm>
            <a:off x="9849595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4" name="!!source-10-dom-5-1-3-41-outline">
            <a:extLst>
              <a:ext uri="{FF2B5EF4-FFF2-40B4-BE49-F238E27FC236}">
                <a16:creationId xmlns:a16="http://schemas.microsoft.com/office/drawing/2014/main" id="{2EAE2DA2-4530-4931-8B77-82147565F1EC}"/>
              </a:ext>
            </a:extLst>
          </p:cNvPr>
          <p:cNvSpPr>
            <a:spLocks noGrp="1"/>
          </p:cNvSpPr>
          <p:nvPr/>
        </p:nvSpPr>
        <p:spPr>
          <a:xfrm>
            <a:off x="9859120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10-dom-5-1-3-41-0-0-text-0">
            <a:extLst>
              <a:ext uri="{FF2B5EF4-FFF2-40B4-BE49-F238E27FC236}">
                <a16:creationId xmlns:a16="http://schemas.microsoft.com/office/drawing/2014/main" id="{73DE7C9A-4365-4B61-9465-C5704FD55FAD}"/>
              </a:ext>
            </a:extLst>
          </p:cNvPr>
          <p:cNvSpPr>
            <a:spLocks noGrp="1"/>
          </p:cNvSpPr>
          <p:nvPr/>
        </p:nvSpPr>
        <p:spPr>
          <a:xfrm>
            <a:off x="10006756" y="2976562"/>
            <a:ext cx="3531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V2</a:t>
            </a:r>
          </a:p>
        </p:txBody>
      </p:sp>
      <p:sp>
        <p:nvSpPr>
          <p:cNvPr id="46" name="!!source-10-dom-5-1-3-44-fill">
            <a:extLst>
              <a:ext uri="{FF2B5EF4-FFF2-40B4-BE49-F238E27FC236}">
                <a16:creationId xmlns:a16="http://schemas.microsoft.com/office/drawing/2014/main" id="{602431C5-D8F8-44A9-831C-F3A246791842}"/>
              </a:ext>
            </a:extLst>
          </p:cNvPr>
          <p:cNvSpPr>
            <a:spLocks noGrp="1"/>
          </p:cNvSpPr>
          <p:nvPr/>
        </p:nvSpPr>
        <p:spPr>
          <a:xfrm>
            <a:off x="10526614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10-dom-5-1-3-44-outline">
            <a:extLst>
              <a:ext uri="{FF2B5EF4-FFF2-40B4-BE49-F238E27FC236}">
                <a16:creationId xmlns:a16="http://schemas.microsoft.com/office/drawing/2014/main" id="{74382A95-5B1B-4CE5-B73C-E76AFBB864FE}"/>
              </a:ext>
            </a:extLst>
          </p:cNvPr>
          <p:cNvSpPr>
            <a:spLocks noGrp="1"/>
          </p:cNvSpPr>
          <p:nvPr/>
        </p:nvSpPr>
        <p:spPr>
          <a:xfrm>
            <a:off x="10536139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!!source-10-dom-5-1-3-47-fill">
            <a:extLst>
              <a:ext uri="{FF2B5EF4-FFF2-40B4-BE49-F238E27FC236}">
                <a16:creationId xmlns:a16="http://schemas.microsoft.com/office/drawing/2014/main" id="{73F909DF-5EC9-4377-B285-CF112BE2F972}"/>
              </a:ext>
            </a:extLst>
          </p:cNvPr>
          <p:cNvSpPr>
            <a:spLocks noGrp="1"/>
          </p:cNvSpPr>
          <p:nvPr/>
        </p:nvSpPr>
        <p:spPr>
          <a:xfrm>
            <a:off x="11203782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10-dom-5-1-3-47-outline">
            <a:extLst>
              <a:ext uri="{FF2B5EF4-FFF2-40B4-BE49-F238E27FC236}">
                <a16:creationId xmlns:a16="http://schemas.microsoft.com/office/drawing/2014/main" id="{7989B24A-AC52-44B2-B0CE-3BD65CE08C99}"/>
              </a:ext>
            </a:extLst>
          </p:cNvPr>
          <p:cNvSpPr>
            <a:spLocks noGrp="1"/>
          </p:cNvSpPr>
          <p:nvPr/>
        </p:nvSpPr>
        <p:spPr>
          <a:xfrm>
            <a:off x="11213307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!!source-10-dom-5-1-3-50-fill">
            <a:extLst>
              <a:ext uri="{FF2B5EF4-FFF2-40B4-BE49-F238E27FC236}">
                <a16:creationId xmlns:a16="http://schemas.microsoft.com/office/drawing/2014/main" id="{F68AA7F5-6F80-4469-A64A-DB9B44A6AD5D}"/>
              </a:ext>
            </a:extLst>
          </p:cNvPr>
          <p:cNvSpPr>
            <a:spLocks noGrp="1"/>
          </p:cNvSpPr>
          <p:nvPr/>
        </p:nvSpPr>
        <p:spPr>
          <a:xfrm>
            <a:off x="11880801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1" name="!!source-10-dom-5-1-3-50-outline">
            <a:extLst>
              <a:ext uri="{FF2B5EF4-FFF2-40B4-BE49-F238E27FC236}">
                <a16:creationId xmlns:a16="http://schemas.microsoft.com/office/drawing/2014/main" id="{935D5A60-59A4-42A9-9D70-A25C69524AA5}"/>
              </a:ext>
            </a:extLst>
          </p:cNvPr>
          <p:cNvSpPr>
            <a:spLocks noGrp="1"/>
          </p:cNvSpPr>
          <p:nvPr/>
        </p:nvSpPr>
        <p:spPr>
          <a:xfrm>
            <a:off x="11890326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!!source-10-dom-5-1-3-53-fill">
            <a:extLst>
              <a:ext uri="{FF2B5EF4-FFF2-40B4-BE49-F238E27FC236}">
                <a16:creationId xmlns:a16="http://schemas.microsoft.com/office/drawing/2014/main" id="{8CFFE6DE-1086-405A-AB52-5B10003402FD}"/>
              </a:ext>
            </a:extLst>
          </p:cNvPr>
          <p:cNvSpPr>
            <a:spLocks noGrp="1"/>
          </p:cNvSpPr>
          <p:nvPr/>
        </p:nvSpPr>
        <p:spPr>
          <a:xfrm>
            <a:off x="12557819" y="2809875"/>
            <a:ext cx="62001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3" name="!!source-10-dom-5-1-3-53-outline">
            <a:extLst>
              <a:ext uri="{FF2B5EF4-FFF2-40B4-BE49-F238E27FC236}">
                <a16:creationId xmlns:a16="http://schemas.microsoft.com/office/drawing/2014/main" id="{4B45969A-7B64-4CC1-8822-68381574A263}"/>
              </a:ext>
            </a:extLst>
          </p:cNvPr>
          <p:cNvSpPr>
            <a:spLocks noGrp="1"/>
          </p:cNvSpPr>
          <p:nvPr/>
        </p:nvSpPr>
        <p:spPr>
          <a:xfrm>
            <a:off x="12567344" y="2819400"/>
            <a:ext cx="60096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!!source-10-dom-5-1-3-56-fill">
            <a:extLst>
              <a:ext uri="{FF2B5EF4-FFF2-40B4-BE49-F238E27FC236}">
                <a16:creationId xmlns:a16="http://schemas.microsoft.com/office/drawing/2014/main" id="{978DC296-C00F-4768-887A-B0DD81524931}"/>
              </a:ext>
            </a:extLst>
          </p:cNvPr>
          <p:cNvSpPr>
            <a:spLocks noGrp="1"/>
          </p:cNvSpPr>
          <p:nvPr/>
        </p:nvSpPr>
        <p:spPr>
          <a:xfrm>
            <a:off x="13234988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5" name="!!source-10-dom-5-1-3-56-outline">
            <a:extLst>
              <a:ext uri="{FF2B5EF4-FFF2-40B4-BE49-F238E27FC236}">
                <a16:creationId xmlns:a16="http://schemas.microsoft.com/office/drawing/2014/main" id="{48946014-5B0C-44CF-87FC-06AE4A3851FA}"/>
              </a:ext>
            </a:extLst>
          </p:cNvPr>
          <p:cNvSpPr>
            <a:spLocks noGrp="1"/>
          </p:cNvSpPr>
          <p:nvPr/>
        </p:nvSpPr>
        <p:spPr>
          <a:xfrm>
            <a:off x="13244513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!!source-10-dom-5-1-3-59-fill">
            <a:extLst>
              <a:ext uri="{FF2B5EF4-FFF2-40B4-BE49-F238E27FC236}">
                <a16:creationId xmlns:a16="http://schemas.microsoft.com/office/drawing/2014/main" id="{66D49FB4-4F29-4FA4-8F2F-F2B8FA6DF5FA}"/>
              </a:ext>
            </a:extLst>
          </p:cNvPr>
          <p:cNvSpPr>
            <a:spLocks noGrp="1"/>
          </p:cNvSpPr>
          <p:nvPr/>
        </p:nvSpPr>
        <p:spPr>
          <a:xfrm>
            <a:off x="13912007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10-dom-5-1-3-59-outline">
            <a:extLst>
              <a:ext uri="{FF2B5EF4-FFF2-40B4-BE49-F238E27FC236}">
                <a16:creationId xmlns:a16="http://schemas.microsoft.com/office/drawing/2014/main" id="{CCF0B4C9-766C-4CDD-8F13-A75A73DF1A0C}"/>
              </a:ext>
            </a:extLst>
          </p:cNvPr>
          <p:cNvSpPr>
            <a:spLocks noGrp="1"/>
          </p:cNvSpPr>
          <p:nvPr/>
        </p:nvSpPr>
        <p:spPr>
          <a:xfrm>
            <a:off x="13921532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10-dom-5-1-3-59-0-0-text-0">
            <a:extLst>
              <a:ext uri="{FF2B5EF4-FFF2-40B4-BE49-F238E27FC236}">
                <a16:creationId xmlns:a16="http://schemas.microsoft.com/office/drawing/2014/main" id="{3563611B-A4E6-40DD-BCEF-B5FF3DF43D67}"/>
              </a:ext>
            </a:extLst>
          </p:cNvPr>
          <p:cNvSpPr>
            <a:spLocks noGrp="1"/>
          </p:cNvSpPr>
          <p:nvPr/>
        </p:nvSpPr>
        <p:spPr>
          <a:xfrm>
            <a:off x="14068425" y="2976562"/>
            <a:ext cx="35450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V3</a:t>
            </a:r>
          </a:p>
        </p:txBody>
      </p:sp>
      <p:sp>
        <p:nvSpPr>
          <p:cNvPr id="59" name="!!source-10-dom-5-1-3-62-fill">
            <a:extLst>
              <a:ext uri="{FF2B5EF4-FFF2-40B4-BE49-F238E27FC236}">
                <a16:creationId xmlns:a16="http://schemas.microsoft.com/office/drawing/2014/main" id="{86EDE915-862C-4F9D-AF54-CEBF6BE88D54}"/>
              </a:ext>
            </a:extLst>
          </p:cNvPr>
          <p:cNvSpPr>
            <a:spLocks noGrp="1"/>
          </p:cNvSpPr>
          <p:nvPr/>
        </p:nvSpPr>
        <p:spPr>
          <a:xfrm>
            <a:off x="14589026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0" name="!!source-10-dom-5-1-3-62-outline">
            <a:extLst>
              <a:ext uri="{FF2B5EF4-FFF2-40B4-BE49-F238E27FC236}">
                <a16:creationId xmlns:a16="http://schemas.microsoft.com/office/drawing/2014/main" id="{C3B4E9F9-75E0-430C-88E5-A489D6E1AD60}"/>
              </a:ext>
            </a:extLst>
          </p:cNvPr>
          <p:cNvSpPr>
            <a:spLocks noGrp="1"/>
          </p:cNvSpPr>
          <p:nvPr/>
        </p:nvSpPr>
        <p:spPr>
          <a:xfrm>
            <a:off x="14598551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!!source-10-dom-5-1-3-65-fill">
            <a:extLst>
              <a:ext uri="{FF2B5EF4-FFF2-40B4-BE49-F238E27FC236}">
                <a16:creationId xmlns:a16="http://schemas.microsoft.com/office/drawing/2014/main" id="{12A5E341-AF84-4E66-AAF9-C43974771E86}"/>
              </a:ext>
            </a:extLst>
          </p:cNvPr>
          <p:cNvSpPr>
            <a:spLocks noGrp="1"/>
          </p:cNvSpPr>
          <p:nvPr/>
        </p:nvSpPr>
        <p:spPr>
          <a:xfrm>
            <a:off x="15266194" y="2809875"/>
            <a:ext cx="619870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2" name="!!source-10-dom-5-1-3-65-outline">
            <a:extLst>
              <a:ext uri="{FF2B5EF4-FFF2-40B4-BE49-F238E27FC236}">
                <a16:creationId xmlns:a16="http://schemas.microsoft.com/office/drawing/2014/main" id="{6C540EA3-0D01-40F1-8070-F81542895EE1}"/>
              </a:ext>
            </a:extLst>
          </p:cNvPr>
          <p:cNvSpPr>
            <a:spLocks noGrp="1"/>
          </p:cNvSpPr>
          <p:nvPr/>
        </p:nvSpPr>
        <p:spPr>
          <a:xfrm>
            <a:off x="15275719" y="2819400"/>
            <a:ext cx="600820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!!source-10-dom-5-1-3-68-fill">
            <a:extLst>
              <a:ext uri="{FF2B5EF4-FFF2-40B4-BE49-F238E27FC236}">
                <a16:creationId xmlns:a16="http://schemas.microsoft.com/office/drawing/2014/main" id="{9661EFAE-8BD2-4863-B4BB-2BC49AA6E6B8}"/>
              </a:ext>
            </a:extLst>
          </p:cNvPr>
          <p:cNvSpPr>
            <a:spLocks noGrp="1"/>
          </p:cNvSpPr>
          <p:nvPr/>
        </p:nvSpPr>
        <p:spPr>
          <a:xfrm>
            <a:off x="15943213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10-dom-5-1-3-68-outline">
            <a:extLst>
              <a:ext uri="{FF2B5EF4-FFF2-40B4-BE49-F238E27FC236}">
                <a16:creationId xmlns:a16="http://schemas.microsoft.com/office/drawing/2014/main" id="{D74C9802-C6A4-46A1-999C-AD040A363393}"/>
              </a:ext>
            </a:extLst>
          </p:cNvPr>
          <p:cNvSpPr>
            <a:spLocks noGrp="1"/>
          </p:cNvSpPr>
          <p:nvPr/>
        </p:nvSpPr>
        <p:spPr>
          <a:xfrm>
            <a:off x="15952738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10-dom-5-1-3-71-fill">
            <a:extLst>
              <a:ext uri="{FF2B5EF4-FFF2-40B4-BE49-F238E27FC236}">
                <a16:creationId xmlns:a16="http://schemas.microsoft.com/office/drawing/2014/main" id="{CE35795E-03FB-410E-B927-A859AA16BB8F}"/>
              </a:ext>
            </a:extLst>
          </p:cNvPr>
          <p:cNvSpPr>
            <a:spLocks noGrp="1"/>
          </p:cNvSpPr>
          <p:nvPr/>
        </p:nvSpPr>
        <p:spPr>
          <a:xfrm>
            <a:off x="16620233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10-dom-5-1-3-71-outline">
            <a:extLst>
              <a:ext uri="{FF2B5EF4-FFF2-40B4-BE49-F238E27FC236}">
                <a16:creationId xmlns:a16="http://schemas.microsoft.com/office/drawing/2014/main" id="{124922D7-52C7-435A-9B54-8B43ACA0758F}"/>
              </a:ext>
            </a:extLst>
          </p:cNvPr>
          <p:cNvSpPr>
            <a:spLocks noGrp="1"/>
          </p:cNvSpPr>
          <p:nvPr/>
        </p:nvSpPr>
        <p:spPr>
          <a:xfrm>
            <a:off x="16629758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10-dom-5-3-1-1-0-0-text-0">
            <a:extLst>
              <a:ext uri="{FF2B5EF4-FFF2-40B4-BE49-F238E27FC236}">
                <a16:creationId xmlns:a16="http://schemas.microsoft.com/office/drawing/2014/main" id="{9DA5B17F-ED22-4C0B-8EFE-E306E0910982}"/>
              </a:ext>
            </a:extLst>
          </p:cNvPr>
          <p:cNvSpPr>
            <a:spLocks noGrp="1"/>
          </p:cNvSpPr>
          <p:nvPr/>
        </p:nvSpPr>
        <p:spPr>
          <a:xfrm>
            <a:off x="1047750" y="4086225"/>
            <a:ext cx="454521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112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AT V1'S SLOT, K+8: 16 KG ASKED</a:t>
            </a:r>
          </a:p>
        </p:txBody>
      </p:sp>
      <p:sp>
        <p:nvSpPr>
          <p:cNvPr id="69" name="!!source-10-dom-5-3-1-3-2-fill">
            <a:extLst>
              <a:ext uri="{FF2B5EF4-FFF2-40B4-BE49-F238E27FC236}">
                <a16:creationId xmlns:a16="http://schemas.microsoft.com/office/drawing/2014/main" id="{82EA5653-EF74-4E83-BE88-D196B0F8016D}"/>
              </a:ext>
            </a:extLst>
          </p:cNvPr>
          <p:cNvSpPr>
            <a:spLocks noGrp="1"/>
          </p:cNvSpPr>
          <p:nvPr/>
        </p:nvSpPr>
        <p:spPr>
          <a:xfrm>
            <a:off x="1047750" y="4543425"/>
            <a:ext cx="2543175" cy="676275"/>
          </a:xfrm>
          <a:prstGeom prst="roundRect">
            <a:avLst>
              <a:gd name="adj" fmla="val 8451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0" name="!!source-10-dom-5-3-1-3-2-outline">
            <a:extLst>
              <a:ext uri="{FF2B5EF4-FFF2-40B4-BE49-F238E27FC236}">
                <a16:creationId xmlns:a16="http://schemas.microsoft.com/office/drawing/2014/main" id="{DD549A45-FFE3-4EA2-B6FA-F1A2BCA2342C}"/>
              </a:ext>
            </a:extLst>
          </p:cNvPr>
          <p:cNvSpPr>
            <a:spLocks noGrp="1"/>
          </p:cNvSpPr>
          <p:nvPr/>
        </p:nvSpPr>
        <p:spPr>
          <a:xfrm>
            <a:off x="1062037" y="4557713"/>
            <a:ext cx="2514600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!!source-10-dom-5-3-1-3-2-0-0-text-0">
            <a:extLst>
              <a:ext uri="{FF2B5EF4-FFF2-40B4-BE49-F238E27FC236}">
                <a16:creationId xmlns:a16="http://schemas.microsoft.com/office/drawing/2014/main" id="{0D1ADB5C-9C59-4485-B8D6-03F29D84145C}"/>
              </a:ext>
            </a:extLst>
          </p:cNvPr>
          <p:cNvSpPr>
            <a:spLocks noGrp="1"/>
          </p:cNvSpPr>
          <p:nvPr/>
        </p:nvSpPr>
        <p:spPr>
          <a:xfrm>
            <a:off x="1808559" y="4724400"/>
            <a:ext cx="106918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72" name="!!source-10-dom-5-3-1-3-5-fill">
            <a:extLst>
              <a:ext uri="{FF2B5EF4-FFF2-40B4-BE49-F238E27FC236}">
                <a16:creationId xmlns:a16="http://schemas.microsoft.com/office/drawing/2014/main" id="{8E9451C5-F893-4473-8002-7D75EC4121B4}"/>
              </a:ext>
            </a:extLst>
          </p:cNvPr>
          <p:cNvSpPr>
            <a:spLocks noGrp="1"/>
          </p:cNvSpPr>
          <p:nvPr/>
        </p:nvSpPr>
        <p:spPr>
          <a:xfrm>
            <a:off x="3705225" y="4543425"/>
            <a:ext cx="2543175" cy="676275"/>
          </a:xfrm>
          <a:prstGeom prst="roundRect">
            <a:avLst>
              <a:gd name="adj" fmla="val 8451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10-dom-5-3-1-3-5-outline">
            <a:extLst>
              <a:ext uri="{FF2B5EF4-FFF2-40B4-BE49-F238E27FC236}">
                <a16:creationId xmlns:a16="http://schemas.microsoft.com/office/drawing/2014/main" id="{CD17E293-C94C-4A16-B3BE-AFC1E77895F0}"/>
              </a:ext>
            </a:extLst>
          </p:cNvPr>
          <p:cNvSpPr>
            <a:spLocks noGrp="1"/>
          </p:cNvSpPr>
          <p:nvPr/>
        </p:nvSpPr>
        <p:spPr>
          <a:xfrm>
            <a:off x="3719512" y="4557713"/>
            <a:ext cx="2514600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!!source-10-dom-5-3-1-3-5-0-0-text-0">
            <a:extLst>
              <a:ext uri="{FF2B5EF4-FFF2-40B4-BE49-F238E27FC236}">
                <a16:creationId xmlns:a16="http://schemas.microsoft.com/office/drawing/2014/main" id="{A0433969-0B4A-4E1D-BE02-D0854DE66E0D}"/>
              </a:ext>
            </a:extLst>
          </p:cNvPr>
          <p:cNvSpPr>
            <a:spLocks noGrp="1"/>
          </p:cNvSpPr>
          <p:nvPr/>
        </p:nvSpPr>
        <p:spPr>
          <a:xfrm>
            <a:off x="4466035" y="4724400"/>
            <a:ext cx="106918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75" name="!!source-10-dom-5-3-1-3-8-fill">
            <a:extLst>
              <a:ext uri="{FF2B5EF4-FFF2-40B4-BE49-F238E27FC236}">
                <a16:creationId xmlns:a16="http://schemas.microsoft.com/office/drawing/2014/main" id="{B0348D1E-2327-4BA2-B830-E3B59EE81059}"/>
              </a:ext>
            </a:extLst>
          </p:cNvPr>
          <p:cNvSpPr>
            <a:spLocks noGrp="1"/>
          </p:cNvSpPr>
          <p:nvPr/>
        </p:nvSpPr>
        <p:spPr>
          <a:xfrm>
            <a:off x="6362700" y="4543425"/>
            <a:ext cx="2543176" cy="676275"/>
          </a:xfrm>
          <a:prstGeom prst="roundRect">
            <a:avLst>
              <a:gd name="adj" fmla="val 8451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10-dom-5-3-1-3-8-outline">
            <a:extLst>
              <a:ext uri="{FF2B5EF4-FFF2-40B4-BE49-F238E27FC236}">
                <a16:creationId xmlns:a16="http://schemas.microsoft.com/office/drawing/2014/main" id="{90C7E7FB-D2F5-4B5D-B4CE-135E90DABF63}"/>
              </a:ext>
            </a:extLst>
          </p:cNvPr>
          <p:cNvSpPr>
            <a:spLocks noGrp="1"/>
          </p:cNvSpPr>
          <p:nvPr/>
        </p:nvSpPr>
        <p:spPr>
          <a:xfrm>
            <a:off x="6376988" y="4557713"/>
            <a:ext cx="2514601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10-dom-5-3-1-3-8-0-0-text-0">
            <a:extLst>
              <a:ext uri="{FF2B5EF4-FFF2-40B4-BE49-F238E27FC236}">
                <a16:creationId xmlns:a16="http://schemas.microsoft.com/office/drawing/2014/main" id="{4D0DEF7B-9628-4DD1-A66E-358B186388A2}"/>
              </a:ext>
            </a:extLst>
          </p:cNvPr>
          <p:cNvSpPr>
            <a:spLocks noGrp="1"/>
          </p:cNvSpPr>
          <p:nvPr/>
        </p:nvSpPr>
        <p:spPr>
          <a:xfrm>
            <a:off x="7480399" y="4724400"/>
            <a:ext cx="355253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T4</a:t>
            </a:r>
          </a:p>
        </p:txBody>
      </p:sp>
      <p:sp>
        <p:nvSpPr>
          <p:cNvPr id="78" name="!!source-10-dom-5-3-1-3-11-fill">
            <a:extLst>
              <a:ext uri="{FF2B5EF4-FFF2-40B4-BE49-F238E27FC236}">
                <a16:creationId xmlns:a16="http://schemas.microsoft.com/office/drawing/2014/main" id="{91E45839-961F-4E50-98DB-C003B46CE0C5}"/>
              </a:ext>
            </a:extLst>
          </p:cNvPr>
          <p:cNvSpPr>
            <a:spLocks noGrp="1"/>
          </p:cNvSpPr>
          <p:nvPr/>
        </p:nvSpPr>
        <p:spPr>
          <a:xfrm>
            <a:off x="1047750" y="5334000"/>
            <a:ext cx="2543175" cy="676276"/>
          </a:xfrm>
          <a:prstGeom prst="roundRect">
            <a:avLst>
              <a:gd name="adj" fmla="val 8451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10-dom-5-3-1-3-11-outline">
            <a:extLst>
              <a:ext uri="{FF2B5EF4-FFF2-40B4-BE49-F238E27FC236}">
                <a16:creationId xmlns:a16="http://schemas.microsoft.com/office/drawing/2014/main" id="{7CEB7230-258B-41BC-B284-E7BB831B985A}"/>
              </a:ext>
            </a:extLst>
          </p:cNvPr>
          <p:cNvSpPr>
            <a:spLocks noGrp="1"/>
          </p:cNvSpPr>
          <p:nvPr/>
        </p:nvSpPr>
        <p:spPr>
          <a:xfrm>
            <a:off x="1062037" y="5348287"/>
            <a:ext cx="2514600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!!source-10-dom-5-3-1-3-11-0-0-text-0">
            <a:extLst>
              <a:ext uri="{FF2B5EF4-FFF2-40B4-BE49-F238E27FC236}">
                <a16:creationId xmlns:a16="http://schemas.microsoft.com/office/drawing/2014/main" id="{A0618762-64F4-47C2-9886-AB7AFE686F50}"/>
              </a:ext>
            </a:extLst>
          </p:cNvPr>
          <p:cNvSpPr>
            <a:spLocks noGrp="1"/>
          </p:cNvSpPr>
          <p:nvPr/>
        </p:nvSpPr>
        <p:spPr>
          <a:xfrm>
            <a:off x="1753493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T3₁ → T3₃</a:t>
            </a:r>
          </a:p>
        </p:txBody>
      </p:sp>
      <p:sp>
        <p:nvSpPr>
          <p:cNvPr id="81" name="!!source-10-dom-5-3-1-3-14-fill">
            <a:extLst>
              <a:ext uri="{FF2B5EF4-FFF2-40B4-BE49-F238E27FC236}">
                <a16:creationId xmlns:a16="http://schemas.microsoft.com/office/drawing/2014/main" id="{D9B36DEB-BE2D-4E78-944D-230173B91B59}"/>
              </a:ext>
            </a:extLst>
          </p:cNvPr>
          <p:cNvSpPr>
            <a:spLocks noGrp="1"/>
          </p:cNvSpPr>
          <p:nvPr/>
        </p:nvSpPr>
        <p:spPr>
          <a:xfrm>
            <a:off x="3705225" y="5334000"/>
            <a:ext cx="2543175" cy="676276"/>
          </a:xfrm>
          <a:prstGeom prst="roundRect">
            <a:avLst>
              <a:gd name="adj" fmla="val 8451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2" name="!!source-10-dom-5-3-1-3-14-outline">
            <a:extLst>
              <a:ext uri="{FF2B5EF4-FFF2-40B4-BE49-F238E27FC236}">
                <a16:creationId xmlns:a16="http://schemas.microsoft.com/office/drawing/2014/main" id="{5C0F2452-C281-4E54-9F51-E884DBE859F1}"/>
              </a:ext>
            </a:extLst>
          </p:cNvPr>
          <p:cNvSpPr>
            <a:spLocks noGrp="1"/>
          </p:cNvSpPr>
          <p:nvPr/>
        </p:nvSpPr>
        <p:spPr>
          <a:xfrm>
            <a:off x="3719512" y="5348287"/>
            <a:ext cx="2514600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!!source-10-dom-5-3-1-3-14-0-0-text-0">
            <a:extLst>
              <a:ext uri="{FF2B5EF4-FFF2-40B4-BE49-F238E27FC236}">
                <a16:creationId xmlns:a16="http://schemas.microsoft.com/office/drawing/2014/main" id="{32797AC5-E7A6-44EB-9F53-DAFB53B4FC31}"/>
              </a:ext>
            </a:extLst>
          </p:cNvPr>
          <p:cNvSpPr>
            <a:spLocks noGrp="1"/>
          </p:cNvSpPr>
          <p:nvPr/>
        </p:nvSpPr>
        <p:spPr>
          <a:xfrm>
            <a:off x="4410968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T3₃ → T3₂</a:t>
            </a:r>
          </a:p>
        </p:txBody>
      </p:sp>
      <p:sp>
        <p:nvSpPr>
          <p:cNvPr id="84" name="!!source-10-dom-5-3-1-3-17-fill">
            <a:extLst>
              <a:ext uri="{FF2B5EF4-FFF2-40B4-BE49-F238E27FC236}">
                <a16:creationId xmlns:a16="http://schemas.microsoft.com/office/drawing/2014/main" id="{4249A691-7AD7-4F67-8533-A5C85DC41206}"/>
              </a:ext>
            </a:extLst>
          </p:cNvPr>
          <p:cNvSpPr>
            <a:spLocks noGrp="1"/>
          </p:cNvSpPr>
          <p:nvPr/>
        </p:nvSpPr>
        <p:spPr>
          <a:xfrm>
            <a:off x="6362700" y="5334000"/>
            <a:ext cx="2543176" cy="676276"/>
          </a:xfrm>
          <a:prstGeom prst="roundRect">
            <a:avLst>
              <a:gd name="adj" fmla="val 8451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10-dom-5-3-1-3-17-outline">
            <a:extLst>
              <a:ext uri="{FF2B5EF4-FFF2-40B4-BE49-F238E27FC236}">
                <a16:creationId xmlns:a16="http://schemas.microsoft.com/office/drawing/2014/main" id="{09277B3C-77BC-468F-A87A-0DFF1128D634}"/>
              </a:ext>
            </a:extLst>
          </p:cNvPr>
          <p:cNvSpPr>
            <a:spLocks noGrp="1"/>
          </p:cNvSpPr>
          <p:nvPr/>
        </p:nvSpPr>
        <p:spPr>
          <a:xfrm>
            <a:off x="6376988" y="5348287"/>
            <a:ext cx="2514601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C9B8AD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!!source-10-dom-5-3-1-3-17-0-0-text-0">
            <a:extLst>
              <a:ext uri="{FF2B5EF4-FFF2-40B4-BE49-F238E27FC236}">
                <a16:creationId xmlns:a16="http://schemas.microsoft.com/office/drawing/2014/main" id="{38ABB5BC-C02A-4E3B-AD92-4AD85CF427D6}"/>
              </a:ext>
            </a:extLst>
          </p:cNvPr>
          <p:cNvSpPr>
            <a:spLocks noGrp="1"/>
          </p:cNvSpPr>
          <p:nvPr/>
        </p:nvSpPr>
        <p:spPr>
          <a:xfrm>
            <a:off x="7068443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T3₂</a:t>
            </a:r>
          </a:p>
        </p:txBody>
      </p:sp>
      <p:sp>
        <p:nvSpPr>
          <p:cNvPr id="87" name="!!source-10-dom-5-3-1-5-1-0-text-0">
            <a:extLst>
              <a:ext uri="{FF2B5EF4-FFF2-40B4-BE49-F238E27FC236}">
                <a16:creationId xmlns:a16="http://schemas.microsoft.com/office/drawing/2014/main" id="{C3D20071-A800-4785-A0ED-A6B2B2D286A1}"/>
              </a:ext>
            </a:extLst>
          </p:cNvPr>
          <p:cNvSpPr>
            <a:spLocks noGrp="1"/>
          </p:cNvSpPr>
          <p:nvPr/>
        </p:nvSpPr>
        <p:spPr>
          <a:xfrm>
            <a:off x="1047750" y="6181725"/>
            <a:ext cx="670054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 dirty="0" err="1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Σ</a:t>
            </a:r>
            <a:r>
              <a:rPr sz="2325" b="0" i="0" spc="-6" dirty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 selected = booked flag </a:t>
            </a:r>
            <a:r>
              <a:rPr lang="es-ES" sz="2325" b="0" i="0" spc="-6" dirty="0" err="1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but</a:t>
            </a:r>
            <a:r>
              <a:rPr sz="2325" b="0" i="0" spc="-6" dirty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 selected ≤ feasible</a:t>
            </a:r>
          </a:p>
        </p:txBody>
      </p:sp>
      <p:sp>
        <p:nvSpPr>
          <p:cNvPr id="88" name="!!source-10-dom-5-3-1-5-3-0-text-0">
            <a:extLst>
              <a:ext uri="{FF2B5EF4-FFF2-40B4-BE49-F238E27FC236}">
                <a16:creationId xmlns:a16="http://schemas.microsoft.com/office/drawing/2014/main" id="{18F413C8-DE79-4986-9AA9-E1FF5A1FA509}"/>
              </a:ext>
            </a:extLst>
          </p:cNvPr>
          <p:cNvSpPr>
            <a:spLocks noGrp="1"/>
          </p:cNvSpPr>
          <p:nvPr/>
        </p:nvSpPr>
        <p:spPr>
          <a:xfrm>
            <a:off x="1047750" y="6690271"/>
            <a:ext cx="7808119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Only the selected pattern passes its per-tank masses</a:t>
            </a:r>
          </a:p>
        </p:txBody>
      </p:sp>
      <p:sp>
        <p:nvSpPr>
          <p:cNvPr id="89" name="!!source-10-dom-5-3-1-5-3-0-text-1">
            <a:extLst>
              <a:ext uri="{FF2B5EF4-FFF2-40B4-BE49-F238E27FC236}">
                <a16:creationId xmlns:a16="http://schemas.microsoft.com/office/drawing/2014/main" id="{EAADAEFB-588F-41FD-BF35-86921B2FE445}"/>
              </a:ext>
            </a:extLst>
          </p:cNvPr>
          <p:cNvSpPr>
            <a:spLocks noGrp="1"/>
          </p:cNvSpPr>
          <p:nvPr/>
        </p:nvSpPr>
        <p:spPr>
          <a:xfrm>
            <a:off x="1047750" y="7103566"/>
            <a:ext cx="1267123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through</a:t>
            </a:r>
          </a:p>
        </p:txBody>
      </p:sp>
      <p:sp>
        <p:nvSpPr>
          <p:cNvPr id="90" name="!!source-10-dom-5-3-3-1-0-0-text-0">
            <a:extLst>
              <a:ext uri="{FF2B5EF4-FFF2-40B4-BE49-F238E27FC236}">
                <a16:creationId xmlns:a16="http://schemas.microsoft.com/office/drawing/2014/main" id="{77200F84-3563-4F6C-A243-9901D428A9E0}"/>
              </a:ext>
            </a:extLst>
          </p:cNvPr>
          <p:cNvSpPr>
            <a:spLocks noGrp="1"/>
          </p:cNvSpPr>
          <p:nvPr/>
        </p:nvSpPr>
        <p:spPr>
          <a:xfrm>
            <a:off x="9382124" y="4086225"/>
            <a:ext cx="593229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TANK STATE AT K+9, THE SAMPLE AFTER V1</a:t>
            </a:r>
          </a:p>
        </p:txBody>
      </p:sp>
      <p:sp>
        <p:nvSpPr>
          <p:cNvPr id="91" name="!!source-10-dom-5-3-3-3-0-text-0">
            <a:extLst>
              <a:ext uri="{FF2B5EF4-FFF2-40B4-BE49-F238E27FC236}">
                <a16:creationId xmlns:a16="http://schemas.microsoft.com/office/drawing/2014/main" id="{3BE1EF60-C10A-4DDB-AA34-2C8F8EB4ADFB}"/>
              </a:ext>
            </a:extLst>
          </p:cNvPr>
          <p:cNvSpPr>
            <a:spLocks noGrp="1"/>
          </p:cNvSpPr>
          <p:nvPr/>
        </p:nvSpPr>
        <p:spPr>
          <a:xfrm>
            <a:off x="9382124" y="4514850"/>
            <a:ext cx="701263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8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next state = state + compression − reserved</a:t>
            </a:r>
          </a:p>
        </p:txBody>
      </p:sp>
      <p:sp>
        <p:nvSpPr>
          <p:cNvPr id="92" name="!!source-10-dom-5-3-3-5-2-0-0-0-text-0">
            <a:extLst>
              <a:ext uri="{FF2B5EF4-FFF2-40B4-BE49-F238E27FC236}">
                <a16:creationId xmlns:a16="http://schemas.microsoft.com/office/drawing/2014/main" id="{822AFFBA-F657-4396-8403-DE4267612208}"/>
              </a:ext>
            </a:extLst>
          </p:cNvPr>
          <p:cNvSpPr>
            <a:spLocks noGrp="1"/>
          </p:cNvSpPr>
          <p:nvPr/>
        </p:nvSpPr>
        <p:spPr>
          <a:xfrm>
            <a:off x="10071646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93" name="!!source-10-dom-5-3-3-5-2-1-fill">
            <a:extLst>
              <a:ext uri="{FF2B5EF4-FFF2-40B4-BE49-F238E27FC236}">
                <a16:creationId xmlns:a16="http://schemas.microsoft.com/office/drawing/2014/main" id="{D2EBDEAA-69C2-46EF-80FB-26E7EBC7652B}"/>
              </a:ext>
            </a:extLst>
          </p:cNvPr>
          <p:cNvSpPr>
            <a:spLocks noGrp="1"/>
          </p:cNvSpPr>
          <p:nvPr/>
        </p:nvSpPr>
        <p:spPr>
          <a:xfrm>
            <a:off x="9353550" y="5248275"/>
            <a:ext cx="1506737" cy="1866900"/>
          </a:xfrm>
          <a:prstGeom prst="roundRect">
            <a:avLst>
              <a:gd name="adj" fmla="val 7586"/>
            </a:avLst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4" name="!!source-10-dom-5-3-3-5-2-1-outline">
            <a:extLst>
              <a:ext uri="{FF2B5EF4-FFF2-40B4-BE49-F238E27FC236}">
                <a16:creationId xmlns:a16="http://schemas.microsoft.com/office/drawing/2014/main" id="{267E0C33-3088-4671-9218-4943285F41DB}"/>
              </a:ext>
            </a:extLst>
          </p:cNvPr>
          <p:cNvSpPr>
            <a:spLocks noGrp="1"/>
          </p:cNvSpPr>
          <p:nvPr/>
        </p:nvSpPr>
        <p:spPr>
          <a:xfrm>
            <a:off x="9367837" y="5262562"/>
            <a:ext cx="1478162" cy="1838325"/>
          </a:xfrm>
          <a:prstGeom prst="roundRect">
            <a:avLst>
              <a:gd name="adj" fmla="val 7733"/>
            </a:avLst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!!source-10-dom-5-3-3-5-2-1-0-fill">
            <a:extLst>
              <a:ext uri="{FF2B5EF4-FFF2-40B4-BE49-F238E27FC236}">
                <a16:creationId xmlns:a16="http://schemas.microsoft.com/office/drawing/2014/main" id="{97857675-9726-41B2-9118-8B996D9BBB66}"/>
              </a:ext>
            </a:extLst>
          </p:cNvPr>
          <p:cNvSpPr>
            <a:spLocks noGrp="1"/>
          </p:cNvSpPr>
          <p:nvPr/>
        </p:nvSpPr>
        <p:spPr>
          <a:xfrm>
            <a:off x="9382124" y="6091238"/>
            <a:ext cx="1449587" cy="995362"/>
          </a:xfrm>
          <a:custGeom>
            <a:avLst/>
            <a:gdLst/>
            <a:ahLst/>
            <a:cxnLst/>
            <a:rect l="0" t="0" r="0" b="0"/>
            <a:pathLst>
              <a:path w="1449587" h="995362">
                <a:moveTo>
                  <a:pt x="0" y="0"/>
                </a:moveTo>
                <a:lnTo>
                  <a:pt x="1449587" y="0"/>
                </a:lnTo>
                <a:lnTo>
                  <a:pt x="1449587" y="909637"/>
                </a:lnTo>
                <a:lnTo>
                  <a:pt x="1447940" y="926362"/>
                </a:lnTo>
                <a:lnTo>
                  <a:pt x="1443061" y="942443"/>
                </a:lnTo>
                <a:lnTo>
                  <a:pt x="1435140" y="957264"/>
                </a:lnTo>
                <a:lnTo>
                  <a:pt x="1424479" y="970254"/>
                </a:lnTo>
                <a:lnTo>
                  <a:pt x="1411488" y="980915"/>
                </a:lnTo>
                <a:lnTo>
                  <a:pt x="1396667" y="988837"/>
                </a:lnTo>
                <a:lnTo>
                  <a:pt x="1380586" y="993715"/>
                </a:lnTo>
                <a:lnTo>
                  <a:pt x="1363862" y="995362"/>
                </a:lnTo>
                <a:lnTo>
                  <a:pt x="85725" y="995362"/>
                </a:lnTo>
                <a:lnTo>
                  <a:pt x="69001" y="993715"/>
                </a:lnTo>
                <a:lnTo>
                  <a:pt x="52919" y="988837"/>
                </a:lnTo>
                <a:lnTo>
                  <a:pt x="38099" y="980915"/>
                </a:lnTo>
                <a:lnTo>
                  <a:pt x="25108" y="970254"/>
                </a:lnTo>
                <a:lnTo>
                  <a:pt x="14447" y="957264"/>
                </a:lnTo>
                <a:lnTo>
                  <a:pt x="6525" y="942443"/>
                </a:lnTo>
                <a:lnTo>
                  <a:pt x="1647" y="926362"/>
                </a:lnTo>
                <a:lnTo>
                  <a:pt x="0" y="909637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6" name="!!source-10-dom-5-3-3-5-2-2-0-0-text-0">
            <a:extLst>
              <a:ext uri="{FF2B5EF4-FFF2-40B4-BE49-F238E27FC236}">
                <a16:creationId xmlns:a16="http://schemas.microsoft.com/office/drawing/2014/main" id="{456F7DD7-3525-4738-AC6B-37E7F04C7FAA}"/>
              </a:ext>
            </a:extLst>
          </p:cNvPr>
          <p:cNvSpPr>
            <a:spLocks noGrp="1"/>
          </p:cNvSpPr>
          <p:nvPr/>
        </p:nvSpPr>
        <p:spPr>
          <a:xfrm>
            <a:off x="9911507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T3₁</a:t>
            </a:r>
          </a:p>
        </p:txBody>
      </p:sp>
      <p:sp>
        <p:nvSpPr>
          <p:cNvPr id="97" name="!!source-10-dom-5-3-3-5-5-0-0-0-text-0">
            <a:extLst>
              <a:ext uri="{FF2B5EF4-FFF2-40B4-BE49-F238E27FC236}">
                <a16:creationId xmlns:a16="http://schemas.microsoft.com/office/drawing/2014/main" id="{B17A0A3C-AFF5-4C4D-9709-35C3FD79B2B9}"/>
              </a:ext>
            </a:extLst>
          </p:cNvPr>
          <p:cNvSpPr>
            <a:spLocks noGrp="1"/>
          </p:cNvSpPr>
          <p:nvPr/>
        </p:nvSpPr>
        <p:spPr>
          <a:xfrm>
            <a:off x="11673780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98" name="!!source-10-dom-5-3-3-5-5-1-fill">
            <a:extLst>
              <a:ext uri="{FF2B5EF4-FFF2-40B4-BE49-F238E27FC236}">
                <a16:creationId xmlns:a16="http://schemas.microsoft.com/office/drawing/2014/main" id="{B6ABFB67-46B7-40AA-8235-87CC2B3BAE8D}"/>
              </a:ext>
            </a:extLst>
          </p:cNvPr>
          <p:cNvSpPr>
            <a:spLocks noGrp="1"/>
          </p:cNvSpPr>
          <p:nvPr/>
        </p:nvSpPr>
        <p:spPr>
          <a:xfrm>
            <a:off x="10955536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9" name="!!source-10-dom-5-3-3-5-5-1-outline">
            <a:extLst>
              <a:ext uri="{FF2B5EF4-FFF2-40B4-BE49-F238E27FC236}">
                <a16:creationId xmlns:a16="http://schemas.microsoft.com/office/drawing/2014/main" id="{7AAF740B-866D-4557-8F2A-D33F581BA0DB}"/>
              </a:ext>
            </a:extLst>
          </p:cNvPr>
          <p:cNvSpPr>
            <a:spLocks noGrp="1"/>
          </p:cNvSpPr>
          <p:nvPr/>
        </p:nvSpPr>
        <p:spPr>
          <a:xfrm>
            <a:off x="10969823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10-dom-5-3-3-5-5-1-0-fill">
            <a:extLst>
              <a:ext uri="{FF2B5EF4-FFF2-40B4-BE49-F238E27FC236}">
                <a16:creationId xmlns:a16="http://schemas.microsoft.com/office/drawing/2014/main" id="{415193BA-E4BB-4911-BD29-9999595E6F23}"/>
              </a:ext>
            </a:extLst>
          </p:cNvPr>
          <p:cNvSpPr>
            <a:spLocks noGrp="1"/>
          </p:cNvSpPr>
          <p:nvPr/>
        </p:nvSpPr>
        <p:spPr>
          <a:xfrm>
            <a:off x="10984111" y="5819775"/>
            <a:ext cx="1449735" cy="1266825"/>
          </a:xfrm>
          <a:custGeom>
            <a:avLst/>
            <a:gdLst/>
            <a:ahLst/>
            <a:cxnLst/>
            <a:rect l="0" t="0" r="0" b="0"/>
            <a:pathLst>
              <a:path w="1449735" h="1266825">
                <a:moveTo>
                  <a:pt x="0" y="0"/>
                </a:moveTo>
                <a:lnTo>
                  <a:pt x="1449735" y="0"/>
                </a:lnTo>
                <a:lnTo>
                  <a:pt x="1449735" y="1181100"/>
                </a:lnTo>
                <a:lnTo>
                  <a:pt x="1448088" y="1197824"/>
                </a:lnTo>
                <a:lnTo>
                  <a:pt x="1443210" y="1213906"/>
                </a:lnTo>
                <a:lnTo>
                  <a:pt x="1435288" y="1228727"/>
                </a:lnTo>
                <a:lnTo>
                  <a:pt x="1424627" y="1241717"/>
                </a:lnTo>
                <a:lnTo>
                  <a:pt x="1411636" y="1252378"/>
                </a:lnTo>
                <a:lnTo>
                  <a:pt x="1396816" y="1260300"/>
                </a:lnTo>
                <a:lnTo>
                  <a:pt x="1380734" y="1265178"/>
                </a:lnTo>
                <a:lnTo>
                  <a:pt x="1364010" y="1266825"/>
                </a:lnTo>
                <a:lnTo>
                  <a:pt x="85725" y="1266825"/>
                </a:lnTo>
                <a:lnTo>
                  <a:pt x="69001" y="1265178"/>
                </a:lnTo>
                <a:lnTo>
                  <a:pt x="52919" y="1260300"/>
                </a:lnTo>
                <a:lnTo>
                  <a:pt x="38099" y="1252378"/>
                </a:lnTo>
                <a:lnTo>
                  <a:pt x="25108" y="1241717"/>
                </a:lnTo>
                <a:lnTo>
                  <a:pt x="14447" y="1228727"/>
                </a:lnTo>
                <a:lnTo>
                  <a:pt x="6525" y="1213906"/>
                </a:lnTo>
                <a:lnTo>
                  <a:pt x="1647" y="1197824"/>
                </a:lnTo>
                <a:lnTo>
                  <a:pt x="0" y="1181100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1" name="!!source-10-dom-5-3-3-5-5-2-0-0-text-0">
            <a:extLst>
              <a:ext uri="{FF2B5EF4-FFF2-40B4-BE49-F238E27FC236}">
                <a16:creationId xmlns:a16="http://schemas.microsoft.com/office/drawing/2014/main" id="{BD891ED4-D339-4682-930B-44A877CCE6BF}"/>
              </a:ext>
            </a:extLst>
          </p:cNvPr>
          <p:cNvSpPr>
            <a:spLocks noGrp="1"/>
          </p:cNvSpPr>
          <p:nvPr/>
        </p:nvSpPr>
        <p:spPr>
          <a:xfrm>
            <a:off x="11513493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T3₂</a:t>
            </a:r>
          </a:p>
        </p:txBody>
      </p:sp>
      <p:sp>
        <p:nvSpPr>
          <p:cNvPr id="102" name="!!source-10-dom-5-3-3-5-8-0-0-0-text-0">
            <a:extLst>
              <a:ext uri="{FF2B5EF4-FFF2-40B4-BE49-F238E27FC236}">
                <a16:creationId xmlns:a16="http://schemas.microsoft.com/office/drawing/2014/main" id="{576FB0F5-1AE1-4770-B5DE-98562FB2A296}"/>
              </a:ext>
            </a:extLst>
          </p:cNvPr>
          <p:cNvSpPr>
            <a:spLocks noGrp="1"/>
          </p:cNvSpPr>
          <p:nvPr/>
        </p:nvSpPr>
        <p:spPr>
          <a:xfrm>
            <a:off x="13275915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103" name="!!source-10-dom-5-3-3-5-8-1-fill">
            <a:extLst>
              <a:ext uri="{FF2B5EF4-FFF2-40B4-BE49-F238E27FC236}">
                <a16:creationId xmlns:a16="http://schemas.microsoft.com/office/drawing/2014/main" id="{FC09F62D-400E-4970-85DD-EFC9C5769D6D}"/>
              </a:ext>
            </a:extLst>
          </p:cNvPr>
          <p:cNvSpPr>
            <a:spLocks noGrp="1"/>
          </p:cNvSpPr>
          <p:nvPr/>
        </p:nvSpPr>
        <p:spPr>
          <a:xfrm>
            <a:off x="12557671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10-dom-5-3-3-5-8-1-outline">
            <a:extLst>
              <a:ext uri="{FF2B5EF4-FFF2-40B4-BE49-F238E27FC236}">
                <a16:creationId xmlns:a16="http://schemas.microsoft.com/office/drawing/2014/main" id="{C1621DC3-041B-4753-85DB-7895AE2EDCD0}"/>
              </a:ext>
            </a:extLst>
          </p:cNvPr>
          <p:cNvSpPr>
            <a:spLocks noGrp="1"/>
          </p:cNvSpPr>
          <p:nvPr/>
        </p:nvSpPr>
        <p:spPr>
          <a:xfrm>
            <a:off x="12571958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" name="!!source-10-dom-5-3-3-5-8-1-0-fill">
            <a:extLst>
              <a:ext uri="{FF2B5EF4-FFF2-40B4-BE49-F238E27FC236}">
                <a16:creationId xmlns:a16="http://schemas.microsoft.com/office/drawing/2014/main" id="{97570D34-263B-4E91-B5BB-9DCCFC6E6B0F}"/>
              </a:ext>
            </a:extLst>
          </p:cNvPr>
          <p:cNvSpPr>
            <a:spLocks noGrp="1"/>
          </p:cNvSpPr>
          <p:nvPr/>
        </p:nvSpPr>
        <p:spPr>
          <a:xfrm>
            <a:off x="12586246" y="5964585"/>
            <a:ext cx="1449734" cy="1122016"/>
          </a:xfrm>
          <a:custGeom>
            <a:avLst/>
            <a:gdLst/>
            <a:ahLst/>
            <a:cxnLst/>
            <a:rect l="0" t="0" r="0" b="0"/>
            <a:pathLst>
              <a:path w="1449734" h="1122016">
                <a:moveTo>
                  <a:pt x="0" y="0"/>
                </a:moveTo>
                <a:lnTo>
                  <a:pt x="1449734" y="0"/>
                </a:lnTo>
                <a:lnTo>
                  <a:pt x="1449734" y="1036291"/>
                </a:lnTo>
                <a:lnTo>
                  <a:pt x="1448087" y="1053015"/>
                </a:lnTo>
                <a:lnTo>
                  <a:pt x="1443208" y="1069096"/>
                </a:lnTo>
                <a:lnTo>
                  <a:pt x="1435286" y="1083917"/>
                </a:lnTo>
                <a:lnTo>
                  <a:pt x="1424625" y="1096907"/>
                </a:lnTo>
                <a:lnTo>
                  <a:pt x="1411635" y="1107568"/>
                </a:lnTo>
                <a:lnTo>
                  <a:pt x="1396814" y="1115490"/>
                </a:lnTo>
                <a:lnTo>
                  <a:pt x="1380733" y="1120368"/>
                </a:lnTo>
                <a:lnTo>
                  <a:pt x="1364009" y="1122016"/>
                </a:lnTo>
                <a:lnTo>
                  <a:pt x="85725" y="1122016"/>
                </a:lnTo>
                <a:lnTo>
                  <a:pt x="69001" y="1120368"/>
                </a:lnTo>
                <a:lnTo>
                  <a:pt x="52919" y="1115490"/>
                </a:lnTo>
                <a:lnTo>
                  <a:pt x="38099" y="1107568"/>
                </a:lnTo>
                <a:lnTo>
                  <a:pt x="25108" y="1096907"/>
                </a:lnTo>
                <a:lnTo>
                  <a:pt x="14447" y="1083917"/>
                </a:lnTo>
                <a:lnTo>
                  <a:pt x="6525" y="1069096"/>
                </a:lnTo>
                <a:lnTo>
                  <a:pt x="1647" y="1053015"/>
                </a:lnTo>
                <a:lnTo>
                  <a:pt x="0" y="1036291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!!source-10-dom-5-3-3-5-8-2-0-0-text-0">
            <a:extLst>
              <a:ext uri="{FF2B5EF4-FFF2-40B4-BE49-F238E27FC236}">
                <a16:creationId xmlns:a16="http://schemas.microsoft.com/office/drawing/2014/main" id="{F886D2CB-BECD-45E4-8E85-9E04D4AADAE3}"/>
              </a:ext>
            </a:extLst>
          </p:cNvPr>
          <p:cNvSpPr>
            <a:spLocks noGrp="1"/>
          </p:cNvSpPr>
          <p:nvPr/>
        </p:nvSpPr>
        <p:spPr>
          <a:xfrm>
            <a:off x="13115628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T3₃</a:t>
            </a:r>
          </a:p>
        </p:txBody>
      </p:sp>
      <p:sp>
        <p:nvSpPr>
          <p:cNvPr id="107" name="!!source-10-dom-5-3-3-5-11-0-0-0-text-0">
            <a:extLst>
              <a:ext uri="{FF2B5EF4-FFF2-40B4-BE49-F238E27FC236}">
                <a16:creationId xmlns:a16="http://schemas.microsoft.com/office/drawing/2014/main" id="{DC9F0641-F36E-4413-AFD9-E8AD6861101C}"/>
              </a:ext>
            </a:extLst>
          </p:cNvPr>
          <p:cNvSpPr>
            <a:spLocks noGrp="1"/>
          </p:cNvSpPr>
          <p:nvPr/>
        </p:nvSpPr>
        <p:spPr>
          <a:xfrm>
            <a:off x="14878050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108" name="!!source-10-dom-5-3-3-5-11-1-fill">
            <a:extLst>
              <a:ext uri="{FF2B5EF4-FFF2-40B4-BE49-F238E27FC236}">
                <a16:creationId xmlns:a16="http://schemas.microsoft.com/office/drawing/2014/main" id="{04B6DAC3-D784-4D16-BA63-15FE0E69C16B}"/>
              </a:ext>
            </a:extLst>
          </p:cNvPr>
          <p:cNvSpPr>
            <a:spLocks noGrp="1"/>
          </p:cNvSpPr>
          <p:nvPr/>
        </p:nvSpPr>
        <p:spPr>
          <a:xfrm>
            <a:off x="14159806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10-dom-5-3-3-5-11-1-outline">
            <a:extLst>
              <a:ext uri="{FF2B5EF4-FFF2-40B4-BE49-F238E27FC236}">
                <a16:creationId xmlns:a16="http://schemas.microsoft.com/office/drawing/2014/main" id="{1CCB3915-EC54-4EEE-B053-071CD4B03FC8}"/>
              </a:ext>
            </a:extLst>
          </p:cNvPr>
          <p:cNvSpPr>
            <a:spLocks noGrp="1"/>
          </p:cNvSpPr>
          <p:nvPr/>
        </p:nvSpPr>
        <p:spPr>
          <a:xfrm>
            <a:off x="14174093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10-dom-5-3-3-5-11-1-0-fill">
            <a:extLst>
              <a:ext uri="{FF2B5EF4-FFF2-40B4-BE49-F238E27FC236}">
                <a16:creationId xmlns:a16="http://schemas.microsoft.com/office/drawing/2014/main" id="{3421D4B8-E7C1-48DB-BA42-10CC55A792ED}"/>
              </a:ext>
            </a:extLst>
          </p:cNvPr>
          <p:cNvSpPr>
            <a:spLocks noGrp="1"/>
          </p:cNvSpPr>
          <p:nvPr/>
        </p:nvSpPr>
        <p:spPr>
          <a:xfrm>
            <a:off x="14188380" y="5675114"/>
            <a:ext cx="1449735" cy="1411486"/>
          </a:xfrm>
          <a:custGeom>
            <a:avLst/>
            <a:gdLst/>
            <a:ahLst/>
            <a:cxnLst/>
            <a:rect l="0" t="0" r="0" b="0"/>
            <a:pathLst>
              <a:path w="1449735" h="1411486">
                <a:moveTo>
                  <a:pt x="0" y="0"/>
                </a:moveTo>
                <a:lnTo>
                  <a:pt x="1449735" y="0"/>
                </a:lnTo>
                <a:lnTo>
                  <a:pt x="1449735" y="1325761"/>
                </a:lnTo>
                <a:lnTo>
                  <a:pt x="1448088" y="1342485"/>
                </a:lnTo>
                <a:lnTo>
                  <a:pt x="1443210" y="1358567"/>
                </a:lnTo>
                <a:lnTo>
                  <a:pt x="1435288" y="1373387"/>
                </a:lnTo>
                <a:lnTo>
                  <a:pt x="1424627" y="1386378"/>
                </a:lnTo>
                <a:lnTo>
                  <a:pt x="1411636" y="1397039"/>
                </a:lnTo>
                <a:lnTo>
                  <a:pt x="1396816" y="1404961"/>
                </a:lnTo>
                <a:lnTo>
                  <a:pt x="1380734" y="1409839"/>
                </a:lnTo>
                <a:lnTo>
                  <a:pt x="1364010" y="1411486"/>
                </a:lnTo>
                <a:lnTo>
                  <a:pt x="85725" y="1411486"/>
                </a:lnTo>
                <a:lnTo>
                  <a:pt x="69001" y="1409839"/>
                </a:lnTo>
                <a:lnTo>
                  <a:pt x="52919" y="1404961"/>
                </a:lnTo>
                <a:lnTo>
                  <a:pt x="38099" y="1397039"/>
                </a:lnTo>
                <a:lnTo>
                  <a:pt x="25108" y="1386378"/>
                </a:lnTo>
                <a:lnTo>
                  <a:pt x="14447" y="1373387"/>
                </a:lnTo>
                <a:lnTo>
                  <a:pt x="6525" y="1358567"/>
                </a:lnTo>
                <a:lnTo>
                  <a:pt x="1647" y="1342485"/>
                </a:lnTo>
                <a:lnTo>
                  <a:pt x="0" y="1325761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10-dom-5-3-3-5-11-2-0-0-text-0">
            <a:extLst>
              <a:ext uri="{FF2B5EF4-FFF2-40B4-BE49-F238E27FC236}">
                <a16:creationId xmlns:a16="http://schemas.microsoft.com/office/drawing/2014/main" id="{A8D626D4-CE86-4E89-8F01-8C5B78172474}"/>
              </a:ext>
            </a:extLst>
          </p:cNvPr>
          <p:cNvSpPr>
            <a:spLocks noGrp="1"/>
          </p:cNvSpPr>
          <p:nvPr/>
        </p:nvSpPr>
        <p:spPr>
          <a:xfrm>
            <a:off x="14717762" y="7191375"/>
            <a:ext cx="43844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T3₄</a:t>
            </a:r>
          </a:p>
        </p:txBody>
      </p:sp>
      <p:sp>
        <p:nvSpPr>
          <p:cNvPr id="112" name="!!source-10-dom-5-3-3-5-14-0-0-0-text-0">
            <a:extLst>
              <a:ext uri="{FF2B5EF4-FFF2-40B4-BE49-F238E27FC236}">
                <a16:creationId xmlns:a16="http://schemas.microsoft.com/office/drawing/2014/main" id="{D65C110E-0409-4251-B4D0-B64FE939C629}"/>
              </a:ext>
            </a:extLst>
          </p:cNvPr>
          <p:cNvSpPr>
            <a:spLocks noGrp="1"/>
          </p:cNvSpPr>
          <p:nvPr/>
        </p:nvSpPr>
        <p:spPr>
          <a:xfrm>
            <a:off x="16480184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113" name="!!source-10-dom-5-3-3-5-14-1-fill">
            <a:extLst>
              <a:ext uri="{FF2B5EF4-FFF2-40B4-BE49-F238E27FC236}">
                <a16:creationId xmlns:a16="http://schemas.microsoft.com/office/drawing/2014/main" id="{F903D18D-CF4F-4FAD-A594-E7D653014E10}"/>
              </a:ext>
            </a:extLst>
          </p:cNvPr>
          <p:cNvSpPr>
            <a:spLocks noGrp="1"/>
          </p:cNvSpPr>
          <p:nvPr/>
        </p:nvSpPr>
        <p:spPr>
          <a:xfrm>
            <a:off x="15761940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10-dom-5-3-3-5-14-1-outline">
            <a:extLst>
              <a:ext uri="{FF2B5EF4-FFF2-40B4-BE49-F238E27FC236}">
                <a16:creationId xmlns:a16="http://schemas.microsoft.com/office/drawing/2014/main" id="{0DE05D32-AC97-41A1-9DD7-FFB10119B1D3}"/>
              </a:ext>
            </a:extLst>
          </p:cNvPr>
          <p:cNvSpPr>
            <a:spLocks noGrp="1"/>
          </p:cNvSpPr>
          <p:nvPr/>
        </p:nvSpPr>
        <p:spPr>
          <a:xfrm>
            <a:off x="15776227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10-dom-5-3-3-5-14-1-0-fill">
            <a:extLst>
              <a:ext uri="{FF2B5EF4-FFF2-40B4-BE49-F238E27FC236}">
                <a16:creationId xmlns:a16="http://schemas.microsoft.com/office/drawing/2014/main" id="{4A7A3145-5C0D-47D8-B69A-2941E305D4F3}"/>
              </a:ext>
            </a:extLst>
          </p:cNvPr>
          <p:cNvSpPr>
            <a:spLocks noGrp="1"/>
          </p:cNvSpPr>
          <p:nvPr/>
        </p:nvSpPr>
        <p:spPr>
          <a:xfrm>
            <a:off x="15790515" y="6362700"/>
            <a:ext cx="1449735" cy="723900"/>
          </a:xfrm>
          <a:custGeom>
            <a:avLst/>
            <a:gdLst/>
            <a:ahLst/>
            <a:cxnLst/>
            <a:rect l="0" t="0" r="0" b="0"/>
            <a:pathLst>
              <a:path w="1449735" h="723900">
                <a:moveTo>
                  <a:pt x="0" y="0"/>
                </a:moveTo>
                <a:lnTo>
                  <a:pt x="1449735" y="0"/>
                </a:lnTo>
                <a:lnTo>
                  <a:pt x="1449735" y="638175"/>
                </a:lnTo>
                <a:lnTo>
                  <a:pt x="1448088" y="654899"/>
                </a:lnTo>
                <a:lnTo>
                  <a:pt x="1443210" y="670981"/>
                </a:lnTo>
                <a:lnTo>
                  <a:pt x="1435288" y="685801"/>
                </a:lnTo>
                <a:lnTo>
                  <a:pt x="1424627" y="698792"/>
                </a:lnTo>
                <a:lnTo>
                  <a:pt x="1411636" y="709453"/>
                </a:lnTo>
                <a:lnTo>
                  <a:pt x="1396816" y="717375"/>
                </a:lnTo>
                <a:lnTo>
                  <a:pt x="1380734" y="722253"/>
                </a:lnTo>
                <a:lnTo>
                  <a:pt x="1364010" y="723900"/>
                </a:lnTo>
                <a:lnTo>
                  <a:pt x="85725" y="723900"/>
                </a:lnTo>
                <a:lnTo>
                  <a:pt x="69001" y="722253"/>
                </a:lnTo>
                <a:lnTo>
                  <a:pt x="52919" y="717375"/>
                </a:lnTo>
                <a:lnTo>
                  <a:pt x="38099" y="709453"/>
                </a:lnTo>
                <a:lnTo>
                  <a:pt x="25108" y="698792"/>
                </a:lnTo>
                <a:lnTo>
                  <a:pt x="14447" y="685801"/>
                </a:lnTo>
                <a:lnTo>
                  <a:pt x="6525" y="670981"/>
                </a:lnTo>
                <a:lnTo>
                  <a:pt x="1647" y="654899"/>
                </a:lnTo>
                <a:lnTo>
                  <a:pt x="0" y="638175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10-dom-5-3-3-5-14-2-0-0-text-0">
            <a:extLst>
              <a:ext uri="{FF2B5EF4-FFF2-40B4-BE49-F238E27FC236}">
                <a16:creationId xmlns:a16="http://schemas.microsoft.com/office/drawing/2014/main" id="{3EC45EC6-F4EA-433C-B991-6FCFBAB65977}"/>
              </a:ext>
            </a:extLst>
          </p:cNvPr>
          <p:cNvSpPr>
            <a:spLocks noGrp="1"/>
          </p:cNvSpPr>
          <p:nvPr/>
        </p:nvSpPr>
        <p:spPr>
          <a:xfrm>
            <a:off x="16373326" y="7191375"/>
            <a:ext cx="33173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T4</a:t>
            </a:r>
          </a:p>
        </p:txBody>
      </p:sp>
      <p:sp>
        <p:nvSpPr>
          <p:cNvPr id="117" name="!!source-10-dom-5-3-3-7-0-text-0">
            <a:extLst>
              <a:ext uri="{FF2B5EF4-FFF2-40B4-BE49-F238E27FC236}">
                <a16:creationId xmlns:a16="http://schemas.microsoft.com/office/drawing/2014/main" id="{9F9D4F7E-428F-4D01-AFD9-BF3BC5809C3D}"/>
              </a:ext>
            </a:extLst>
          </p:cNvPr>
          <p:cNvSpPr>
            <a:spLocks noGrp="1"/>
          </p:cNvSpPr>
          <p:nvPr/>
        </p:nvSpPr>
        <p:spPr>
          <a:xfrm>
            <a:off x="9382124" y="7667625"/>
            <a:ext cx="3551486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rPr>
              <a:t>Horizon rolls: tanks moved, </a:t>
            </a:r>
          </a:p>
        </p:txBody>
      </p:sp>
      <p:sp>
        <p:nvSpPr>
          <p:cNvPr id="118" name="!!source-10-dom-5-3-3-7-1-0-text-0">
            <a:extLst>
              <a:ext uri="{FF2B5EF4-FFF2-40B4-BE49-F238E27FC236}">
                <a16:creationId xmlns:a16="http://schemas.microsoft.com/office/drawing/2014/main" id="{A232AA58-02BA-49B1-A004-1884E92A0FEA}"/>
              </a:ext>
            </a:extLst>
          </p:cNvPr>
          <p:cNvSpPr>
            <a:spLocks noGrp="1"/>
          </p:cNvSpPr>
          <p:nvPr/>
        </p:nvSpPr>
        <p:spPr>
          <a:xfrm>
            <a:off x="12885985" y="7667625"/>
            <a:ext cx="3082827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 i="0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 spc="-5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rPr>
              <a:t>selection re-optimised</a:t>
            </a:r>
          </a:p>
        </p:txBody>
      </p:sp>
      <p:sp>
        <p:nvSpPr>
          <p:cNvPr id="119" name="!!source-10-dom-5-3-3-7-2-text-0">
            <a:extLst>
              <a:ext uri="{FF2B5EF4-FFF2-40B4-BE49-F238E27FC236}">
                <a16:creationId xmlns:a16="http://schemas.microsoft.com/office/drawing/2014/main" id="{8A0D040C-31D0-4015-A0E9-824550CACF38}"/>
              </a:ext>
            </a:extLst>
          </p:cNvPr>
          <p:cNvSpPr>
            <a:spLocks noGrp="1"/>
          </p:cNvSpPr>
          <p:nvPr/>
        </p:nvSpPr>
        <p:spPr>
          <a:xfrm>
            <a:off x="15921187" y="7667625"/>
            <a:ext cx="102245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rPr>
              <a:t>,</a:t>
            </a:r>
          </a:p>
        </p:txBody>
      </p:sp>
      <p:sp>
        <p:nvSpPr>
          <p:cNvPr id="120" name="!!source-10-dom-5-3-3-7-2-text-1">
            <a:extLst>
              <a:ext uri="{FF2B5EF4-FFF2-40B4-BE49-F238E27FC236}">
                <a16:creationId xmlns:a16="http://schemas.microsoft.com/office/drawing/2014/main" id="{C85A58DA-CE6A-4591-9488-A63165F17DA3}"/>
              </a:ext>
            </a:extLst>
          </p:cNvPr>
          <p:cNvSpPr>
            <a:spLocks noGrp="1"/>
          </p:cNvSpPr>
          <p:nvPr/>
        </p:nvSpPr>
        <p:spPr>
          <a:xfrm>
            <a:off x="9382124" y="8027640"/>
            <a:ext cx="260732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rPr>
              <a:t>commitments kept.</a:t>
            </a:r>
          </a:p>
        </p:txBody>
      </p:sp>
      <p:pic>
        <p:nvPicPr>
          <p:cNvPr id="248" name="!!source-10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249" name="!!source-10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  <p:sp>
        <p:nvSpPr>
          <p:cNvPr id="124" name="!!source-10-dom-5-1-3-23-0-0-text-0">
            <a:extLst>
              <a:ext uri="{FF2B5EF4-FFF2-40B4-BE49-F238E27FC236}">
                <a16:creationId xmlns:a16="http://schemas.microsoft.com/office/drawing/2014/main" id="{25448229-8F67-4B60-A0C6-853B0DB9F7D1}"/>
              </a:ext>
            </a:extLst>
          </p:cNvPr>
          <p:cNvSpPr>
            <a:spLocks noGrp="1"/>
          </p:cNvSpPr>
          <p:nvPr/>
        </p:nvSpPr>
        <p:spPr>
          <a:xfrm>
            <a:off x="5963543" y="2976562"/>
            <a:ext cx="3147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V1</a:t>
            </a:r>
          </a:p>
        </p:txBody>
      </p:sp>
      <p:sp>
        <p:nvSpPr>
          <p:cNvPr id="125" name="!!source-10-dom-5-1-3-38-0-0-text-0">
            <a:extLst>
              <a:ext uri="{FF2B5EF4-FFF2-40B4-BE49-F238E27FC236}">
                <a16:creationId xmlns:a16="http://schemas.microsoft.com/office/drawing/2014/main" id="{3C689506-E9EB-4367-BEC8-D844620A629C}"/>
              </a:ext>
            </a:extLst>
          </p:cNvPr>
          <p:cNvSpPr>
            <a:spLocks noGrp="1"/>
          </p:cNvSpPr>
          <p:nvPr/>
        </p:nvSpPr>
        <p:spPr>
          <a:xfrm>
            <a:off x="9329737" y="2976562"/>
            <a:ext cx="3531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V2</a:t>
            </a:r>
          </a:p>
        </p:txBody>
      </p:sp>
      <p:sp>
        <p:nvSpPr>
          <p:cNvPr id="126" name="!!source-10-dom-5-1-3-56-0-0-text-0">
            <a:extLst>
              <a:ext uri="{FF2B5EF4-FFF2-40B4-BE49-F238E27FC236}">
                <a16:creationId xmlns:a16="http://schemas.microsoft.com/office/drawing/2014/main" id="{C3626251-F46C-4B2D-8547-4BBFE2B4CBD0}"/>
              </a:ext>
            </a:extLst>
          </p:cNvPr>
          <p:cNvSpPr>
            <a:spLocks noGrp="1"/>
          </p:cNvSpPr>
          <p:nvPr/>
        </p:nvSpPr>
        <p:spPr>
          <a:xfrm>
            <a:off x="13391406" y="2976562"/>
            <a:ext cx="35451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V3</a:t>
            </a:r>
          </a:p>
        </p:txBody>
      </p:sp>
      <p:sp>
        <p:nvSpPr>
          <p:cNvPr id="122" name="!!source-10-dom-5-1-5-23-0-0-text-0">
            <a:extLst>
              <a:ext uri="{FF2B5EF4-FFF2-40B4-BE49-F238E27FC236}">
                <a16:creationId xmlns:a16="http://schemas.microsoft.com/office/drawing/2014/main" id="{D4AC4630-936D-CCB2-57FC-40D4F0624EA4}"/>
              </a:ext>
            </a:extLst>
          </p:cNvPr>
          <p:cNvSpPr>
            <a:spLocks noGrp="1"/>
          </p:cNvSpPr>
          <p:nvPr/>
        </p:nvSpPr>
        <p:spPr>
          <a:xfrm>
            <a:off x="6698066" y="3533775"/>
            <a:ext cx="247451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3200" b="1" i="0" spc="-4" dirty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▲</a:t>
            </a:r>
            <a:r>
              <a:rPr sz="1800" b="1" i="0" spc="-4" dirty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observing V1</a:t>
            </a:r>
          </a:p>
        </p:txBody>
      </p:sp>
    </p:spTree>
    <p:extLst>
      <p:ext uri="{BB962C8B-B14F-4D97-AF65-F5344CB8AC3E}">
        <p14:creationId xmlns:p14="http://schemas.microsoft.com/office/powerpoint/2010/main" val="1208904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!!source-10-dom-fill">
            <a:extLst>
              <a:ext uri="{FF2B5EF4-FFF2-40B4-BE49-F238E27FC236}">
                <a16:creationId xmlns:a16="http://schemas.microsoft.com/office/drawing/2014/main" id="{ECB514EF-C253-453B-9E73-A717B17CC4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10-dom-1-0-0-0-text-0">
            <a:extLst>
              <a:ext uri="{FF2B5EF4-FFF2-40B4-BE49-F238E27FC236}">
                <a16:creationId xmlns:a16="http://schemas.microsoft.com/office/drawing/2014/main" id="{B5694CE3-DB22-41AE-B755-0A149EA42A84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10-dom-1-0-1-0-text-0">
            <a:extLst>
              <a:ext uri="{FF2B5EF4-FFF2-40B4-BE49-F238E27FC236}">
                <a16:creationId xmlns:a16="http://schemas.microsoft.com/office/drawing/2014/main" id="{7946EA21-39BF-4821-A593-E3800629C859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10-dom-1-0-2-0-text-0">
            <a:extLst>
              <a:ext uri="{FF2B5EF4-FFF2-40B4-BE49-F238E27FC236}">
                <a16:creationId xmlns:a16="http://schemas.microsoft.com/office/drawing/2014/main" id="{07737F90-A9D5-4CEB-8449-FA43B1662101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5" name="!!source-10-dom-1-0-3-border-Bottom">
            <a:extLst>
              <a:ext uri="{FF2B5EF4-FFF2-40B4-BE49-F238E27FC236}">
                <a16:creationId xmlns:a16="http://schemas.microsoft.com/office/drawing/2014/main" id="{B6D20191-F4AB-471A-857C-92FDE4430D46}"/>
              </a:ext>
            </a:extLst>
          </p:cNvPr>
          <p:cNvSpPr>
            <a:spLocks noGrp="1"/>
          </p:cNvSpPr>
          <p:nvPr/>
        </p:nvSpPr>
        <p:spPr>
          <a:xfrm>
            <a:off x="6083201" y="690562"/>
            <a:ext cx="1295996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!!source-10-dom-1-0-3-0-text-0">
            <a:extLst>
              <a:ext uri="{FF2B5EF4-FFF2-40B4-BE49-F238E27FC236}">
                <a16:creationId xmlns:a16="http://schemas.microsoft.com/office/drawing/2014/main" id="{F0B70531-AB4F-4FCA-8717-D3F8102D0335}"/>
              </a:ext>
            </a:extLst>
          </p:cNvPr>
          <p:cNvSpPr>
            <a:spLocks noGrp="1"/>
          </p:cNvSpPr>
          <p:nvPr/>
        </p:nvSpPr>
        <p:spPr>
          <a:xfrm>
            <a:off x="6083201" y="381000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10-dom-1-0-4-0-text-0">
            <a:extLst>
              <a:ext uri="{FF2B5EF4-FFF2-40B4-BE49-F238E27FC236}">
                <a16:creationId xmlns:a16="http://schemas.microsoft.com/office/drawing/2014/main" id="{1775281E-AAAA-4CE6-8442-ADE9FA101720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10-dom-1-0-5-0-text-0">
            <a:extLst>
              <a:ext uri="{FF2B5EF4-FFF2-40B4-BE49-F238E27FC236}">
                <a16:creationId xmlns:a16="http://schemas.microsoft.com/office/drawing/2014/main" id="{B2054B62-3B17-4938-9EDA-4024DDAF9846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10-dom-1-1-0-text-0">
            <a:extLst>
              <a:ext uri="{FF2B5EF4-FFF2-40B4-BE49-F238E27FC236}">
                <a16:creationId xmlns:a16="http://schemas.microsoft.com/office/drawing/2014/main" id="{7B12AB35-6B0D-48D8-AA32-50B2494844E0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11 / 17</a:t>
            </a:r>
          </a:p>
        </p:txBody>
      </p:sp>
      <p:sp>
        <p:nvSpPr>
          <p:cNvPr id="10" name="!!source-10-dom-3-1-0-0-text-0">
            <a:extLst>
              <a:ext uri="{FF2B5EF4-FFF2-40B4-BE49-F238E27FC236}">
                <a16:creationId xmlns:a16="http://schemas.microsoft.com/office/drawing/2014/main" id="{41240A3B-96ED-4C8F-9C21-45DED049875F}"/>
              </a:ext>
            </a:extLst>
          </p:cNvPr>
          <p:cNvSpPr>
            <a:spLocks noGrp="1"/>
          </p:cNvSpPr>
          <p:nvPr/>
        </p:nvSpPr>
        <p:spPr>
          <a:xfrm>
            <a:off x="1047750" y="952500"/>
            <a:ext cx="4355902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A booking enters</a:t>
            </a:r>
          </a:p>
        </p:txBody>
      </p:sp>
      <p:sp>
        <p:nvSpPr>
          <p:cNvPr id="11" name="!!source-10-dom-3-1-1-0-0-text-0">
            <a:extLst>
              <a:ext uri="{FF2B5EF4-FFF2-40B4-BE49-F238E27FC236}">
                <a16:creationId xmlns:a16="http://schemas.microsoft.com/office/drawing/2014/main" id="{A7836643-AAB7-414D-A17B-754FF47C1623}"/>
              </a:ext>
            </a:extLst>
          </p:cNvPr>
          <p:cNvSpPr>
            <a:spLocks noGrp="1"/>
          </p:cNvSpPr>
          <p:nvPr/>
        </p:nvSpPr>
        <p:spPr>
          <a:xfrm>
            <a:off x="1047750" y="1790700"/>
            <a:ext cx="776555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Feasible patterns for V1: its mass on board, 16 kg asked</a:t>
            </a:r>
          </a:p>
        </p:txBody>
      </p:sp>
      <p:sp>
        <p:nvSpPr>
          <p:cNvPr id="12" name="!!source-10-dom-5-1-1-0-0-0-text-0">
            <a:extLst>
              <a:ext uri="{FF2B5EF4-FFF2-40B4-BE49-F238E27FC236}">
                <a16:creationId xmlns:a16="http://schemas.microsoft.com/office/drawing/2014/main" id="{E8D8338F-4A31-4371-ABC8-2C6B82DF7D68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96023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 (now)</a:t>
            </a:r>
          </a:p>
        </p:txBody>
      </p:sp>
      <p:sp>
        <p:nvSpPr>
          <p:cNvPr id="13" name="!!source-10-dom-5-1-1-1-0-text-0">
            <a:extLst>
              <a:ext uri="{FF2B5EF4-FFF2-40B4-BE49-F238E27FC236}">
                <a16:creationId xmlns:a16="http://schemas.microsoft.com/office/drawing/2014/main" id="{0352F955-39E2-4435-9DE3-F2100CBD932C}"/>
              </a:ext>
            </a:extLst>
          </p:cNvPr>
          <p:cNvSpPr>
            <a:spLocks noGrp="1"/>
          </p:cNvSpPr>
          <p:nvPr/>
        </p:nvSpPr>
        <p:spPr>
          <a:xfrm>
            <a:off x="5959525" y="2390775"/>
            <a:ext cx="662240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prediction horizon, 72 steps, booked slots flagged</a:t>
            </a:r>
          </a:p>
        </p:txBody>
      </p:sp>
      <p:sp>
        <p:nvSpPr>
          <p:cNvPr id="14" name="!!source-10-dom-5-1-1-2-0-text-0">
            <a:extLst>
              <a:ext uri="{FF2B5EF4-FFF2-40B4-BE49-F238E27FC236}">
                <a16:creationId xmlns:a16="http://schemas.microsoft.com/office/drawing/2014/main" id="{C6E45D10-E5DA-4DBB-B11B-3DCA78EAF90C}"/>
              </a:ext>
            </a:extLst>
          </p:cNvPr>
          <p:cNvSpPr>
            <a:spLocks noGrp="1"/>
          </p:cNvSpPr>
          <p:nvPr/>
        </p:nvSpPr>
        <p:spPr>
          <a:xfrm>
            <a:off x="16533316" y="2390775"/>
            <a:ext cx="75455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 + 72</a:t>
            </a:r>
          </a:p>
        </p:txBody>
      </p:sp>
      <p:sp>
        <p:nvSpPr>
          <p:cNvPr id="15" name="!!source-10-dom-5-1-3-2-fill">
            <a:extLst>
              <a:ext uri="{FF2B5EF4-FFF2-40B4-BE49-F238E27FC236}">
                <a16:creationId xmlns:a16="http://schemas.microsoft.com/office/drawing/2014/main" id="{DE928A0C-3936-4224-825B-BFFD94D5EE28}"/>
              </a:ext>
            </a:extLst>
          </p:cNvPr>
          <p:cNvSpPr>
            <a:spLocks noGrp="1"/>
          </p:cNvSpPr>
          <p:nvPr/>
        </p:nvSpPr>
        <p:spPr>
          <a:xfrm>
            <a:off x="1047750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!!source-10-dom-5-1-3-2-outline">
            <a:extLst>
              <a:ext uri="{FF2B5EF4-FFF2-40B4-BE49-F238E27FC236}">
                <a16:creationId xmlns:a16="http://schemas.microsoft.com/office/drawing/2014/main" id="{9161E81E-940A-40DA-A9D3-6B3A4B090668}"/>
              </a:ext>
            </a:extLst>
          </p:cNvPr>
          <p:cNvSpPr>
            <a:spLocks noGrp="1"/>
          </p:cNvSpPr>
          <p:nvPr/>
        </p:nvSpPr>
        <p:spPr>
          <a:xfrm>
            <a:off x="1057275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!!source-10-dom-5-1-3-5-fill">
            <a:extLst>
              <a:ext uri="{FF2B5EF4-FFF2-40B4-BE49-F238E27FC236}">
                <a16:creationId xmlns:a16="http://schemas.microsoft.com/office/drawing/2014/main" id="{6B5AB13A-093F-41C0-B048-91CA8E9C48DF}"/>
              </a:ext>
            </a:extLst>
          </p:cNvPr>
          <p:cNvSpPr>
            <a:spLocks noGrp="1"/>
          </p:cNvSpPr>
          <p:nvPr/>
        </p:nvSpPr>
        <p:spPr>
          <a:xfrm>
            <a:off x="1724769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" name="!!source-10-dom-5-1-3-5-outline">
            <a:extLst>
              <a:ext uri="{FF2B5EF4-FFF2-40B4-BE49-F238E27FC236}">
                <a16:creationId xmlns:a16="http://schemas.microsoft.com/office/drawing/2014/main" id="{B51F6D38-5DEA-4577-8E02-DB6896CEBE33}"/>
              </a:ext>
            </a:extLst>
          </p:cNvPr>
          <p:cNvSpPr>
            <a:spLocks noGrp="1"/>
          </p:cNvSpPr>
          <p:nvPr/>
        </p:nvSpPr>
        <p:spPr>
          <a:xfrm>
            <a:off x="1734294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!!source-10-dom-5-1-3-8-fill">
            <a:extLst>
              <a:ext uri="{FF2B5EF4-FFF2-40B4-BE49-F238E27FC236}">
                <a16:creationId xmlns:a16="http://schemas.microsoft.com/office/drawing/2014/main" id="{680CF9A3-48EB-4E8A-89FD-446FB4D72C0A}"/>
              </a:ext>
            </a:extLst>
          </p:cNvPr>
          <p:cNvSpPr>
            <a:spLocks noGrp="1"/>
          </p:cNvSpPr>
          <p:nvPr/>
        </p:nvSpPr>
        <p:spPr>
          <a:xfrm>
            <a:off x="2401788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10-dom-5-1-3-8-outline">
            <a:extLst>
              <a:ext uri="{FF2B5EF4-FFF2-40B4-BE49-F238E27FC236}">
                <a16:creationId xmlns:a16="http://schemas.microsoft.com/office/drawing/2014/main" id="{851A9B68-4168-4638-8BAC-1F1D87A6EDAC}"/>
              </a:ext>
            </a:extLst>
          </p:cNvPr>
          <p:cNvSpPr>
            <a:spLocks noGrp="1"/>
          </p:cNvSpPr>
          <p:nvPr/>
        </p:nvSpPr>
        <p:spPr>
          <a:xfrm>
            <a:off x="2411313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!!source-10-dom-5-1-3-11-fill">
            <a:extLst>
              <a:ext uri="{FF2B5EF4-FFF2-40B4-BE49-F238E27FC236}">
                <a16:creationId xmlns:a16="http://schemas.microsoft.com/office/drawing/2014/main" id="{A0FFD718-8535-4E5F-9137-184162A245A8}"/>
              </a:ext>
            </a:extLst>
          </p:cNvPr>
          <p:cNvSpPr>
            <a:spLocks noGrp="1"/>
          </p:cNvSpPr>
          <p:nvPr/>
        </p:nvSpPr>
        <p:spPr>
          <a:xfrm>
            <a:off x="3078956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10-dom-5-1-3-11-outline">
            <a:extLst>
              <a:ext uri="{FF2B5EF4-FFF2-40B4-BE49-F238E27FC236}">
                <a16:creationId xmlns:a16="http://schemas.microsoft.com/office/drawing/2014/main" id="{18B655E3-B1D0-4115-A4BA-BCF8077F9B2F}"/>
              </a:ext>
            </a:extLst>
          </p:cNvPr>
          <p:cNvSpPr>
            <a:spLocks noGrp="1"/>
          </p:cNvSpPr>
          <p:nvPr/>
        </p:nvSpPr>
        <p:spPr>
          <a:xfrm>
            <a:off x="3088481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!!source-10-dom-5-1-3-14-fill">
            <a:extLst>
              <a:ext uri="{FF2B5EF4-FFF2-40B4-BE49-F238E27FC236}">
                <a16:creationId xmlns:a16="http://schemas.microsoft.com/office/drawing/2014/main" id="{73A74309-0824-4F7B-8007-29D7C8468016}"/>
              </a:ext>
            </a:extLst>
          </p:cNvPr>
          <p:cNvSpPr>
            <a:spLocks noGrp="1"/>
          </p:cNvSpPr>
          <p:nvPr/>
        </p:nvSpPr>
        <p:spPr>
          <a:xfrm>
            <a:off x="3755975" y="2809875"/>
            <a:ext cx="619870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" name="!!source-10-dom-5-1-3-14-outline">
            <a:extLst>
              <a:ext uri="{FF2B5EF4-FFF2-40B4-BE49-F238E27FC236}">
                <a16:creationId xmlns:a16="http://schemas.microsoft.com/office/drawing/2014/main" id="{20BF3F87-5251-4865-858E-58C4A2CE3F87}"/>
              </a:ext>
            </a:extLst>
          </p:cNvPr>
          <p:cNvSpPr>
            <a:spLocks noGrp="1"/>
          </p:cNvSpPr>
          <p:nvPr/>
        </p:nvSpPr>
        <p:spPr>
          <a:xfrm>
            <a:off x="3765500" y="2819400"/>
            <a:ext cx="600820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10-dom-5-1-3-17-fill">
            <a:extLst>
              <a:ext uri="{FF2B5EF4-FFF2-40B4-BE49-F238E27FC236}">
                <a16:creationId xmlns:a16="http://schemas.microsoft.com/office/drawing/2014/main" id="{5784565F-5B33-4B91-8846-2CAF311E90FD}"/>
              </a:ext>
            </a:extLst>
          </p:cNvPr>
          <p:cNvSpPr>
            <a:spLocks noGrp="1"/>
          </p:cNvSpPr>
          <p:nvPr/>
        </p:nvSpPr>
        <p:spPr>
          <a:xfrm>
            <a:off x="4432994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10-dom-5-1-3-17-outline">
            <a:extLst>
              <a:ext uri="{FF2B5EF4-FFF2-40B4-BE49-F238E27FC236}">
                <a16:creationId xmlns:a16="http://schemas.microsoft.com/office/drawing/2014/main" id="{B6658F3A-EAE0-4F81-85C0-7B125CE5F4C3}"/>
              </a:ext>
            </a:extLst>
          </p:cNvPr>
          <p:cNvSpPr>
            <a:spLocks noGrp="1"/>
          </p:cNvSpPr>
          <p:nvPr/>
        </p:nvSpPr>
        <p:spPr>
          <a:xfrm>
            <a:off x="4442519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!!source-10-dom-5-1-3-20-fill">
            <a:extLst>
              <a:ext uri="{FF2B5EF4-FFF2-40B4-BE49-F238E27FC236}">
                <a16:creationId xmlns:a16="http://schemas.microsoft.com/office/drawing/2014/main" id="{B96D51A7-AAD8-4AAC-A8C6-C921B0A91E80}"/>
              </a:ext>
            </a:extLst>
          </p:cNvPr>
          <p:cNvSpPr>
            <a:spLocks noGrp="1"/>
          </p:cNvSpPr>
          <p:nvPr/>
        </p:nvSpPr>
        <p:spPr>
          <a:xfrm>
            <a:off x="5110163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10-dom-5-1-3-20-outline">
            <a:extLst>
              <a:ext uri="{FF2B5EF4-FFF2-40B4-BE49-F238E27FC236}">
                <a16:creationId xmlns:a16="http://schemas.microsoft.com/office/drawing/2014/main" id="{CC83ADDF-68AA-4604-A992-EC8265FBFC80}"/>
              </a:ext>
            </a:extLst>
          </p:cNvPr>
          <p:cNvSpPr>
            <a:spLocks noGrp="1"/>
          </p:cNvSpPr>
          <p:nvPr/>
        </p:nvSpPr>
        <p:spPr>
          <a:xfrm>
            <a:off x="5119688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10-dom-5-1-3-23-fill">
            <a:extLst>
              <a:ext uri="{FF2B5EF4-FFF2-40B4-BE49-F238E27FC236}">
                <a16:creationId xmlns:a16="http://schemas.microsoft.com/office/drawing/2014/main" id="{ACF527B1-C6B9-410A-89FD-30A95A9F25EC}"/>
              </a:ext>
            </a:extLst>
          </p:cNvPr>
          <p:cNvSpPr>
            <a:spLocks noGrp="1"/>
          </p:cNvSpPr>
          <p:nvPr/>
        </p:nvSpPr>
        <p:spPr>
          <a:xfrm>
            <a:off x="5787182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10-dom-5-1-3-23-outline">
            <a:extLst>
              <a:ext uri="{FF2B5EF4-FFF2-40B4-BE49-F238E27FC236}">
                <a16:creationId xmlns:a16="http://schemas.microsoft.com/office/drawing/2014/main" id="{217A6D89-ACAF-4712-8501-2325611FD48E}"/>
              </a:ext>
            </a:extLst>
          </p:cNvPr>
          <p:cNvSpPr>
            <a:spLocks noGrp="1"/>
          </p:cNvSpPr>
          <p:nvPr/>
        </p:nvSpPr>
        <p:spPr>
          <a:xfrm>
            <a:off x="5796707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10-dom-5-1-3-26-fill">
            <a:extLst>
              <a:ext uri="{FF2B5EF4-FFF2-40B4-BE49-F238E27FC236}">
                <a16:creationId xmlns:a16="http://schemas.microsoft.com/office/drawing/2014/main" id="{F6ADEDBC-284F-4FB8-A5CA-35872125FDD3}"/>
              </a:ext>
            </a:extLst>
          </p:cNvPr>
          <p:cNvSpPr>
            <a:spLocks noGrp="1"/>
          </p:cNvSpPr>
          <p:nvPr/>
        </p:nvSpPr>
        <p:spPr>
          <a:xfrm>
            <a:off x="6464201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10-dom-5-1-3-26-outline">
            <a:extLst>
              <a:ext uri="{FF2B5EF4-FFF2-40B4-BE49-F238E27FC236}">
                <a16:creationId xmlns:a16="http://schemas.microsoft.com/office/drawing/2014/main" id="{34E9C837-F145-4CBC-8AD8-F308F2085C18}"/>
              </a:ext>
            </a:extLst>
          </p:cNvPr>
          <p:cNvSpPr>
            <a:spLocks noGrp="1"/>
          </p:cNvSpPr>
          <p:nvPr/>
        </p:nvSpPr>
        <p:spPr>
          <a:xfrm>
            <a:off x="6473726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10-dom-5-1-3-26-0-0-text-0">
            <a:extLst>
              <a:ext uri="{FF2B5EF4-FFF2-40B4-BE49-F238E27FC236}">
                <a16:creationId xmlns:a16="http://schemas.microsoft.com/office/drawing/2014/main" id="{BC6C60E4-B6D5-45D8-B330-5D956BC8C300}"/>
              </a:ext>
            </a:extLst>
          </p:cNvPr>
          <p:cNvSpPr>
            <a:spLocks noGrp="1"/>
          </p:cNvSpPr>
          <p:nvPr/>
        </p:nvSpPr>
        <p:spPr>
          <a:xfrm>
            <a:off x="6640562" y="2976562"/>
            <a:ext cx="31477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V1</a:t>
            </a:r>
          </a:p>
        </p:txBody>
      </p:sp>
      <p:sp>
        <p:nvSpPr>
          <p:cNvPr id="34" name="!!source-10-dom-5-1-3-29-fill">
            <a:extLst>
              <a:ext uri="{FF2B5EF4-FFF2-40B4-BE49-F238E27FC236}">
                <a16:creationId xmlns:a16="http://schemas.microsoft.com/office/drawing/2014/main" id="{EC3F65B0-728E-4F44-BCB4-BF9D0A85E7E7}"/>
              </a:ext>
            </a:extLst>
          </p:cNvPr>
          <p:cNvSpPr>
            <a:spLocks noGrp="1"/>
          </p:cNvSpPr>
          <p:nvPr/>
        </p:nvSpPr>
        <p:spPr>
          <a:xfrm>
            <a:off x="7141369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10-dom-5-1-3-29-outline">
            <a:extLst>
              <a:ext uri="{FF2B5EF4-FFF2-40B4-BE49-F238E27FC236}">
                <a16:creationId xmlns:a16="http://schemas.microsoft.com/office/drawing/2014/main" id="{03E98FD7-B59D-4F21-819F-D249A783A981}"/>
              </a:ext>
            </a:extLst>
          </p:cNvPr>
          <p:cNvSpPr>
            <a:spLocks noGrp="1"/>
          </p:cNvSpPr>
          <p:nvPr/>
        </p:nvSpPr>
        <p:spPr>
          <a:xfrm>
            <a:off x="7150894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10-dom-5-1-3-32-fill">
            <a:extLst>
              <a:ext uri="{FF2B5EF4-FFF2-40B4-BE49-F238E27FC236}">
                <a16:creationId xmlns:a16="http://schemas.microsoft.com/office/drawing/2014/main" id="{261192C2-38BD-4FC7-A174-76061B45536E}"/>
              </a:ext>
            </a:extLst>
          </p:cNvPr>
          <p:cNvSpPr>
            <a:spLocks noGrp="1"/>
          </p:cNvSpPr>
          <p:nvPr/>
        </p:nvSpPr>
        <p:spPr>
          <a:xfrm>
            <a:off x="7818388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10-dom-5-1-3-32-outline">
            <a:extLst>
              <a:ext uri="{FF2B5EF4-FFF2-40B4-BE49-F238E27FC236}">
                <a16:creationId xmlns:a16="http://schemas.microsoft.com/office/drawing/2014/main" id="{FC884C31-F8CC-4DAB-8679-88A607ADE514}"/>
              </a:ext>
            </a:extLst>
          </p:cNvPr>
          <p:cNvSpPr>
            <a:spLocks noGrp="1"/>
          </p:cNvSpPr>
          <p:nvPr/>
        </p:nvSpPr>
        <p:spPr>
          <a:xfrm>
            <a:off x="7827913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10-dom-5-1-3-35-fill">
            <a:extLst>
              <a:ext uri="{FF2B5EF4-FFF2-40B4-BE49-F238E27FC236}">
                <a16:creationId xmlns:a16="http://schemas.microsoft.com/office/drawing/2014/main" id="{F3423E03-BF58-455E-94B4-A386935A32D0}"/>
              </a:ext>
            </a:extLst>
          </p:cNvPr>
          <p:cNvSpPr>
            <a:spLocks noGrp="1"/>
          </p:cNvSpPr>
          <p:nvPr/>
        </p:nvSpPr>
        <p:spPr>
          <a:xfrm>
            <a:off x="8495407" y="2809875"/>
            <a:ext cx="620017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10-dom-5-1-3-35-outline">
            <a:extLst>
              <a:ext uri="{FF2B5EF4-FFF2-40B4-BE49-F238E27FC236}">
                <a16:creationId xmlns:a16="http://schemas.microsoft.com/office/drawing/2014/main" id="{43503DD7-8E0B-45C7-81BB-236C6C17F711}"/>
              </a:ext>
            </a:extLst>
          </p:cNvPr>
          <p:cNvSpPr>
            <a:spLocks noGrp="1"/>
          </p:cNvSpPr>
          <p:nvPr/>
        </p:nvSpPr>
        <p:spPr>
          <a:xfrm>
            <a:off x="8504932" y="2819400"/>
            <a:ext cx="600967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10-dom-5-1-3-38-fill">
            <a:extLst>
              <a:ext uri="{FF2B5EF4-FFF2-40B4-BE49-F238E27FC236}">
                <a16:creationId xmlns:a16="http://schemas.microsoft.com/office/drawing/2014/main" id="{7D89629A-8CE3-4828-9E48-10170108BC79}"/>
              </a:ext>
            </a:extLst>
          </p:cNvPr>
          <p:cNvSpPr>
            <a:spLocks noGrp="1"/>
          </p:cNvSpPr>
          <p:nvPr/>
        </p:nvSpPr>
        <p:spPr>
          <a:xfrm>
            <a:off x="9172576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10-dom-5-1-3-38-outline">
            <a:extLst>
              <a:ext uri="{FF2B5EF4-FFF2-40B4-BE49-F238E27FC236}">
                <a16:creationId xmlns:a16="http://schemas.microsoft.com/office/drawing/2014/main" id="{CF06875F-BC5B-4206-82BE-F5FC26F74216}"/>
              </a:ext>
            </a:extLst>
          </p:cNvPr>
          <p:cNvSpPr>
            <a:spLocks noGrp="1"/>
          </p:cNvSpPr>
          <p:nvPr/>
        </p:nvSpPr>
        <p:spPr>
          <a:xfrm>
            <a:off x="9182101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!!source-10-dom-5-1-3-41-fill">
            <a:extLst>
              <a:ext uri="{FF2B5EF4-FFF2-40B4-BE49-F238E27FC236}">
                <a16:creationId xmlns:a16="http://schemas.microsoft.com/office/drawing/2014/main" id="{CA3A1DDE-BE7E-4DAE-AA30-DA55B90C554F}"/>
              </a:ext>
            </a:extLst>
          </p:cNvPr>
          <p:cNvSpPr>
            <a:spLocks noGrp="1"/>
          </p:cNvSpPr>
          <p:nvPr/>
        </p:nvSpPr>
        <p:spPr>
          <a:xfrm>
            <a:off x="9849595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4" name="!!source-10-dom-5-1-3-41-outline">
            <a:extLst>
              <a:ext uri="{FF2B5EF4-FFF2-40B4-BE49-F238E27FC236}">
                <a16:creationId xmlns:a16="http://schemas.microsoft.com/office/drawing/2014/main" id="{6643CB1E-D4D4-48BC-A6BD-2B054B6B2482}"/>
              </a:ext>
            </a:extLst>
          </p:cNvPr>
          <p:cNvSpPr>
            <a:spLocks noGrp="1"/>
          </p:cNvSpPr>
          <p:nvPr/>
        </p:nvSpPr>
        <p:spPr>
          <a:xfrm>
            <a:off x="9859120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10-dom-5-1-3-41-0-0-text-0">
            <a:extLst>
              <a:ext uri="{FF2B5EF4-FFF2-40B4-BE49-F238E27FC236}">
                <a16:creationId xmlns:a16="http://schemas.microsoft.com/office/drawing/2014/main" id="{5C92060E-C9F7-41FB-B70E-3C2CD5B6A663}"/>
              </a:ext>
            </a:extLst>
          </p:cNvPr>
          <p:cNvSpPr>
            <a:spLocks noGrp="1"/>
          </p:cNvSpPr>
          <p:nvPr/>
        </p:nvSpPr>
        <p:spPr>
          <a:xfrm>
            <a:off x="10006756" y="2976562"/>
            <a:ext cx="3531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V2</a:t>
            </a:r>
          </a:p>
        </p:txBody>
      </p:sp>
      <p:sp>
        <p:nvSpPr>
          <p:cNvPr id="46" name="!!source-10-dom-5-1-3-44-fill">
            <a:extLst>
              <a:ext uri="{FF2B5EF4-FFF2-40B4-BE49-F238E27FC236}">
                <a16:creationId xmlns:a16="http://schemas.microsoft.com/office/drawing/2014/main" id="{5C4BD62E-9DF9-4B5B-A75B-97FCC0B93358}"/>
              </a:ext>
            </a:extLst>
          </p:cNvPr>
          <p:cNvSpPr>
            <a:spLocks noGrp="1"/>
          </p:cNvSpPr>
          <p:nvPr/>
        </p:nvSpPr>
        <p:spPr>
          <a:xfrm>
            <a:off x="10526614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10-dom-5-1-3-44-outline">
            <a:extLst>
              <a:ext uri="{FF2B5EF4-FFF2-40B4-BE49-F238E27FC236}">
                <a16:creationId xmlns:a16="http://schemas.microsoft.com/office/drawing/2014/main" id="{A68975D0-78C8-48AD-811D-11422A64A1BB}"/>
              </a:ext>
            </a:extLst>
          </p:cNvPr>
          <p:cNvSpPr>
            <a:spLocks noGrp="1"/>
          </p:cNvSpPr>
          <p:nvPr/>
        </p:nvSpPr>
        <p:spPr>
          <a:xfrm>
            <a:off x="10536139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!!source-10-dom-5-1-3-47-fill">
            <a:extLst>
              <a:ext uri="{FF2B5EF4-FFF2-40B4-BE49-F238E27FC236}">
                <a16:creationId xmlns:a16="http://schemas.microsoft.com/office/drawing/2014/main" id="{695935BC-FB37-45D5-83E5-6A536177A500}"/>
              </a:ext>
            </a:extLst>
          </p:cNvPr>
          <p:cNvSpPr>
            <a:spLocks noGrp="1"/>
          </p:cNvSpPr>
          <p:nvPr/>
        </p:nvSpPr>
        <p:spPr>
          <a:xfrm>
            <a:off x="11203782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10-dom-5-1-3-47-outline">
            <a:extLst>
              <a:ext uri="{FF2B5EF4-FFF2-40B4-BE49-F238E27FC236}">
                <a16:creationId xmlns:a16="http://schemas.microsoft.com/office/drawing/2014/main" id="{9A686A8A-18B0-4EEE-9382-7DED6889F7D7}"/>
              </a:ext>
            </a:extLst>
          </p:cNvPr>
          <p:cNvSpPr>
            <a:spLocks noGrp="1"/>
          </p:cNvSpPr>
          <p:nvPr/>
        </p:nvSpPr>
        <p:spPr>
          <a:xfrm>
            <a:off x="11213307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!!source-10-dom-5-1-3-50-fill">
            <a:extLst>
              <a:ext uri="{FF2B5EF4-FFF2-40B4-BE49-F238E27FC236}">
                <a16:creationId xmlns:a16="http://schemas.microsoft.com/office/drawing/2014/main" id="{8703EA46-8A23-48F5-BC59-5E6B4946B66E}"/>
              </a:ext>
            </a:extLst>
          </p:cNvPr>
          <p:cNvSpPr>
            <a:spLocks noGrp="1"/>
          </p:cNvSpPr>
          <p:nvPr/>
        </p:nvSpPr>
        <p:spPr>
          <a:xfrm>
            <a:off x="11880801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1" name="!!source-10-dom-5-1-3-50-outline">
            <a:extLst>
              <a:ext uri="{FF2B5EF4-FFF2-40B4-BE49-F238E27FC236}">
                <a16:creationId xmlns:a16="http://schemas.microsoft.com/office/drawing/2014/main" id="{873A6F7C-F870-4D1B-B023-2A30392296C1}"/>
              </a:ext>
            </a:extLst>
          </p:cNvPr>
          <p:cNvSpPr>
            <a:spLocks noGrp="1"/>
          </p:cNvSpPr>
          <p:nvPr/>
        </p:nvSpPr>
        <p:spPr>
          <a:xfrm>
            <a:off x="11890326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!!source-10-dom-5-1-3-53-fill">
            <a:extLst>
              <a:ext uri="{FF2B5EF4-FFF2-40B4-BE49-F238E27FC236}">
                <a16:creationId xmlns:a16="http://schemas.microsoft.com/office/drawing/2014/main" id="{9DC90A25-D66B-4798-B884-798073C12E93}"/>
              </a:ext>
            </a:extLst>
          </p:cNvPr>
          <p:cNvSpPr>
            <a:spLocks noGrp="1"/>
          </p:cNvSpPr>
          <p:nvPr/>
        </p:nvSpPr>
        <p:spPr>
          <a:xfrm>
            <a:off x="12557819" y="2809875"/>
            <a:ext cx="62001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3" name="!!source-10-dom-5-1-3-53-outline">
            <a:extLst>
              <a:ext uri="{FF2B5EF4-FFF2-40B4-BE49-F238E27FC236}">
                <a16:creationId xmlns:a16="http://schemas.microsoft.com/office/drawing/2014/main" id="{B9B55390-7B63-4935-A06A-187CBFFC7560}"/>
              </a:ext>
            </a:extLst>
          </p:cNvPr>
          <p:cNvSpPr>
            <a:spLocks noGrp="1"/>
          </p:cNvSpPr>
          <p:nvPr/>
        </p:nvSpPr>
        <p:spPr>
          <a:xfrm>
            <a:off x="12567344" y="2819400"/>
            <a:ext cx="60096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!!source-10-dom-5-1-3-56-fill">
            <a:extLst>
              <a:ext uri="{FF2B5EF4-FFF2-40B4-BE49-F238E27FC236}">
                <a16:creationId xmlns:a16="http://schemas.microsoft.com/office/drawing/2014/main" id="{96C252BA-4CAB-48F5-A390-ADC98447A7BB}"/>
              </a:ext>
            </a:extLst>
          </p:cNvPr>
          <p:cNvSpPr>
            <a:spLocks noGrp="1"/>
          </p:cNvSpPr>
          <p:nvPr/>
        </p:nvSpPr>
        <p:spPr>
          <a:xfrm>
            <a:off x="13234988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5" name="!!source-10-dom-5-1-3-56-outline">
            <a:extLst>
              <a:ext uri="{FF2B5EF4-FFF2-40B4-BE49-F238E27FC236}">
                <a16:creationId xmlns:a16="http://schemas.microsoft.com/office/drawing/2014/main" id="{ACED0CF3-6368-43AC-AF80-2067031E9337}"/>
              </a:ext>
            </a:extLst>
          </p:cNvPr>
          <p:cNvSpPr>
            <a:spLocks noGrp="1"/>
          </p:cNvSpPr>
          <p:nvPr/>
        </p:nvSpPr>
        <p:spPr>
          <a:xfrm>
            <a:off x="13244513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!!source-10-dom-5-1-3-59-fill">
            <a:extLst>
              <a:ext uri="{FF2B5EF4-FFF2-40B4-BE49-F238E27FC236}">
                <a16:creationId xmlns:a16="http://schemas.microsoft.com/office/drawing/2014/main" id="{2B7E41DE-C8F1-418B-A7AF-D55FDB33018E}"/>
              </a:ext>
            </a:extLst>
          </p:cNvPr>
          <p:cNvSpPr>
            <a:spLocks noGrp="1"/>
          </p:cNvSpPr>
          <p:nvPr/>
        </p:nvSpPr>
        <p:spPr>
          <a:xfrm>
            <a:off x="13912007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10-dom-5-1-3-59-outline">
            <a:extLst>
              <a:ext uri="{FF2B5EF4-FFF2-40B4-BE49-F238E27FC236}">
                <a16:creationId xmlns:a16="http://schemas.microsoft.com/office/drawing/2014/main" id="{815BD9B5-B318-416A-B369-1705610E5AB2}"/>
              </a:ext>
            </a:extLst>
          </p:cNvPr>
          <p:cNvSpPr>
            <a:spLocks noGrp="1"/>
          </p:cNvSpPr>
          <p:nvPr/>
        </p:nvSpPr>
        <p:spPr>
          <a:xfrm>
            <a:off x="13921532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10-dom-5-1-3-59-0-0-text-0">
            <a:extLst>
              <a:ext uri="{FF2B5EF4-FFF2-40B4-BE49-F238E27FC236}">
                <a16:creationId xmlns:a16="http://schemas.microsoft.com/office/drawing/2014/main" id="{D3BF4A86-8AAD-4808-B472-6B284F81A2C9}"/>
              </a:ext>
            </a:extLst>
          </p:cNvPr>
          <p:cNvSpPr>
            <a:spLocks noGrp="1"/>
          </p:cNvSpPr>
          <p:nvPr/>
        </p:nvSpPr>
        <p:spPr>
          <a:xfrm>
            <a:off x="14068425" y="2976562"/>
            <a:ext cx="35450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V3</a:t>
            </a:r>
          </a:p>
        </p:txBody>
      </p:sp>
      <p:sp>
        <p:nvSpPr>
          <p:cNvPr id="59" name="!!source-10-dom-5-1-3-62-fill">
            <a:extLst>
              <a:ext uri="{FF2B5EF4-FFF2-40B4-BE49-F238E27FC236}">
                <a16:creationId xmlns:a16="http://schemas.microsoft.com/office/drawing/2014/main" id="{48514BC0-26D4-441E-8092-85D400397BCB}"/>
              </a:ext>
            </a:extLst>
          </p:cNvPr>
          <p:cNvSpPr>
            <a:spLocks noGrp="1"/>
          </p:cNvSpPr>
          <p:nvPr/>
        </p:nvSpPr>
        <p:spPr>
          <a:xfrm>
            <a:off x="14589026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0" name="!!source-10-dom-5-1-3-62-outline">
            <a:extLst>
              <a:ext uri="{FF2B5EF4-FFF2-40B4-BE49-F238E27FC236}">
                <a16:creationId xmlns:a16="http://schemas.microsoft.com/office/drawing/2014/main" id="{3F444803-45C4-4109-A773-9C63E80548F2}"/>
              </a:ext>
            </a:extLst>
          </p:cNvPr>
          <p:cNvSpPr>
            <a:spLocks noGrp="1"/>
          </p:cNvSpPr>
          <p:nvPr/>
        </p:nvSpPr>
        <p:spPr>
          <a:xfrm>
            <a:off x="14598551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!!source-10-dom-5-1-3-65-fill">
            <a:extLst>
              <a:ext uri="{FF2B5EF4-FFF2-40B4-BE49-F238E27FC236}">
                <a16:creationId xmlns:a16="http://schemas.microsoft.com/office/drawing/2014/main" id="{59E5759E-4D9D-47FE-9F27-A2360654324C}"/>
              </a:ext>
            </a:extLst>
          </p:cNvPr>
          <p:cNvSpPr>
            <a:spLocks noGrp="1"/>
          </p:cNvSpPr>
          <p:nvPr/>
        </p:nvSpPr>
        <p:spPr>
          <a:xfrm>
            <a:off x="15266194" y="2809875"/>
            <a:ext cx="619870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2" name="!!source-10-dom-5-1-3-65-outline">
            <a:extLst>
              <a:ext uri="{FF2B5EF4-FFF2-40B4-BE49-F238E27FC236}">
                <a16:creationId xmlns:a16="http://schemas.microsoft.com/office/drawing/2014/main" id="{75751884-1FAF-4E82-B9DF-B1CD930BE235}"/>
              </a:ext>
            </a:extLst>
          </p:cNvPr>
          <p:cNvSpPr>
            <a:spLocks noGrp="1"/>
          </p:cNvSpPr>
          <p:nvPr/>
        </p:nvSpPr>
        <p:spPr>
          <a:xfrm>
            <a:off x="15275719" y="2819400"/>
            <a:ext cx="600820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!!source-10-dom-5-1-3-68-fill">
            <a:extLst>
              <a:ext uri="{FF2B5EF4-FFF2-40B4-BE49-F238E27FC236}">
                <a16:creationId xmlns:a16="http://schemas.microsoft.com/office/drawing/2014/main" id="{86182A69-7932-44D8-95FE-11D10CD3AF3B}"/>
              </a:ext>
            </a:extLst>
          </p:cNvPr>
          <p:cNvSpPr>
            <a:spLocks noGrp="1"/>
          </p:cNvSpPr>
          <p:nvPr/>
        </p:nvSpPr>
        <p:spPr>
          <a:xfrm>
            <a:off x="15943213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10-dom-5-1-3-68-outline">
            <a:extLst>
              <a:ext uri="{FF2B5EF4-FFF2-40B4-BE49-F238E27FC236}">
                <a16:creationId xmlns:a16="http://schemas.microsoft.com/office/drawing/2014/main" id="{3032A94F-D720-4BE4-9302-183D89FE42E9}"/>
              </a:ext>
            </a:extLst>
          </p:cNvPr>
          <p:cNvSpPr>
            <a:spLocks noGrp="1"/>
          </p:cNvSpPr>
          <p:nvPr/>
        </p:nvSpPr>
        <p:spPr>
          <a:xfrm>
            <a:off x="15952738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10-dom-5-1-3-71-fill">
            <a:extLst>
              <a:ext uri="{FF2B5EF4-FFF2-40B4-BE49-F238E27FC236}">
                <a16:creationId xmlns:a16="http://schemas.microsoft.com/office/drawing/2014/main" id="{27617ED0-B6F5-4776-A006-04B1D53760F8}"/>
              </a:ext>
            </a:extLst>
          </p:cNvPr>
          <p:cNvSpPr>
            <a:spLocks noGrp="1"/>
          </p:cNvSpPr>
          <p:nvPr/>
        </p:nvSpPr>
        <p:spPr>
          <a:xfrm>
            <a:off x="16620233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10-dom-5-1-3-71-outline">
            <a:extLst>
              <a:ext uri="{FF2B5EF4-FFF2-40B4-BE49-F238E27FC236}">
                <a16:creationId xmlns:a16="http://schemas.microsoft.com/office/drawing/2014/main" id="{949EBD84-5CDF-441C-92D3-71006715D771}"/>
              </a:ext>
            </a:extLst>
          </p:cNvPr>
          <p:cNvSpPr>
            <a:spLocks noGrp="1"/>
          </p:cNvSpPr>
          <p:nvPr/>
        </p:nvSpPr>
        <p:spPr>
          <a:xfrm>
            <a:off x="16629758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10-dom-5-3-1-1-0-0-text-0">
            <a:extLst>
              <a:ext uri="{FF2B5EF4-FFF2-40B4-BE49-F238E27FC236}">
                <a16:creationId xmlns:a16="http://schemas.microsoft.com/office/drawing/2014/main" id="{25420B4E-8362-46AF-B888-6E50CC424BC7}"/>
              </a:ext>
            </a:extLst>
          </p:cNvPr>
          <p:cNvSpPr>
            <a:spLocks noGrp="1"/>
          </p:cNvSpPr>
          <p:nvPr/>
        </p:nvSpPr>
        <p:spPr>
          <a:xfrm>
            <a:off x="1047750" y="4086225"/>
            <a:ext cx="454521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112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AT V1'S SLOT, K+8: 16 KG ASKED</a:t>
            </a:r>
          </a:p>
        </p:txBody>
      </p:sp>
      <p:sp>
        <p:nvSpPr>
          <p:cNvPr id="69" name="!!source-10-dom-5-3-1-3-2-fill">
            <a:extLst>
              <a:ext uri="{FF2B5EF4-FFF2-40B4-BE49-F238E27FC236}">
                <a16:creationId xmlns:a16="http://schemas.microsoft.com/office/drawing/2014/main" id="{5242DA12-46B9-40B3-9942-845DE61C6684}"/>
              </a:ext>
            </a:extLst>
          </p:cNvPr>
          <p:cNvSpPr>
            <a:spLocks noGrp="1"/>
          </p:cNvSpPr>
          <p:nvPr/>
        </p:nvSpPr>
        <p:spPr>
          <a:xfrm>
            <a:off x="1047750" y="4543425"/>
            <a:ext cx="2543175" cy="676275"/>
          </a:xfrm>
          <a:prstGeom prst="roundRect">
            <a:avLst>
              <a:gd name="adj" fmla="val 8451"/>
            </a:avLst>
          </a:prstGeom>
          <a:solidFill>
            <a:srgbClr val="2E7D4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0" name="!!source-10-dom-5-3-1-3-2-outline">
            <a:extLst>
              <a:ext uri="{FF2B5EF4-FFF2-40B4-BE49-F238E27FC236}">
                <a16:creationId xmlns:a16="http://schemas.microsoft.com/office/drawing/2014/main" id="{F0B77902-5139-4380-BFEE-809CE38D6217}"/>
              </a:ext>
            </a:extLst>
          </p:cNvPr>
          <p:cNvSpPr>
            <a:spLocks noGrp="1"/>
          </p:cNvSpPr>
          <p:nvPr/>
        </p:nvSpPr>
        <p:spPr>
          <a:xfrm>
            <a:off x="1062037" y="4557713"/>
            <a:ext cx="2514600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2E7D4F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!!source-10-dom-5-3-1-3-2-0-0-text-0">
            <a:extLst>
              <a:ext uri="{FF2B5EF4-FFF2-40B4-BE49-F238E27FC236}">
                <a16:creationId xmlns:a16="http://schemas.microsoft.com/office/drawing/2014/main" id="{95B61A25-E0F4-4EA2-BCDD-445AA1825350}"/>
              </a:ext>
            </a:extLst>
          </p:cNvPr>
          <p:cNvSpPr>
            <a:spLocks noGrp="1"/>
          </p:cNvSpPr>
          <p:nvPr/>
        </p:nvSpPr>
        <p:spPr>
          <a:xfrm>
            <a:off x="1808559" y="4724400"/>
            <a:ext cx="106918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72" name="!!source-10-dom-5-3-1-3-5-fill">
            <a:extLst>
              <a:ext uri="{FF2B5EF4-FFF2-40B4-BE49-F238E27FC236}">
                <a16:creationId xmlns:a16="http://schemas.microsoft.com/office/drawing/2014/main" id="{44D2FD7E-E6D7-4A94-BE59-6A2447C53F5F}"/>
              </a:ext>
            </a:extLst>
          </p:cNvPr>
          <p:cNvSpPr>
            <a:spLocks noGrp="1"/>
          </p:cNvSpPr>
          <p:nvPr/>
        </p:nvSpPr>
        <p:spPr>
          <a:xfrm>
            <a:off x="3705225" y="4543425"/>
            <a:ext cx="2543175" cy="676275"/>
          </a:xfrm>
          <a:prstGeom prst="roundRect">
            <a:avLst>
              <a:gd name="adj" fmla="val 8451"/>
            </a:avLst>
          </a:prstGeom>
          <a:solidFill>
            <a:srgbClr val="2E7D4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10-dom-5-3-1-3-5-outline">
            <a:extLst>
              <a:ext uri="{FF2B5EF4-FFF2-40B4-BE49-F238E27FC236}">
                <a16:creationId xmlns:a16="http://schemas.microsoft.com/office/drawing/2014/main" id="{6E9A8421-470D-4CAD-A52D-310A26597844}"/>
              </a:ext>
            </a:extLst>
          </p:cNvPr>
          <p:cNvSpPr>
            <a:spLocks noGrp="1"/>
          </p:cNvSpPr>
          <p:nvPr/>
        </p:nvSpPr>
        <p:spPr>
          <a:xfrm>
            <a:off x="3719512" y="4557713"/>
            <a:ext cx="2514600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2E7D4F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!!source-10-dom-5-3-1-3-5-0-0-text-0">
            <a:extLst>
              <a:ext uri="{FF2B5EF4-FFF2-40B4-BE49-F238E27FC236}">
                <a16:creationId xmlns:a16="http://schemas.microsoft.com/office/drawing/2014/main" id="{38FB1D26-5176-42DF-B0EF-F98FDD86A928}"/>
              </a:ext>
            </a:extLst>
          </p:cNvPr>
          <p:cNvSpPr>
            <a:spLocks noGrp="1"/>
          </p:cNvSpPr>
          <p:nvPr/>
        </p:nvSpPr>
        <p:spPr>
          <a:xfrm>
            <a:off x="4466035" y="4724400"/>
            <a:ext cx="106918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75" name="!!source-10-dom-5-3-1-3-8-fill">
            <a:extLst>
              <a:ext uri="{FF2B5EF4-FFF2-40B4-BE49-F238E27FC236}">
                <a16:creationId xmlns:a16="http://schemas.microsoft.com/office/drawing/2014/main" id="{8DE53466-9E48-400A-BBEE-DE21F4230D4B}"/>
              </a:ext>
            </a:extLst>
          </p:cNvPr>
          <p:cNvSpPr>
            <a:spLocks noGrp="1"/>
          </p:cNvSpPr>
          <p:nvPr/>
        </p:nvSpPr>
        <p:spPr>
          <a:xfrm>
            <a:off x="6362700" y="4543425"/>
            <a:ext cx="2543176" cy="676275"/>
          </a:xfrm>
          <a:prstGeom prst="roundRect">
            <a:avLst>
              <a:gd name="adj" fmla="val 8451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10-dom-5-3-1-3-8-outline">
            <a:extLst>
              <a:ext uri="{FF2B5EF4-FFF2-40B4-BE49-F238E27FC236}">
                <a16:creationId xmlns:a16="http://schemas.microsoft.com/office/drawing/2014/main" id="{44F6F173-BE13-4996-AC83-882C6B89FCD0}"/>
              </a:ext>
            </a:extLst>
          </p:cNvPr>
          <p:cNvSpPr>
            <a:spLocks noGrp="1"/>
          </p:cNvSpPr>
          <p:nvPr/>
        </p:nvSpPr>
        <p:spPr>
          <a:xfrm>
            <a:off x="6376988" y="4557713"/>
            <a:ext cx="2514601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10-dom-5-3-1-3-8-0-0-text-0">
            <a:extLst>
              <a:ext uri="{FF2B5EF4-FFF2-40B4-BE49-F238E27FC236}">
                <a16:creationId xmlns:a16="http://schemas.microsoft.com/office/drawing/2014/main" id="{4E46852E-5B94-4BBE-8B28-8898ECC15FF9}"/>
              </a:ext>
            </a:extLst>
          </p:cNvPr>
          <p:cNvSpPr>
            <a:spLocks noGrp="1"/>
          </p:cNvSpPr>
          <p:nvPr/>
        </p:nvSpPr>
        <p:spPr>
          <a:xfrm>
            <a:off x="7480399" y="4724400"/>
            <a:ext cx="355253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T4</a:t>
            </a:r>
          </a:p>
        </p:txBody>
      </p:sp>
      <p:sp>
        <p:nvSpPr>
          <p:cNvPr id="78" name="!!source-10-dom-5-3-1-3-11-fill">
            <a:extLst>
              <a:ext uri="{FF2B5EF4-FFF2-40B4-BE49-F238E27FC236}">
                <a16:creationId xmlns:a16="http://schemas.microsoft.com/office/drawing/2014/main" id="{4530944E-1F99-439D-BB07-5582D59C9EB6}"/>
              </a:ext>
            </a:extLst>
          </p:cNvPr>
          <p:cNvSpPr>
            <a:spLocks noGrp="1"/>
          </p:cNvSpPr>
          <p:nvPr/>
        </p:nvSpPr>
        <p:spPr>
          <a:xfrm>
            <a:off x="1047750" y="5334000"/>
            <a:ext cx="2543175" cy="676276"/>
          </a:xfrm>
          <a:prstGeom prst="roundRect">
            <a:avLst>
              <a:gd name="adj" fmla="val 8451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10-dom-5-3-1-3-11-outline">
            <a:extLst>
              <a:ext uri="{FF2B5EF4-FFF2-40B4-BE49-F238E27FC236}">
                <a16:creationId xmlns:a16="http://schemas.microsoft.com/office/drawing/2014/main" id="{94C131D7-6CA0-41A7-BAD3-75793F882083}"/>
              </a:ext>
            </a:extLst>
          </p:cNvPr>
          <p:cNvSpPr>
            <a:spLocks noGrp="1"/>
          </p:cNvSpPr>
          <p:nvPr/>
        </p:nvSpPr>
        <p:spPr>
          <a:xfrm>
            <a:off x="1062037" y="5348287"/>
            <a:ext cx="2514600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!!source-10-dom-5-3-1-3-11-0-0-text-0">
            <a:extLst>
              <a:ext uri="{FF2B5EF4-FFF2-40B4-BE49-F238E27FC236}">
                <a16:creationId xmlns:a16="http://schemas.microsoft.com/office/drawing/2014/main" id="{C13BFFD3-BC43-46FF-97F0-73D79A0C6D97}"/>
              </a:ext>
            </a:extLst>
          </p:cNvPr>
          <p:cNvSpPr>
            <a:spLocks noGrp="1"/>
          </p:cNvSpPr>
          <p:nvPr/>
        </p:nvSpPr>
        <p:spPr>
          <a:xfrm>
            <a:off x="1753493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T3₁ → T3₃</a:t>
            </a:r>
          </a:p>
        </p:txBody>
      </p:sp>
      <p:sp>
        <p:nvSpPr>
          <p:cNvPr id="81" name="!!source-10-dom-5-3-1-3-14-fill">
            <a:extLst>
              <a:ext uri="{FF2B5EF4-FFF2-40B4-BE49-F238E27FC236}">
                <a16:creationId xmlns:a16="http://schemas.microsoft.com/office/drawing/2014/main" id="{81884D3B-D833-4C9B-B0FC-15D7E8C9B20D}"/>
              </a:ext>
            </a:extLst>
          </p:cNvPr>
          <p:cNvSpPr>
            <a:spLocks noGrp="1"/>
          </p:cNvSpPr>
          <p:nvPr/>
        </p:nvSpPr>
        <p:spPr>
          <a:xfrm>
            <a:off x="3705225" y="5334000"/>
            <a:ext cx="2543175" cy="676276"/>
          </a:xfrm>
          <a:prstGeom prst="roundRect">
            <a:avLst>
              <a:gd name="adj" fmla="val 8451"/>
            </a:avLst>
          </a:prstGeom>
          <a:solidFill>
            <a:srgbClr val="2E7D4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2" name="!!source-10-dom-5-3-1-3-14-outline">
            <a:extLst>
              <a:ext uri="{FF2B5EF4-FFF2-40B4-BE49-F238E27FC236}">
                <a16:creationId xmlns:a16="http://schemas.microsoft.com/office/drawing/2014/main" id="{9C1CC9B0-13EE-4DF2-9D78-B4559042FDE8}"/>
              </a:ext>
            </a:extLst>
          </p:cNvPr>
          <p:cNvSpPr>
            <a:spLocks noGrp="1"/>
          </p:cNvSpPr>
          <p:nvPr/>
        </p:nvSpPr>
        <p:spPr>
          <a:xfrm>
            <a:off x="3719512" y="5348287"/>
            <a:ext cx="2514600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2E7D4F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!!source-10-dom-5-3-1-3-14-0-0-text-0">
            <a:extLst>
              <a:ext uri="{FF2B5EF4-FFF2-40B4-BE49-F238E27FC236}">
                <a16:creationId xmlns:a16="http://schemas.microsoft.com/office/drawing/2014/main" id="{B5A98743-3091-4E27-B5AE-F8E5A9BF04A7}"/>
              </a:ext>
            </a:extLst>
          </p:cNvPr>
          <p:cNvSpPr>
            <a:spLocks noGrp="1"/>
          </p:cNvSpPr>
          <p:nvPr/>
        </p:nvSpPr>
        <p:spPr>
          <a:xfrm>
            <a:off x="4410968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T3₃ → T3₂</a:t>
            </a:r>
          </a:p>
        </p:txBody>
      </p:sp>
      <p:sp>
        <p:nvSpPr>
          <p:cNvPr id="84" name="!!source-10-dom-5-3-1-3-17-fill">
            <a:extLst>
              <a:ext uri="{FF2B5EF4-FFF2-40B4-BE49-F238E27FC236}">
                <a16:creationId xmlns:a16="http://schemas.microsoft.com/office/drawing/2014/main" id="{6CA3070C-2A01-4D0F-B2E2-9D11287C0D3A}"/>
              </a:ext>
            </a:extLst>
          </p:cNvPr>
          <p:cNvSpPr>
            <a:spLocks noGrp="1"/>
          </p:cNvSpPr>
          <p:nvPr/>
        </p:nvSpPr>
        <p:spPr>
          <a:xfrm>
            <a:off x="6362700" y="5334000"/>
            <a:ext cx="2543176" cy="676276"/>
          </a:xfrm>
          <a:prstGeom prst="roundRect">
            <a:avLst>
              <a:gd name="adj" fmla="val 8451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10-dom-5-3-1-3-17-outline">
            <a:extLst>
              <a:ext uri="{FF2B5EF4-FFF2-40B4-BE49-F238E27FC236}">
                <a16:creationId xmlns:a16="http://schemas.microsoft.com/office/drawing/2014/main" id="{96D75EBD-C309-4FFB-82FB-3D94A06D29B5}"/>
              </a:ext>
            </a:extLst>
          </p:cNvPr>
          <p:cNvSpPr>
            <a:spLocks noGrp="1"/>
          </p:cNvSpPr>
          <p:nvPr/>
        </p:nvSpPr>
        <p:spPr>
          <a:xfrm>
            <a:off x="6376988" y="5348287"/>
            <a:ext cx="2514601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!!source-10-dom-5-3-1-3-17-0-0-text-0">
            <a:extLst>
              <a:ext uri="{FF2B5EF4-FFF2-40B4-BE49-F238E27FC236}">
                <a16:creationId xmlns:a16="http://schemas.microsoft.com/office/drawing/2014/main" id="{C317A451-F7A5-41CD-BBCA-DCADB70A74B5}"/>
              </a:ext>
            </a:extLst>
          </p:cNvPr>
          <p:cNvSpPr>
            <a:spLocks noGrp="1"/>
          </p:cNvSpPr>
          <p:nvPr/>
        </p:nvSpPr>
        <p:spPr>
          <a:xfrm>
            <a:off x="7068443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T3₂</a:t>
            </a:r>
          </a:p>
        </p:txBody>
      </p:sp>
      <p:sp>
        <p:nvSpPr>
          <p:cNvPr id="87" name="!!source-10-dom-5-3-1-5-1-0-text-0">
            <a:extLst>
              <a:ext uri="{FF2B5EF4-FFF2-40B4-BE49-F238E27FC236}">
                <a16:creationId xmlns:a16="http://schemas.microsoft.com/office/drawing/2014/main" id="{C8784FD2-26F6-4EE7-8519-A1793161FBF0}"/>
              </a:ext>
            </a:extLst>
          </p:cNvPr>
          <p:cNvSpPr>
            <a:spLocks noGrp="1"/>
          </p:cNvSpPr>
          <p:nvPr/>
        </p:nvSpPr>
        <p:spPr>
          <a:xfrm>
            <a:off x="1047750" y="6181725"/>
            <a:ext cx="670054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325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 dirty="0" err="1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Σ</a:t>
            </a:r>
            <a:r>
              <a:rPr sz="2325" b="0" i="0" spc="-6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selected = booked flag </a:t>
            </a:r>
            <a:r>
              <a:rPr lang="es-ES" sz="2325" b="1" spc="-6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BUT</a:t>
            </a:r>
            <a:r>
              <a:rPr sz="2325" b="0" i="0" spc="-6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selected ≤ feasible</a:t>
            </a:r>
          </a:p>
        </p:txBody>
      </p:sp>
      <p:sp>
        <p:nvSpPr>
          <p:cNvPr id="88" name="!!source-10-dom-5-3-1-5-3-0-text-0">
            <a:extLst>
              <a:ext uri="{FF2B5EF4-FFF2-40B4-BE49-F238E27FC236}">
                <a16:creationId xmlns:a16="http://schemas.microsoft.com/office/drawing/2014/main" id="{971DAA83-27BA-4679-83CB-8750AD3F1A50}"/>
              </a:ext>
            </a:extLst>
          </p:cNvPr>
          <p:cNvSpPr>
            <a:spLocks noGrp="1"/>
          </p:cNvSpPr>
          <p:nvPr/>
        </p:nvSpPr>
        <p:spPr>
          <a:xfrm>
            <a:off x="1047750" y="6690271"/>
            <a:ext cx="7808119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Only the selected pattern passes its per-tank masses</a:t>
            </a:r>
          </a:p>
        </p:txBody>
      </p:sp>
      <p:sp>
        <p:nvSpPr>
          <p:cNvPr id="89" name="!!source-10-dom-5-3-1-5-3-0-text-1">
            <a:extLst>
              <a:ext uri="{FF2B5EF4-FFF2-40B4-BE49-F238E27FC236}">
                <a16:creationId xmlns:a16="http://schemas.microsoft.com/office/drawing/2014/main" id="{9859AC3E-4AA3-4D7E-918A-CF7F001B2B46}"/>
              </a:ext>
            </a:extLst>
          </p:cNvPr>
          <p:cNvSpPr>
            <a:spLocks noGrp="1"/>
          </p:cNvSpPr>
          <p:nvPr/>
        </p:nvSpPr>
        <p:spPr>
          <a:xfrm>
            <a:off x="1047750" y="7103566"/>
            <a:ext cx="1267123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through</a:t>
            </a:r>
          </a:p>
        </p:txBody>
      </p:sp>
      <p:sp>
        <p:nvSpPr>
          <p:cNvPr id="90" name="!!source-10-dom-5-3-3-1-0-0-text-0">
            <a:extLst>
              <a:ext uri="{FF2B5EF4-FFF2-40B4-BE49-F238E27FC236}">
                <a16:creationId xmlns:a16="http://schemas.microsoft.com/office/drawing/2014/main" id="{9046C82E-F5B2-41C2-A15B-B397D732192C}"/>
              </a:ext>
            </a:extLst>
          </p:cNvPr>
          <p:cNvSpPr>
            <a:spLocks noGrp="1"/>
          </p:cNvSpPr>
          <p:nvPr/>
        </p:nvSpPr>
        <p:spPr>
          <a:xfrm>
            <a:off x="9382124" y="4086225"/>
            <a:ext cx="593229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TANK STATE AT K+9, THE SAMPLE AFTER V1</a:t>
            </a:r>
          </a:p>
        </p:txBody>
      </p:sp>
      <p:sp>
        <p:nvSpPr>
          <p:cNvPr id="91" name="!!source-10-dom-5-3-3-3-0-text-0">
            <a:extLst>
              <a:ext uri="{FF2B5EF4-FFF2-40B4-BE49-F238E27FC236}">
                <a16:creationId xmlns:a16="http://schemas.microsoft.com/office/drawing/2014/main" id="{DC78472A-0BC2-4DBB-8C73-2EEFC2F2B616}"/>
              </a:ext>
            </a:extLst>
          </p:cNvPr>
          <p:cNvSpPr>
            <a:spLocks noGrp="1"/>
          </p:cNvSpPr>
          <p:nvPr/>
        </p:nvSpPr>
        <p:spPr>
          <a:xfrm>
            <a:off x="9382124" y="4514850"/>
            <a:ext cx="701263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8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next state = state + compression − reserved</a:t>
            </a:r>
          </a:p>
        </p:txBody>
      </p:sp>
      <p:sp>
        <p:nvSpPr>
          <p:cNvPr id="92" name="!!source-10-dom-5-3-3-5-2-0-0-0-text-0">
            <a:extLst>
              <a:ext uri="{FF2B5EF4-FFF2-40B4-BE49-F238E27FC236}">
                <a16:creationId xmlns:a16="http://schemas.microsoft.com/office/drawing/2014/main" id="{C2A4DC76-99E1-40F3-972E-5067B5FB95ED}"/>
              </a:ext>
            </a:extLst>
          </p:cNvPr>
          <p:cNvSpPr>
            <a:spLocks noGrp="1"/>
          </p:cNvSpPr>
          <p:nvPr/>
        </p:nvSpPr>
        <p:spPr>
          <a:xfrm>
            <a:off x="10071646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93" name="!!source-10-dom-5-3-3-5-2-1-fill">
            <a:extLst>
              <a:ext uri="{FF2B5EF4-FFF2-40B4-BE49-F238E27FC236}">
                <a16:creationId xmlns:a16="http://schemas.microsoft.com/office/drawing/2014/main" id="{8213BBF1-6A86-4639-8896-CA7FDB37C58D}"/>
              </a:ext>
            </a:extLst>
          </p:cNvPr>
          <p:cNvSpPr>
            <a:spLocks noGrp="1"/>
          </p:cNvSpPr>
          <p:nvPr/>
        </p:nvSpPr>
        <p:spPr>
          <a:xfrm>
            <a:off x="9353550" y="5248275"/>
            <a:ext cx="1506737" cy="1866900"/>
          </a:xfrm>
          <a:prstGeom prst="roundRect">
            <a:avLst>
              <a:gd name="adj" fmla="val 7586"/>
            </a:avLst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4" name="!!source-10-dom-5-3-3-5-2-1-outline">
            <a:extLst>
              <a:ext uri="{FF2B5EF4-FFF2-40B4-BE49-F238E27FC236}">
                <a16:creationId xmlns:a16="http://schemas.microsoft.com/office/drawing/2014/main" id="{4CD51B9C-D2F9-4311-AD68-6C5244D1D77D}"/>
              </a:ext>
            </a:extLst>
          </p:cNvPr>
          <p:cNvSpPr>
            <a:spLocks noGrp="1"/>
          </p:cNvSpPr>
          <p:nvPr/>
        </p:nvSpPr>
        <p:spPr>
          <a:xfrm>
            <a:off x="9367837" y="5262562"/>
            <a:ext cx="1478162" cy="1838325"/>
          </a:xfrm>
          <a:prstGeom prst="roundRect">
            <a:avLst>
              <a:gd name="adj" fmla="val 7733"/>
            </a:avLst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!!source-10-dom-5-3-3-5-2-1-0-fill">
            <a:extLst>
              <a:ext uri="{FF2B5EF4-FFF2-40B4-BE49-F238E27FC236}">
                <a16:creationId xmlns:a16="http://schemas.microsoft.com/office/drawing/2014/main" id="{2248DC59-C924-49D3-812C-39331A408CBD}"/>
              </a:ext>
            </a:extLst>
          </p:cNvPr>
          <p:cNvSpPr>
            <a:spLocks noGrp="1"/>
          </p:cNvSpPr>
          <p:nvPr/>
        </p:nvSpPr>
        <p:spPr>
          <a:xfrm>
            <a:off x="9382124" y="6091238"/>
            <a:ext cx="1449587" cy="995362"/>
          </a:xfrm>
          <a:custGeom>
            <a:avLst/>
            <a:gdLst/>
            <a:ahLst/>
            <a:cxnLst/>
            <a:rect l="0" t="0" r="0" b="0"/>
            <a:pathLst>
              <a:path w="1449587" h="995362">
                <a:moveTo>
                  <a:pt x="0" y="0"/>
                </a:moveTo>
                <a:lnTo>
                  <a:pt x="1449587" y="0"/>
                </a:lnTo>
                <a:lnTo>
                  <a:pt x="1449587" y="909637"/>
                </a:lnTo>
                <a:lnTo>
                  <a:pt x="1447940" y="926362"/>
                </a:lnTo>
                <a:lnTo>
                  <a:pt x="1443061" y="942443"/>
                </a:lnTo>
                <a:lnTo>
                  <a:pt x="1435140" y="957264"/>
                </a:lnTo>
                <a:lnTo>
                  <a:pt x="1424479" y="970254"/>
                </a:lnTo>
                <a:lnTo>
                  <a:pt x="1411488" y="980915"/>
                </a:lnTo>
                <a:lnTo>
                  <a:pt x="1396667" y="988837"/>
                </a:lnTo>
                <a:lnTo>
                  <a:pt x="1380586" y="993715"/>
                </a:lnTo>
                <a:lnTo>
                  <a:pt x="1363862" y="995362"/>
                </a:lnTo>
                <a:lnTo>
                  <a:pt x="85725" y="995362"/>
                </a:lnTo>
                <a:lnTo>
                  <a:pt x="69001" y="993715"/>
                </a:lnTo>
                <a:lnTo>
                  <a:pt x="52919" y="988837"/>
                </a:lnTo>
                <a:lnTo>
                  <a:pt x="38099" y="980915"/>
                </a:lnTo>
                <a:lnTo>
                  <a:pt x="25108" y="970254"/>
                </a:lnTo>
                <a:lnTo>
                  <a:pt x="14447" y="957264"/>
                </a:lnTo>
                <a:lnTo>
                  <a:pt x="6525" y="942443"/>
                </a:lnTo>
                <a:lnTo>
                  <a:pt x="1647" y="926362"/>
                </a:lnTo>
                <a:lnTo>
                  <a:pt x="0" y="909637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6" name="!!source-10-dom-5-3-3-5-2-2-0-0-text-0">
            <a:extLst>
              <a:ext uri="{FF2B5EF4-FFF2-40B4-BE49-F238E27FC236}">
                <a16:creationId xmlns:a16="http://schemas.microsoft.com/office/drawing/2014/main" id="{D7EC4E17-BD6D-41E3-91DC-D89466E80DB7}"/>
              </a:ext>
            </a:extLst>
          </p:cNvPr>
          <p:cNvSpPr>
            <a:spLocks noGrp="1"/>
          </p:cNvSpPr>
          <p:nvPr/>
        </p:nvSpPr>
        <p:spPr>
          <a:xfrm>
            <a:off x="9911507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T3₁</a:t>
            </a:r>
          </a:p>
        </p:txBody>
      </p:sp>
      <p:sp>
        <p:nvSpPr>
          <p:cNvPr id="97" name="!!source-10-dom-5-3-3-5-5-0-0-0-text-0">
            <a:extLst>
              <a:ext uri="{FF2B5EF4-FFF2-40B4-BE49-F238E27FC236}">
                <a16:creationId xmlns:a16="http://schemas.microsoft.com/office/drawing/2014/main" id="{C5B039A3-678E-4A24-8F8F-E36C97CD3461}"/>
              </a:ext>
            </a:extLst>
          </p:cNvPr>
          <p:cNvSpPr>
            <a:spLocks noGrp="1"/>
          </p:cNvSpPr>
          <p:nvPr/>
        </p:nvSpPr>
        <p:spPr>
          <a:xfrm>
            <a:off x="11673780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98" name="!!source-10-dom-5-3-3-5-5-1-fill">
            <a:extLst>
              <a:ext uri="{FF2B5EF4-FFF2-40B4-BE49-F238E27FC236}">
                <a16:creationId xmlns:a16="http://schemas.microsoft.com/office/drawing/2014/main" id="{4F4F1F58-126B-4BA8-9560-9E782D547FB7}"/>
              </a:ext>
            </a:extLst>
          </p:cNvPr>
          <p:cNvSpPr>
            <a:spLocks noGrp="1"/>
          </p:cNvSpPr>
          <p:nvPr/>
        </p:nvSpPr>
        <p:spPr>
          <a:xfrm>
            <a:off x="10955536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9" name="!!source-10-dom-5-3-3-5-5-1-outline">
            <a:extLst>
              <a:ext uri="{FF2B5EF4-FFF2-40B4-BE49-F238E27FC236}">
                <a16:creationId xmlns:a16="http://schemas.microsoft.com/office/drawing/2014/main" id="{D8A9E7FA-7993-4C82-8E40-0971D2823174}"/>
              </a:ext>
            </a:extLst>
          </p:cNvPr>
          <p:cNvSpPr>
            <a:spLocks noGrp="1"/>
          </p:cNvSpPr>
          <p:nvPr/>
        </p:nvSpPr>
        <p:spPr>
          <a:xfrm>
            <a:off x="10969823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10-dom-5-3-3-5-5-1-0-fill">
            <a:extLst>
              <a:ext uri="{FF2B5EF4-FFF2-40B4-BE49-F238E27FC236}">
                <a16:creationId xmlns:a16="http://schemas.microsoft.com/office/drawing/2014/main" id="{310EAC1B-A7A1-4CCC-A96F-272B8837C4BA}"/>
              </a:ext>
            </a:extLst>
          </p:cNvPr>
          <p:cNvSpPr>
            <a:spLocks noGrp="1"/>
          </p:cNvSpPr>
          <p:nvPr/>
        </p:nvSpPr>
        <p:spPr>
          <a:xfrm>
            <a:off x="10984111" y="5819775"/>
            <a:ext cx="1449735" cy="1266825"/>
          </a:xfrm>
          <a:custGeom>
            <a:avLst/>
            <a:gdLst/>
            <a:ahLst/>
            <a:cxnLst/>
            <a:rect l="0" t="0" r="0" b="0"/>
            <a:pathLst>
              <a:path w="1449735" h="1266825">
                <a:moveTo>
                  <a:pt x="0" y="0"/>
                </a:moveTo>
                <a:lnTo>
                  <a:pt x="1449735" y="0"/>
                </a:lnTo>
                <a:lnTo>
                  <a:pt x="1449735" y="1181100"/>
                </a:lnTo>
                <a:lnTo>
                  <a:pt x="1448088" y="1197824"/>
                </a:lnTo>
                <a:lnTo>
                  <a:pt x="1443210" y="1213906"/>
                </a:lnTo>
                <a:lnTo>
                  <a:pt x="1435288" y="1228727"/>
                </a:lnTo>
                <a:lnTo>
                  <a:pt x="1424627" y="1241717"/>
                </a:lnTo>
                <a:lnTo>
                  <a:pt x="1411636" y="1252378"/>
                </a:lnTo>
                <a:lnTo>
                  <a:pt x="1396816" y="1260300"/>
                </a:lnTo>
                <a:lnTo>
                  <a:pt x="1380734" y="1265178"/>
                </a:lnTo>
                <a:lnTo>
                  <a:pt x="1364010" y="1266825"/>
                </a:lnTo>
                <a:lnTo>
                  <a:pt x="85725" y="1266825"/>
                </a:lnTo>
                <a:lnTo>
                  <a:pt x="69001" y="1265178"/>
                </a:lnTo>
                <a:lnTo>
                  <a:pt x="52919" y="1260300"/>
                </a:lnTo>
                <a:lnTo>
                  <a:pt x="38099" y="1252378"/>
                </a:lnTo>
                <a:lnTo>
                  <a:pt x="25108" y="1241717"/>
                </a:lnTo>
                <a:lnTo>
                  <a:pt x="14447" y="1228727"/>
                </a:lnTo>
                <a:lnTo>
                  <a:pt x="6525" y="1213906"/>
                </a:lnTo>
                <a:lnTo>
                  <a:pt x="1647" y="1197824"/>
                </a:lnTo>
                <a:lnTo>
                  <a:pt x="0" y="1181100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1" name="!!source-10-dom-5-3-3-5-5-2-0-0-text-0">
            <a:extLst>
              <a:ext uri="{FF2B5EF4-FFF2-40B4-BE49-F238E27FC236}">
                <a16:creationId xmlns:a16="http://schemas.microsoft.com/office/drawing/2014/main" id="{1EECA192-6D13-4AB5-A7CB-429A12B33F78}"/>
              </a:ext>
            </a:extLst>
          </p:cNvPr>
          <p:cNvSpPr>
            <a:spLocks noGrp="1"/>
          </p:cNvSpPr>
          <p:nvPr/>
        </p:nvSpPr>
        <p:spPr>
          <a:xfrm>
            <a:off x="11513493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T3₂</a:t>
            </a:r>
          </a:p>
        </p:txBody>
      </p:sp>
      <p:sp>
        <p:nvSpPr>
          <p:cNvPr id="102" name="!!source-10-dom-5-3-3-5-8-0-0-0-text-0">
            <a:extLst>
              <a:ext uri="{FF2B5EF4-FFF2-40B4-BE49-F238E27FC236}">
                <a16:creationId xmlns:a16="http://schemas.microsoft.com/office/drawing/2014/main" id="{FD1DBBF1-8E3D-49CA-B34E-F3CF18E849BC}"/>
              </a:ext>
            </a:extLst>
          </p:cNvPr>
          <p:cNvSpPr>
            <a:spLocks noGrp="1"/>
          </p:cNvSpPr>
          <p:nvPr/>
        </p:nvSpPr>
        <p:spPr>
          <a:xfrm>
            <a:off x="13275915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103" name="!!source-10-dom-5-3-3-5-8-1-fill">
            <a:extLst>
              <a:ext uri="{FF2B5EF4-FFF2-40B4-BE49-F238E27FC236}">
                <a16:creationId xmlns:a16="http://schemas.microsoft.com/office/drawing/2014/main" id="{1443CAA0-CCC5-46E8-BACA-0BE6F19F7490}"/>
              </a:ext>
            </a:extLst>
          </p:cNvPr>
          <p:cNvSpPr>
            <a:spLocks noGrp="1"/>
          </p:cNvSpPr>
          <p:nvPr/>
        </p:nvSpPr>
        <p:spPr>
          <a:xfrm>
            <a:off x="12557671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10-dom-5-3-3-5-8-1-outline">
            <a:extLst>
              <a:ext uri="{FF2B5EF4-FFF2-40B4-BE49-F238E27FC236}">
                <a16:creationId xmlns:a16="http://schemas.microsoft.com/office/drawing/2014/main" id="{127AD547-E8F9-4915-A3D3-2128CB2FBD7B}"/>
              </a:ext>
            </a:extLst>
          </p:cNvPr>
          <p:cNvSpPr>
            <a:spLocks noGrp="1"/>
          </p:cNvSpPr>
          <p:nvPr/>
        </p:nvSpPr>
        <p:spPr>
          <a:xfrm>
            <a:off x="12571958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" name="!!source-10-dom-5-3-3-5-8-1-0-fill">
            <a:extLst>
              <a:ext uri="{FF2B5EF4-FFF2-40B4-BE49-F238E27FC236}">
                <a16:creationId xmlns:a16="http://schemas.microsoft.com/office/drawing/2014/main" id="{E1BE8C46-3A13-4E77-98D0-C8251F37E2D5}"/>
              </a:ext>
            </a:extLst>
          </p:cNvPr>
          <p:cNvSpPr>
            <a:spLocks noGrp="1"/>
          </p:cNvSpPr>
          <p:nvPr/>
        </p:nvSpPr>
        <p:spPr>
          <a:xfrm>
            <a:off x="12586246" y="5964585"/>
            <a:ext cx="1449734" cy="1122016"/>
          </a:xfrm>
          <a:custGeom>
            <a:avLst/>
            <a:gdLst/>
            <a:ahLst/>
            <a:cxnLst/>
            <a:rect l="0" t="0" r="0" b="0"/>
            <a:pathLst>
              <a:path w="1449734" h="1122016">
                <a:moveTo>
                  <a:pt x="0" y="0"/>
                </a:moveTo>
                <a:lnTo>
                  <a:pt x="1449734" y="0"/>
                </a:lnTo>
                <a:lnTo>
                  <a:pt x="1449734" y="1036291"/>
                </a:lnTo>
                <a:lnTo>
                  <a:pt x="1448087" y="1053015"/>
                </a:lnTo>
                <a:lnTo>
                  <a:pt x="1443208" y="1069096"/>
                </a:lnTo>
                <a:lnTo>
                  <a:pt x="1435286" y="1083917"/>
                </a:lnTo>
                <a:lnTo>
                  <a:pt x="1424625" y="1096907"/>
                </a:lnTo>
                <a:lnTo>
                  <a:pt x="1411635" y="1107568"/>
                </a:lnTo>
                <a:lnTo>
                  <a:pt x="1396814" y="1115490"/>
                </a:lnTo>
                <a:lnTo>
                  <a:pt x="1380733" y="1120368"/>
                </a:lnTo>
                <a:lnTo>
                  <a:pt x="1364009" y="1122016"/>
                </a:lnTo>
                <a:lnTo>
                  <a:pt x="85725" y="1122016"/>
                </a:lnTo>
                <a:lnTo>
                  <a:pt x="69001" y="1120368"/>
                </a:lnTo>
                <a:lnTo>
                  <a:pt x="52919" y="1115490"/>
                </a:lnTo>
                <a:lnTo>
                  <a:pt x="38099" y="1107568"/>
                </a:lnTo>
                <a:lnTo>
                  <a:pt x="25108" y="1096907"/>
                </a:lnTo>
                <a:lnTo>
                  <a:pt x="14447" y="1083917"/>
                </a:lnTo>
                <a:lnTo>
                  <a:pt x="6525" y="1069096"/>
                </a:lnTo>
                <a:lnTo>
                  <a:pt x="1647" y="1053015"/>
                </a:lnTo>
                <a:lnTo>
                  <a:pt x="0" y="1036291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!!source-10-dom-5-3-3-5-8-2-0-0-text-0">
            <a:extLst>
              <a:ext uri="{FF2B5EF4-FFF2-40B4-BE49-F238E27FC236}">
                <a16:creationId xmlns:a16="http://schemas.microsoft.com/office/drawing/2014/main" id="{B0341CBA-0116-4F59-A482-2DCA629297D1}"/>
              </a:ext>
            </a:extLst>
          </p:cNvPr>
          <p:cNvSpPr>
            <a:spLocks noGrp="1"/>
          </p:cNvSpPr>
          <p:nvPr/>
        </p:nvSpPr>
        <p:spPr>
          <a:xfrm>
            <a:off x="13115628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T3₃</a:t>
            </a:r>
          </a:p>
        </p:txBody>
      </p:sp>
      <p:sp>
        <p:nvSpPr>
          <p:cNvPr id="107" name="!!source-10-dom-5-3-3-5-11-0-0-0-text-0">
            <a:extLst>
              <a:ext uri="{FF2B5EF4-FFF2-40B4-BE49-F238E27FC236}">
                <a16:creationId xmlns:a16="http://schemas.microsoft.com/office/drawing/2014/main" id="{F68B2024-7544-46E5-91CA-51630C66557D}"/>
              </a:ext>
            </a:extLst>
          </p:cNvPr>
          <p:cNvSpPr>
            <a:spLocks noGrp="1"/>
          </p:cNvSpPr>
          <p:nvPr/>
        </p:nvSpPr>
        <p:spPr>
          <a:xfrm>
            <a:off x="14878050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108" name="!!source-10-dom-5-3-3-5-11-1-fill">
            <a:extLst>
              <a:ext uri="{FF2B5EF4-FFF2-40B4-BE49-F238E27FC236}">
                <a16:creationId xmlns:a16="http://schemas.microsoft.com/office/drawing/2014/main" id="{E1746D60-5162-4956-9C43-748F48E49B7F}"/>
              </a:ext>
            </a:extLst>
          </p:cNvPr>
          <p:cNvSpPr>
            <a:spLocks noGrp="1"/>
          </p:cNvSpPr>
          <p:nvPr/>
        </p:nvSpPr>
        <p:spPr>
          <a:xfrm>
            <a:off x="14159806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10-dom-5-3-3-5-11-1-outline">
            <a:extLst>
              <a:ext uri="{FF2B5EF4-FFF2-40B4-BE49-F238E27FC236}">
                <a16:creationId xmlns:a16="http://schemas.microsoft.com/office/drawing/2014/main" id="{0EDC7EEB-8703-4907-9A0C-9804284BB52F}"/>
              </a:ext>
            </a:extLst>
          </p:cNvPr>
          <p:cNvSpPr>
            <a:spLocks noGrp="1"/>
          </p:cNvSpPr>
          <p:nvPr/>
        </p:nvSpPr>
        <p:spPr>
          <a:xfrm>
            <a:off x="14174093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10-dom-5-3-3-5-11-1-0-fill">
            <a:extLst>
              <a:ext uri="{FF2B5EF4-FFF2-40B4-BE49-F238E27FC236}">
                <a16:creationId xmlns:a16="http://schemas.microsoft.com/office/drawing/2014/main" id="{74D10EA2-4D90-405E-A06D-EED4A4F17272}"/>
              </a:ext>
            </a:extLst>
          </p:cNvPr>
          <p:cNvSpPr>
            <a:spLocks noGrp="1"/>
          </p:cNvSpPr>
          <p:nvPr/>
        </p:nvSpPr>
        <p:spPr>
          <a:xfrm>
            <a:off x="14188380" y="5675114"/>
            <a:ext cx="1449735" cy="1411486"/>
          </a:xfrm>
          <a:custGeom>
            <a:avLst/>
            <a:gdLst/>
            <a:ahLst/>
            <a:cxnLst/>
            <a:rect l="0" t="0" r="0" b="0"/>
            <a:pathLst>
              <a:path w="1449735" h="1411486">
                <a:moveTo>
                  <a:pt x="0" y="0"/>
                </a:moveTo>
                <a:lnTo>
                  <a:pt x="1449735" y="0"/>
                </a:lnTo>
                <a:lnTo>
                  <a:pt x="1449735" y="1325761"/>
                </a:lnTo>
                <a:lnTo>
                  <a:pt x="1448088" y="1342485"/>
                </a:lnTo>
                <a:lnTo>
                  <a:pt x="1443210" y="1358567"/>
                </a:lnTo>
                <a:lnTo>
                  <a:pt x="1435288" y="1373387"/>
                </a:lnTo>
                <a:lnTo>
                  <a:pt x="1424627" y="1386378"/>
                </a:lnTo>
                <a:lnTo>
                  <a:pt x="1411636" y="1397039"/>
                </a:lnTo>
                <a:lnTo>
                  <a:pt x="1396816" y="1404961"/>
                </a:lnTo>
                <a:lnTo>
                  <a:pt x="1380734" y="1409839"/>
                </a:lnTo>
                <a:lnTo>
                  <a:pt x="1364010" y="1411486"/>
                </a:lnTo>
                <a:lnTo>
                  <a:pt x="85725" y="1411486"/>
                </a:lnTo>
                <a:lnTo>
                  <a:pt x="69001" y="1409839"/>
                </a:lnTo>
                <a:lnTo>
                  <a:pt x="52919" y="1404961"/>
                </a:lnTo>
                <a:lnTo>
                  <a:pt x="38099" y="1397039"/>
                </a:lnTo>
                <a:lnTo>
                  <a:pt x="25108" y="1386378"/>
                </a:lnTo>
                <a:lnTo>
                  <a:pt x="14447" y="1373387"/>
                </a:lnTo>
                <a:lnTo>
                  <a:pt x="6525" y="1358567"/>
                </a:lnTo>
                <a:lnTo>
                  <a:pt x="1647" y="1342485"/>
                </a:lnTo>
                <a:lnTo>
                  <a:pt x="0" y="1325761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10-dom-5-3-3-5-11-2-0-0-text-0">
            <a:extLst>
              <a:ext uri="{FF2B5EF4-FFF2-40B4-BE49-F238E27FC236}">
                <a16:creationId xmlns:a16="http://schemas.microsoft.com/office/drawing/2014/main" id="{97587757-961B-4740-9441-D65BF8D37669}"/>
              </a:ext>
            </a:extLst>
          </p:cNvPr>
          <p:cNvSpPr>
            <a:spLocks noGrp="1"/>
          </p:cNvSpPr>
          <p:nvPr/>
        </p:nvSpPr>
        <p:spPr>
          <a:xfrm>
            <a:off x="14717762" y="7191375"/>
            <a:ext cx="43844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T3₄</a:t>
            </a:r>
          </a:p>
        </p:txBody>
      </p:sp>
      <p:sp>
        <p:nvSpPr>
          <p:cNvPr id="112" name="!!source-10-dom-5-3-3-5-14-0-0-0-text-0">
            <a:extLst>
              <a:ext uri="{FF2B5EF4-FFF2-40B4-BE49-F238E27FC236}">
                <a16:creationId xmlns:a16="http://schemas.microsoft.com/office/drawing/2014/main" id="{4A46B6AE-8F10-403C-B5D5-77CA82BDA5A6}"/>
              </a:ext>
            </a:extLst>
          </p:cNvPr>
          <p:cNvSpPr>
            <a:spLocks noGrp="1"/>
          </p:cNvSpPr>
          <p:nvPr/>
        </p:nvSpPr>
        <p:spPr>
          <a:xfrm>
            <a:off x="16480184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5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113" name="!!source-10-dom-5-3-3-5-14-1-fill">
            <a:extLst>
              <a:ext uri="{FF2B5EF4-FFF2-40B4-BE49-F238E27FC236}">
                <a16:creationId xmlns:a16="http://schemas.microsoft.com/office/drawing/2014/main" id="{CD4CED41-0E32-4577-933F-686274089CE8}"/>
              </a:ext>
            </a:extLst>
          </p:cNvPr>
          <p:cNvSpPr>
            <a:spLocks noGrp="1"/>
          </p:cNvSpPr>
          <p:nvPr/>
        </p:nvSpPr>
        <p:spPr>
          <a:xfrm>
            <a:off x="15761940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10-dom-5-3-3-5-14-1-outline">
            <a:extLst>
              <a:ext uri="{FF2B5EF4-FFF2-40B4-BE49-F238E27FC236}">
                <a16:creationId xmlns:a16="http://schemas.microsoft.com/office/drawing/2014/main" id="{0FE7DFBF-2314-4EA4-9546-0A3D9B7B6C1E}"/>
              </a:ext>
            </a:extLst>
          </p:cNvPr>
          <p:cNvSpPr>
            <a:spLocks noGrp="1"/>
          </p:cNvSpPr>
          <p:nvPr/>
        </p:nvSpPr>
        <p:spPr>
          <a:xfrm>
            <a:off x="15776227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10-dom-5-3-3-5-14-1-0-fill">
            <a:extLst>
              <a:ext uri="{FF2B5EF4-FFF2-40B4-BE49-F238E27FC236}">
                <a16:creationId xmlns:a16="http://schemas.microsoft.com/office/drawing/2014/main" id="{4499E096-F9E4-4AD9-B965-D813DAB558D0}"/>
              </a:ext>
            </a:extLst>
          </p:cNvPr>
          <p:cNvSpPr>
            <a:spLocks noGrp="1"/>
          </p:cNvSpPr>
          <p:nvPr/>
        </p:nvSpPr>
        <p:spPr>
          <a:xfrm>
            <a:off x="15790515" y="6362700"/>
            <a:ext cx="1449735" cy="723900"/>
          </a:xfrm>
          <a:custGeom>
            <a:avLst/>
            <a:gdLst/>
            <a:ahLst/>
            <a:cxnLst/>
            <a:rect l="0" t="0" r="0" b="0"/>
            <a:pathLst>
              <a:path w="1449735" h="723900">
                <a:moveTo>
                  <a:pt x="0" y="0"/>
                </a:moveTo>
                <a:lnTo>
                  <a:pt x="1449735" y="0"/>
                </a:lnTo>
                <a:lnTo>
                  <a:pt x="1449735" y="638175"/>
                </a:lnTo>
                <a:lnTo>
                  <a:pt x="1448088" y="654899"/>
                </a:lnTo>
                <a:lnTo>
                  <a:pt x="1443210" y="670981"/>
                </a:lnTo>
                <a:lnTo>
                  <a:pt x="1435288" y="685801"/>
                </a:lnTo>
                <a:lnTo>
                  <a:pt x="1424627" y="698792"/>
                </a:lnTo>
                <a:lnTo>
                  <a:pt x="1411636" y="709453"/>
                </a:lnTo>
                <a:lnTo>
                  <a:pt x="1396816" y="717375"/>
                </a:lnTo>
                <a:lnTo>
                  <a:pt x="1380734" y="722253"/>
                </a:lnTo>
                <a:lnTo>
                  <a:pt x="1364010" y="723900"/>
                </a:lnTo>
                <a:lnTo>
                  <a:pt x="85725" y="723900"/>
                </a:lnTo>
                <a:lnTo>
                  <a:pt x="69001" y="722253"/>
                </a:lnTo>
                <a:lnTo>
                  <a:pt x="52919" y="717375"/>
                </a:lnTo>
                <a:lnTo>
                  <a:pt x="38099" y="709453"/>
                </a:lnTo>
                <a:lnTo>
                  <a:pt x="25108" y="698792"/>
                </a:lnTo>
                <a:lnTo>
                  <a:pt x="14447" y="685801"/>
                </a:lnTo>
                <a:lnTo>
                  <a:pt x="6525" y="670981"/>
                </a:lnTo>
                <a:lnTo>
                  <a:pt x="1647" y="654899"/>
                </a:lnTo>
                <a:lnTo>
                  <a:pt x="0" y="638175"/>
                </a:lnTo>
                <a:close/>
              </a:path>
            </a:pathLst>
          </a:custGeom>
          <a:solidFill>
            <a:srgbClr val="4E2E1A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10-dom-5-3-3-5-14-2-0-0-text-0">
            <a:extLst>
              <a:ext uri="{FF2B5EF4-FFF2-40B4-BE49-F238E27FC236}">
                <a16:creationId xmlns:a16="http://schemas.microsoft.com/office/drawing/2014/main" id="{5F91E74B-C91A-444A-BAE9-5B24661CC29F}"/>
              </a:ext>
            </a:extLst>
          </p:cNvPr>
          <p:cNvSpPr>
            <a:spLocks noGrp="1"/>
          </p:cNvSpPr>
          <p:nvPr/>
        </p:nvSpPr>
        <p:spPr>
          <a:xfrm>
            <a:off x="16373326" y="7191375"/>
            <a:ext cx="33173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T4</a:t>
            </a:r>
          </a:p>
        </p:txBody>
      </p:sp>
      <p:sp>
        <p:nvSpPr>
          <p:cNvPr id="117" name="!!source-10-dom-5-3-3-7-0-text-0">
            <a:extLst>
              <a:ext uri="{FF2B5EF4-FFF2-40B4-BE49-F238E27FC236}">
                <a16:creationId xmlns:a16="http://schemas.microsoft.com/office/drawing/2014/main" id="{BF3A643E-F8E0-40DD-A235-E52B74D83C60}"/>
              </a:ext>
            </a:extLst>
          </p:cNvPr>
          <p:cNvSpPr>
            <a:spLocks noGrp="1"/>
          </p:cNvSpPr>
          <p:nvPr/>
        </p:nvSpPr>
        <p:spPr>
          <a:xfrm>
            <a:off x="9382124" y="7667625"/>
            <a:ext cx="3551486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rPr>
              <a:t>Horizon rolls: tanks moved, </a:t>
            </a:r>
          </a:p>
        </p:txBody>
      </p:sp>
      <p:sp>
        <p:nvSpPr>
          <p:cNvPr id="118" name="!!source-10-dom-5-3-3-7-1-0-text-0">
            <a:extLst>
              <a:ext uri="{FF2B5EF4-FFF2-40B4-BE49-F238E27FC236}">
                <a16:creationId xmlns:a16="http://schemas.microsoft.com/office/drawing/2014/main" id="{B634C3A9-7A52-4B8F-8298-6C7689E7D962}"/>
              </a:ext>
            </a:extLst>
          </p:cNvPr>
          <p:cNvSpPr>
            <a:spLocks noGrp="1"/>
          </p:cNvSpPr>
          <p:nvPr/>
        </p:nvSpPr>
        <p:spPr>
          <a:xfrm>
            <a:off x="12885985" y="7667625"/>
            <a:ext cx="3082827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 i="0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 spc="-5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rPr>
              <a:t>selection re-optimised</a:t>
            </a:r>
          </a:p>
        </p:txBody>
      </p:sp>
      <p:sp>
        <p:nvSpPr>
          <p:cNvPr id="119" name="!!source-10-dom-5-3-3-7-2-text-0">
            <a:extLst>
              <a:ext uri="{FF2B5EF4-FFF2-40B4-BE49-F238E27FC236}">
                <a16:creationId xmlns:a16="http://schemas.microsoft.com/office/drawing/2014/main" id="{744C48F5-8ABE-481C-9C56-54F39CD4AB09}"/>
              </a:ext>
            </a:extLst>
          </p:cNvPr>
          <p:cNvSpPr>
            <a:spLocks noGrp="1"/>
          </p:cNvSpPr>
          <p:nvPr/>
        </p:nvSpPr>
        <p:spPr>
          <a:xfrm>
            <a:off x="15921187" y="7667625"/>
            <a:ext cx="102245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rPr>
              <a:t>,</a:t>
            </a:r>
          </a:p>
        </p:txBody>
      </p:sp>
      <p:sp>
        <p:nvSpPr>
          <p:cNvPr id="120" name="!!source-10-dom-5-3-3-7-2-text-1">
            <a:extLst>
              <a:ext uri="{FF2B5EF4-FFF2-40B4-BE49-F238E27FC236}">
                <a16:creationId xmlns:a16="http://schemas.microsoft.com/office/drawing/2014/main" id="{61B9B71E-1CA0-4AED-8C7B-B4F8787AA9C6}"/>
              </a:ext>
            </a:extLst>
          </p:cNvPr>
          <p:cNvSpPr>
            <a:spLocks noGrp="1"/>
          </p:cNvSpPr>
          <p:nvPr/>
        </p:nvSpPr>
        <p:spPr>
          <a:xfrm>
            <a:off x="9382124" y="8027640"/>
            <a:ext cx="260732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2250"/>
                  </a:srgbClr>
                </a:solidFill>
                <a:latin typeface="Montserrat"/>
                <a:ea typeface="Montserrat"/>
                <a:cs typeface="Montserrat"/>
              </a:rPr>
              <a:t>commitments kept.</a:t>
            </a:r>
          </a:p>
        </p:txBody>
      </p:sp>
      <p:pic>
        <p:nvPicPr>
          <p:cNvPr id="248" name="!!source-10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249" name="!!source-10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  <p:sp>
        <p:nvSpPr>
          <p:cNvPr id="124" name="!!source-10-dom-5-1-3-23-0-0-text-0">
            <a:extLst>
              <a:ext uri="{FF2B5EF4-FFF2-40B4-BE49-F238E27FC236}">
                <a16:creationId xmlns:a16="http://schemas.microsoft.com/office/drawing/2014/main" id="{5100701C-7B7A-45FF-B73B-E7EBF0DD9D6C}"/>
              </a:ext>
            </a:extLst>
          </p:cNvPr>
          <p:cNvSpPr>
            <a:spLocks noGrp="1"/>
          </p:cNvSpPr>
          <p:nvPr/>
        </p:nvSpPr>
        <p:spPr>
          <a:xfrm>
            <a:off x="5963543" y="2976562"/>
            <a:ext cx="3147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V1</a:t>
            </a:r>
          </a:p>
        </p:txBody>
      </p:sp>
      <p:sp>
        <p:nvSpPr>
          <p:cNvPr id="125" name="!!source-10-dom-5-1-3-38-0-0-text-0">
            <a:extLst>
              <a:ext uri="{FF2B5EF4-FFF2-40B4-BE49-F238E27FC236}">
                <a16:creationId xmlns:a16="http://schemas.microsoft.com/office/drawing/2014/main" id="{48674262-BFB1-402D-8B22-02EBFEAE8EB4}"/>
              </a:ext>
            </a:extLst>
          </p:cNvPr>
          <p:cNvSpPr>
            <a:spLocks noGrp="1"/>
          </p:cNvSpPr>
          <p:nvPr/>
        </p:nvSpPr>
        <p:spPr>
          <a:xfrm>
            <a:off x="9329737" y="2976562"/>
            <a:ext cx="3531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V2</a:t>
            </a:r>
          </a:p>
        </p:txBody>
      </p:sp>
      <p:sp>
        <p:nvSpPr>
          <p:cNvPr id="126" name="!!source-10-dom-5-1-3-56-0-0-text-0">
            <a:extLst>
              <a:ext uri="{FF2B5EF4-FFF2-40B4-BE49-F238E27FC236}">
                <a16:creationId xmlns:a16="http://schemas.microsoft.com/office/drawing/2014/main" id="{6E27FF66-6674-4FD7-973C-0DA33110E748}"/>
              </a:ext>
            </a:extLst>
          </p:cNvPr>
          <p:cNvSpPr>
            <a:spLocks noGrp="1"/>
          </p:cNvSpPr>
          <p:nvPr/>
        </p:nvSpPr>
        <p:spPr>
          <a:xfrm>
            <a:off x="13391406" y="2976562"/>
            <a:ext cx="35451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V3</a:t>
            </a:r>
          </a:p>
        </p:txBody>
      </p:sp>
      <p:sp>
        <p:nvSpPr>
          <p:cNvPr id="67" name="!!source-10-dom-5-1-5-23-0-0-text-0">
            <a:extLst>
              <a:ext uri="{FF2B5EF4-FFF2-40B4-BE49-F238E27FC236}">
                <a16:creationId xmlns:a16="http://schemas.microsoft.com/office/drawing/2014/main" id="{463DBBDD-4C77-81CC-744B-0F7B0D1A9042}"/>
              </a:ext>
            </a:extLst>
          </p:cNvPr>
          <p:cNvSpPr>
            <a:spLocks noGrp="1"/>
          </p:cNvSpPr>
          <p:nvPr/>
        </p:nvSpPr>
        <p:spPr>
          <a:xfrm>
            <a:off x="6698066" y="3533775"/>
            <a:ext cx="247451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3200" b="1" i="0" spc="-4" dirty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▲</a:t>
            </a:r>
            <a:r>
              <a:rPr sz="1800" b="1" i="0" spc="-4" dirty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observing V1</a:t>
            </a:r>
          </a:p>
        </p:txBody>
      </p:sp>
    </p:spTree>
    <p:extLst>
      <p:ext uri="{BB962C8B-B14F-4D97-AF65-F5344CB8AC3E}">
        <p14:creationId xmlns:p14="http://schemas.microsoft.com/office/powerpoint/2010/main" val="116516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!!source-10-dom-fill">
            <a:extLst>
              <a:ext uri="{FF2B5EF4-FFF2-40B4-BE49-F238E27FC236}">
                <a16:creationId xmlns:a16="http://schemas.microsoft.com/office/drawing/2014/main" id="{EDEA26A3-81E9-44EC-85F7-FD960451868C}"/>
              </a:ext>
            </a:extLst>
          </p:cNvPr>
          <p:cNvSpPr>
            <a:spLocks noGrp="1"/>
          </p:cNvSpPr>
          <p:nvPr/>
        </p:nvSpPr>
        <p:spPr>
          <a:xfrm>
            <a:off x="0" y="353786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10-dom-1-0-0-0-text-0">
            <a:extLst>
              <a:ext uri="{FF2B5EF4-FFF2-40B4-BE49-F238E27FC236}">
                <a16:creationId xmlns:a16="http://schemas.microsoft.com/office/drawing/2014/main" id="{2F1D39DA-5419-4071-99A8-BA505076C1F9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10-dom-1-0-1-0-text-0">
            <a:extLst>
              <a:ext uri="{FF2B5EF4-FFF2-40B4-BE49-F238E27FC236}">
                <a16:creationId xmlns:a16="http://schemas.microsoft.com/office/drawing/2014/main" id="{973553C0-FB48-43DB-B1A3-DA6B22D6DB6C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10-dom-1-0-2-0-text-0">
            <a:extLst>
              <a:ext uri="{FF2B5EF4-FFF2-40B4-BE49-F238E27FC236}">
                <a16:creationId xmlns:a16="http://schemas.microsoft.com/office/drawing/2014/main" id="{BA41EB67-D115-4B31-922F-86177C86CD98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5" name="!!source-10-dom-1-0-3-border-Bottom">
            <a:extLst>
              <a:ext uri="{FF2B5EF4-FFF2-40B4-BE49-F238E27FC236}">
                <a16:creationId xmlns:a16="http://schemas.microsoft.com/office/drawing/2014/main" id="{06423877-CCB2-46B3-9C6A-FFF5810E82E2}"/>
              </a:ext>
            </a:extLst>
          </p:cNvPr>
          <p:cNvSpPr>
            <a:spLocks noGrp="1"/>
          </p:cNvSpPr>
          <p:nvPr/>
        </p:nvSpPr>
        <p:spPr>
          <a:xfrm>
            <a:off x="6083201" y="690562"/>
            <a:ext cx="1295996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!!source-10-dom-1-0-3-0-text-0">
            <a:extLst>
              <a:ext uri="{FF2B5EF4-FFF2-40B4-BE49-F238E27FC236}">
                <a16:creationId xmlns:a16="http://schemas.microsoft.com/office/drawing/2014/main" id="{3A385316-46DB-4F82-8BB1-05AA01860592}"/>
              </a:ext>
            </a:extLst>
          </p:cNvPr>
          <p:cNvSpPr>
            <a:spLocks noGrp="1"/>
          </p:cNvSpPr>
          <p:nvPr/>
        </p:nvSpPr>
        <p:spPr>
          <a:xfrm>
            <a:off x="6083201" y="381000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10-dom-1-0-4-0-text-0">
            <a:extLst>
              <a:ext uri="{FF2B5EF4-FFF2-40B4-BE49-F238E27FC236}">
                <a16:creationId xmlns:a16="http://schemas.microsoft.com/office/drawing/2014/main" id="{E38893FB-9A45-4FDF-AC50-3A1ACA6E4BFB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10-dom-1-0-5-0-text-0">
            <a:extLst>
              <a:ext uri="{FF2B5EF4-FFF2-40B4-BE49-F238E27FC236}">
                <a16:creationId xmlns:a16="http://schemas.microsoft.com/office/drawing/2014/main" id="{0D083ADB-D372-4C05-83AE-3374CABBC778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10-dom-1-1-0-text-0">
            <a:extLst>
              <a:ext uri="{FF2B5EF4-FFF2-40B4-BE49-F238E27FC236}">
                <a16:creationId xmlns:a16="http://schemas.microsoft.com/office/drawing/2014/main" id="{524F3E69-B0C2-42CC-9967-BCD305270FBC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11 / 17</a:t>
            </a:r>
          </a:p>
        </p:txBody>
      </p:sp>
      <p:sp>
        <p:nvSpPr>
          <p:cNvPr id="10" name="!!source-10-dom-3-1-0-0-text-0">
            <a:extLst>
              <a:ext uri="{FF2B5EF4-FFF2-40B4-BE49-F238E27FC236}">
                <a16:creationId xmlns:a16="http://schemas.microsoft.com/office/drawing/2014/main" id="{2D575516-B58C-4980-88EC-34AFEC7011BC}"/>
              </a:ext>
            </a:extLst>
          </p:cNvPr>
          <p:cNvSpPr>
            <a:spLocks noGrp="1"/>
          </p:cNvSpPr>
          <p:nvPr/>
        </p:nvSpPr>
        <p:spPr>
          <a:xfrm>
            <a:off x="1047750" y="952500"/>
            <a:ext cx="4355902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A booking enters</a:t>
            </a:r>
          </a:p>
        </p:txBody>
      </p:sp>
      <p:sp>
        <p:nvSpPr>
          <p:cNvPr id="11" name="!!source-10-dom-3-1-1-0-0-text-0">
            <a:extLst>
              <a:ext uri="{FF2B5EF4-FFF2-40B4-BE49-F238E27FC236}">
                <a16:creationId xmlns:a16="http://schemas.microsoft.com/office/drawing/2014/main" id="{CC25E547-87B2-408D-BB97-07C7D2097AE1}"/>
              </a:ext>
            </a:extLst>
          </p:cNvPr>
          <p:cNvSpPr>
            <a:spLocks noGrp="1"/>
          </p:cNvSpPr>
          <p:nvPr/>
        </p:nvSpPr>
        <p:spPr>
          <a:xfrm>
            <a:off x="1047750" y="1790700"/>
            <a:ext cx="438596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Exactly one pattern is selected</a:t>
            </a:r>
          </a:p>
        </p:txBody>
      </p:sp>
      <p:sp>
        <p:nvSpPr>
          <p:cNvPr id="12" name="!!source-10-dom-5-1-1-0-0-0-text-0">
            <a:extLst>
              <a:ext uri="{FF2B5EF4-FFF2-40B4-BE49-F238E27FC236}">
                <a16:creationId xmlns:a16="http://schemas.microsoft.com/office/drawing/2014/main" id="{78325E87-72E5-439D-81F7-8AD64CB142BB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96023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 (now)</a:t>
            </a:r>
          </a:p>
        </p:txBody>
      </p:sp>
      <p:sp>
        <p:nvSpPr>
          <p:cNvPr id="13" name="!!source-10-dom-5-1-1-1-0-text-0">
            <a:extLst>
              <a:ext uri="{FF2B5EF4-FFF2-40B4-BE49-F238E27FC236}">
                <a16:creationId xmlns:a16="http://schemas.microsoft.com/office/drawing/2014/main" id="{4C3663E1-446F-4FA3-B317-85E4B9BD4265}"/>
              </a:ext>
            </a:extLst>
          </p:cNvPr>
          <p:cNvSpPr>
            <a:spLocks noGrp="1"/>
          </p:cNvSpPr>
          <p:nvPr/>
        </p:nvSpPr>
        <p:spPr>
          <a:xfrm>
            <a:off x="5959525" y="2390775"/>
            <a:ext cx="662240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prediction horizon, 72 steps, booked slots flagged</a:t>
            </a:r>
          </a:p>
        </p:txBody>
      </p:sp>
      <p:sp>
        <p:nvSpPr>
          <p:cNvPr id="14" name="!!source-10-dom-5-1-1-2-0-text-0">
            <a:extLst>
              <a:ext uri="{FF2B5EF4-FFF2-40B4-BE49-F238E27FC236}">
                <a16:creationId xmlns:a16="http://schemas.microsoft.com/office/drawing/2014/main" id="{3F2B3E82-2B51-4A5C-8A68-995ACE6F85F3}"/>
              </a:ext>
            </a:extLst>
          </p:cNvPr>
          <p:cNvSpPr>
            <a:spLocks noGrp="1"/>
          </p:cNvSpPr>
          <p:nvPr/>
        </p:nvSpPr>
        <p:spPr>
          <a:xfrm>
            <a:off x="16533316" y="2390775"/>
            <a:ext cx="75455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 + 72</a:t>
            </a:r>
          </a:p>
        </p:txBody>
      </p:sp>
      <p:sp>
        <p:nvSpPr>
          <p:cNvPr id="15" name="!!source-10-dom-5-1-3-2-fill">
            <a:extLst>
              <a:ext uri="{FF2B5EF4-FFF2-40B4-BE49-F238E27FC236}">
                <a16:creationId xmlns:a16="http://schemas.microsoft.com/office/drawing/2014/main" id="{0543A618-8AAF-492D-B0F3-3A2C7E957CA9}"/>
              </a:ext>
            </a:extLst>
          </p:cNvPr>
          <p:cNvSpPr>
            <a:spLocks noGrp="1"/>
          </p:cNvSpPr>
          <p:nvPr/>
        </p:nvSpPr>
        <p:spPr>
          <a:xfrm>
            <a:off x="1047750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!!source-10-dom-5-1-3-2-outline">
            <a:extLst>
              <a:ext uri="{FF2B5EF4-FFF2-40B4-BE49-F238E27FC236}">
                <a16:creationId xmlns:a16="http://schemas.microsoft.com/office/drawing/2014/main" id="{FA814415-FBF9-4C85-A349-33DE91DF6651}"/>
              </a:ext>
            </a:extLst>
          </p:cNvPr>
          <p:cNvSpPr>
            <a:spLocks noGrp="1"/>
          </p:cNvSpPr>
          <p:nvPr/>
        </p:nvSpPr>
        <p:spPr>
          <a:xfrm>
            <a:off x="1057275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!!source-10-dom-5-1-3-5-fill">
            <a:extLst>
              <a:ext uri="{FF2B5EF4-FFF2-40B4-BE49-F238E27FC236}">
                <a16:creationId xmlns:a16="http://schemas.microsoft.com/office/drawing/2014/main" id="{870C7E2B-546C-46D4-A5E0-BA3E693105BA}"/>
              </a:ext>
            </a:extLst>
          </p:cNvPr>
          <p:cNvSpPr>
            <a:spLocks noGrp="1"/>
          </p:cNvSpPr>
          <p:nvPr/>
        </p:nvSpPr>
        <p:spPr>
          <a:xfrm>
            <a:off x="1724769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" name="!!source-10-dom-5-1-3-5-outline">
            <a:extLst>
              <a:ext uri="{FF2B5EF4-FFF2-40B4-BE49-F238E27FC236}">
                <a16:creationId xmlns:a16="http://schemas.microsoft.com/office/drawing/2014/main" id="{10AAE1D1-F8CA-44E5-9D68-53A4D022935E}"/>
              </a:ext>
            </a:extLst>
          </p:cNvPr>
          <p:cNvSpPr>
            <a:spLocks noGrp="1"/>
          </p:cNvSpPr>
          <p:nvPr/>
        </p:nvSpPr>
        <p:spPr>
          <a:xfrm>
            <a:off x="1734294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!!source-10-dom-5-1-3-8-fill">
            <a:extLst>
              <a:ext uri="{FF2B5EF4-FFF2-40B4-BE49-F238E27FC236}">
                <a16:creationId xmlns:a16="http://schemas.microsoft.com/office/drawing/2014/main" id="{E3F597E5-FAAF-4083-B455-9D2F012B92C0}"/>
              </a:ext>
            </a:extLst>
          </p:cNvPr>
          <p:cNvSpPr>
            <a:spLocks noGrp="1"/>
          </p:cNvSpPr>
          <p:nvPr/>
        </p:nvSpPr>
        <p:spPr>
          <a:xfrm>
            <a:off x="2401788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10-dom-5-1-3-8-outline">
            <a:extLst>
              <a:ext uri="{FF2B5EF4-FFF2-40B4-BE49-F238E27FC236}">
                <a16:creationId xmlns:a16="http://schemas.microsoft.com/office/drawing/2014/main" id="{97F91090-B7E8-466E-86B8-7DBC7E267C16}"/>
              </a:ext>
            </a:extLst>
          </p:cNvPr>
          <p:cNvSpPr>
            <a:spLocks noGrp="1"/>
          </p:cNvSpPr>
          <p:nvPr/>
        </p:nvSpPr>
        <p:spPr>
          <a:xfrm>
            <a:off x="2411313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!!source-10-dom-5-1-3-11-fill">
            <a:extLst>
              <a:ext uri="{FF2B5EF4-FFF2-40B4-BE49-F238E27FC236}">
                <a16:creationId xmlns:a16="http://schemas.microsoft.com/office/drawing/2014/main" id="{3DC0A60A-855E-4B58-8461-804CA180DD91}"/>
              </a:ext>
            </a:extLst>
          </p:cNvPr>
          <p:cNvSpPr>
            <a:spLocks noGrp="1"/>
          </p:cNvSpPr>
          <p:nvPr/>
        </p:nvSpPr>
        <p:spPr>
          <a:xfrm>
            <a:off x="3078956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10-dom-5-1-3-11-outline">
            <a:extLst>
              <a:ext uri="{FF2B5EF4-FFF2-40B4-BE49-F238E27FC236}">
                <a16:creationId xmlns:a16="http://schemas.microsoft.com/office/drawing/2014/main" id="{C3F19E4A-2CE3-469E-9893-D3462C93AF4B}"/>
              </a:ext>
            </a:extLst>
          </p:cNvPr>
          <p:cNvSpPr>
            <a:spLocks noGrp="1"/>
          </p:cNvSpPr>
          <p:nvPr/>
        </p:nvSpPr>
        <p:spPr>
          <a:xfrm>
            <a:off x="3088481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!!source-10-dom-5-1-3-14-fill">
            <a:extLst>
              <a:ext uri="{FF2B5EF4-FFF2-40B4-BE49-F238E27FC236}">
                <a16:creationId xmlns:a16="http://schemas.microsoft.com/office/drawing/2014/main" id="{2A530066-1BE4-443C-94B0-C546A06DEE18}"/>
              </a:ext>
            </a:extLst>
          </p:cNvPr>
          <p:cNvSpPr>
            <a:spLocks noGrp="1"/>
          </p:cNvSpPr>
          <p:nvPr/>
        </p:nvSpPr>
        <p:spPr>
          <a:xfrm>
            <a:off x="3755975" y="2809875"/>
            <a:ext cx="619870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" name="!!source-10-dom-5-1-3-14-outline">
            <a:extLst>
              <a:ext uri="{FF2B5EF4-FFF2-40B4-BE49-F238E27FC236}">
                <a16:creationId xmlns:a16="http://schemas.microsoft.com/office/drawing/2014/main" id="{4E9CE8FA-2967-4BF8-91EB-563E6619B291}"/>
              </a:ext>
            </a:extLst>
          </p:cNvPr>
          <p:cNvSpPr>
            <a:spLocks noGrp="1"/>
          </p:cNvSpPr>
          <p:nvPr/>
        </p:nvSpPr>
        <p:spPr>
          <a:xfrm>
            <a:off x="3765500" y="2819400"/>
            <a:ext cx="600820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10-dom-5-1-3-17-fill">
            <a:extLst>
              <a:ext uri="{FF2B5EF4-FFF2-40B4-BE49-F238E27FC236}">
                <a16:creationId xmlns:a16="http://schemas.microsoft.com/office/drawing/2014/main" id="{78F6D94C-D2E1-4284-8567-31DFFB0CE0A8}"/>
              </a:ext>
            </a:extLst>
          </p:cNvPr>
          <p:cNvSpPr>
            <a:spLocks noGrp="1"/>
          </p:cNvSpPr>
          <p:nvPr/>
        </p:nvSpPr>
        <p:spPr>
          <a:xfrm>
            <a:off x="4432994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10-dom-5-1-3-17-outline">
            <a:extLst>
              <a:ext uri="{FF2B5EF4-FFF2-40B4-BE49-F238E27FC236}">
                <a16:creationId xmlns:a16="http://schemas.microsoft.com/office/drawing/2014/main" id="{AAAF8878-E8B3-4589-9A24-0773EE137BE0}"/>
              </a:ext>
            </a:extLst>
          </p:cNvPr>
          <p:cNvSpPr>
            <a:spLocks noGrp="1"/>
          </p:cNvSpPr>
          <p:nvPr/>
        </p:nvSpPr>
        <p:spPr>
          <a:xfrm>
            <a:off x="4442519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!!source-10-dom-5-1-3-20-fill">
            <a:extLst>
              <a:ext uri="{FF2B5EF4-FFF2-40B4-BE49-F238E27FC236}">
                <a16:creationId xmlns:a16="http://schemas.microsoft.com/office/drawing/2014/main" id="{45976344-15CB-4F90-A88D-BC60477352E4}"/>
              </a:ext>
            </a:extLst>
          </p:cNvPr>
          <p:cNvSpPr>
            <a:spLocks noGrp="1"/>
          </p:cNvSpPr>
          <p:nvPr/>
        </p:nvSpPr>
        <p:spPr>
          <a:xfrm>
            <a:off x="5110163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10-dom-5-1-3-20-outline">
            <a:extLst>
              <a:ext uri="{FF2B5EF4-FFF2-40B4-BE49-F238E27FC236}">
                <a16:creationId xmlns:a16="http://schemas.microsoft.com/office/drawing/2014/main" id="{6DCB0286-05BD-4211-8954-EC6138F4351E}"/>
              </a:ext>
            </a:extLst>
          </p:cNvPr>
          <p:cNvSpPr>
            <a:spLocks noGrp="1"/>
          </p:cNvSpPr>
          <p:nvPr/>
        </p:nvSpPr>
        <p:spPr>
          <a:xfrm>
            <a:off x="5119688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10-dom-5-1-3-23-fill">
            <a:extLst>
              <a:ext uri="{FF2B5EF4-FFF2-40B4-BE49-F238E27FC236}">
                <a16:creationId xmlns:a16="http://schemas.microsoft.com/office/drawing/2014/main" id="{2CF4416A-A8D6-4C67-9383-3A583100899F}"/>
              </a:ext>
            </a:extLst>
          </p:cNvPr>
          <p:cNvSpPr>
            <a:spLocks noGrp="1"/>
          </p:cNvSpPr>
          <p:nvPr/>
        </p:nvSpPr>
        <p:spPr>
          <a:xfrm>
            <a:off x="5787182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10-dom-5-1-3-23-outline">
            <a:extLst>
              <a:ext uri="{FF2B5EF4-FFF2-40B4-BE49-F238E27FC236}">
                <a16:creationId xmlns:a16="http://schemas.microsoft.com/office/drawing/2014/main" id="{64CFFDE2-E9AC-4083-94F5-0276335F3ECA}"/>
              </a:ext>
            </a:extLst>
          </p:cNvPr>
          <p:cNvSpPr>
            <a:spLocks noGrp="1"/>
          </p:cNvSpPr>
          <p:nvPr/>
        </p:nvSpPr>
        <p:spPr>
          <a:xfrm>
            <a:off x="5796707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10-dom-5-1-3-26-fill">
            <a:extLst>
              <a:ext uri="{FF2B5EF4-FFF2-40B4-BE49-F238E27FC236}">
                <a16:creationId xmlns:a16="http://schemas.microsoft.com/office/drawing/2014/main" id="{8F83CE96-126F-4707-BBA0-57126E00EA9F}"/>
              </a:ext>
            </a:extLst>
          </p:cNvPr>
          <p:cNvSpPr>
            <a:spLocks noGrp="1"/>
          </p:cNvSpPr>
          <p:nvPr/>
        </p:nvSpPr>
        <p:spPr>
          <a:xfrm>
            <a:off x="6464201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10-dom-5-1-3-26-outline">
            <a:extLst>
              <a:ext uri="{FF2B5EF4-FFF2-40B4-BE49-F238E27FC236}">
                <a16:creationId xmlns:a16="http://schemas.microsoft.com/office/drawing/2014/main" id="{D18D6330-9DE8-413E-A1FB-1B063F16142D}"/>
              </a:ext>
            </a:extLst>
          </p:cNvPr>
          <p:cNvSpPr>
            <a:spLocks noGrp="1"/>
          </p:cNvSpPr>
          <p:nvPr/>
        </p:nvSpPr>
        <p:spPr>
          <a:xfrm>
            <a:off x="6473726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10-dom-5-1-3-26-0-0-text-0">
            <a:extLst>
              <a:ext uri="{FF2B5EF4-FFF2-40B4-BE49-F238E27FC236}">
                <a16:creationId xmlns:a16="http://schemas.microsoft.com/office/drawing/2014/main" id="{66863C25-918A-402D-BD3A-0E403EAF6D2D}"/>
              </a:ext>
            </a:extLst>
          </p:cNvPr>
          <p:cNvSpPr>
            <a:spLocks noGrp="1"/>
          </p:cNvSpPr>
          <p:nvPr/>
        </p:nvSpPr>
        <p:spPr>
          <a:xfrm>
            <a:off x="6640562" y="2976562"/>
            <a:ext cx="31477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V1</a:t>
            </a:r>
          </a:p>
        </p:txBody>
      </p:sp>
      <p:sp>
        <p:nvSpPr>
          <p:cNvPr id="34" name="!!source-10-dom-5-1-3-29-fill">
            <a:extLst>
              <a:ext uri="{FF2B5EF4-FFF2-40B4-BE49-F238E27FC236}">
                <a16:creationId xmlns:a16="http://schemas.microsoft.com/office/drawing/2014/main" id="{23D79281-0AA5-42D1-B190-51F4ADCEB4A5}"/>
              </a:ext>
            </a:extLst>
          </p:cNvPr>
          <p:cNvSpPr>
            <a:spLocks noGrp="1"/>
          </p:cNvSpPr>
          <p:nvPr/>
        </p:nvSpPr>
        <p:spPr>
          <a:xfrm>
            <a:off x="7141369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10-dom-5-1-3-29-outline">
            <a:extLst>
              <a:ext uri="{FF2B5EF4-FFF2-40B4-BE49-F238E27FC236}">
                <a16:creationId xmlns:a16="http://schemas.microsoft.com/office/drawing/2014/main" id="{D921F3D1-64BC-46AA-BACD-5C98838DBEC7}"/>
              </a:ext>
            </a:extLst>
          </p:cNvPr>
          <p:cNvSpPr>
            <a:spLocks noGrp="1"/>
          </p:cNvSpPr>
          <p:nvPr/>
        </p:nvSpPr>
        <p:spPr>
          <a:xfrm>
            <a:off x="7150894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!!source-10-dom-5-1-3-32-fill">
            <a:extLst>
              <a:ext uri="{FF2B5EF4-FFF2-40B4-BE49-F238E27FC236}">
                <a16:creationId xmlns:a16="http://schemas.microsoft.com/office/drawing/2014/main" id="{2790856A-F1AC-4F36-AB68-44AB6CA8674A}"/>
              </a:ext>
            </a:extLst>
          </p:cNvPr>
          <p:cNvSpPr>
            <a:spLocks noGrp="1"/>
          </p:cNvSpPr>
          <p:nvPr/>
        </p:nvSpPr>
        <p:spPr>
          <a:xfrm>
            <a:off x="7818388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10-dom-5-1-3-32-outline">
            <a:extLst>
              <a:ext uri="{FF2B5EF4-FFF2-40B4-BE49-F238E27FC236}">
                <a16:creationId xmlns:a16="http://schemas.microsoft.com/office/drawing/2014/main" id="{3524A4F9-2041-4AEA-A7F5-B2DA8E009073}"/>
              </a:ext>
            </a:extLst>
          </p:cNvPr>
          <p:cNvSpPr>
            <a:spLocks noGrp="1"/>
          </p:cNvSpPr>
          <p:nvPr/>
        </p:nvSpPr>
        <p:spPr>
          <a:xfrm>
            <a:off x="7827913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10-dom-5-1-3-35-fill">
            <a:extLst>
              <a:ext uri="{FF2B5EF4-FFF2-40B4-BE49-F238E27FC236}">
                <a16:creationId xmlns:a16="http://schemas.microsoft.com/office/drawing/2014/main" id="{96269015-7313-4917-969E-B13BC3DD0CA3}"/>
              </a:ext>
            </a:extLst>
          </p:cNvPr>
          <p:cNvSpPr>
            <a:spLocks noGrp="1"/>
          </p:cNvSpPr>
          <p:nvPr/>
        </p:nvSpPr>
        <p:spPr>
          <a:xfrm>
            <a:off x="8495407" y="2809875"/>
            <a:ext cx="620017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10-dom-5-1-3-35-outline">
            <a:extLst>
              <a:ext uri="{FF2B5EF4-FFF2-40B4-BE49-F238E27FC236}">
                <a16:creationId xmlns:a16="http://schemas.microsoft.com/office/drawing/2014/main" id="{4986982C-1C8B-494B-B6CC-A3DB4E13CDE6}"/>
              </a:ext>
            </a:extLst>
          </p:cNvPr>
          <p:cNvSpPr>
            <a:spLocks noGrp="1"/>
          </p:cNvSpPr>
          <p:nvPr/>
        </p:nvSpPr>
        <p:spPr>
          <a:xfrm>
            <a:off x="8504932" y="2819400"/>
            <a:ext cx="600967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10-dom-5-1-3-38-fill">
            <a:extLst>
              <a:ext uri="{FF2B5EF4-FFF2-40B4-BE49-F238E27FC236}">
                <a16:creationId xmlns:a16="http://schemas.microsoft.com/office/drawing/2014/main" id="{924F220E-09BC-44F0-A979-856AA5FC1C38}"/>
              </a:ext>
            </a:extLst>
          </p:cNvPr>
          <p:cNvSpPr>
            <a:spLocks noGrp="1"/>
          </p:cNvSpPr>
          <p:nvPr/>
        </p:nvSpPr>
        <p:spPr>
          <a:xfrm>
            <a:off x="9172576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10-dom-5-1-3-38-outline">
            <a:extLst>
              <a:ext uri="{FF2B5EF4-FFF2-40B4-BE49-F238E27FC236}">
                <a16:creationId xmlns:a16="http://schemas.microsoft.com/office/drawing/2014/main" id="{E796149F-1B90-4113-907B-C13CF1AB15BD}"/>
              </a:ext>
            </a:extLst>
          </p:cNvPr>
          <p:cNvSpPr>
            <a:spLocks noGrp="1"/>
          </p:cNvSpPr>
          <p:nvPr/>
        </p:nvSpPr>
        <p:spPr>
          <a:xfrm>
            <a:off x="9182101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!!source-10-dom-5-1-3-41-fill">
            <a:extLst>
              <a:ext uri="{FF2B5EF4-FFF2-40B4-BE49-F238E27FC236}">
                <a16:creationId xmlns:a16="http://schemas.microsoft.com/office/drawing/2014/main" id="{42CF9FC7-533E-4F1D-9457-183FE2F18393}"/>
              </a:ext>
            </a:extLst>
          </p:cNvPr>
          <p:cNvSpPr>
            <a:spLocks noGrp="1"/>
          </p:cNvSpPr>
          <p:nvPr/>
        </p:nvSpPr>
        <p:spPr>
          <a:xfrm>
            <a:off x="9849595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4" name="!!source-10-dom-5-1-3-41-outline">
            <a:extLst>
              <a:ext uri="{FF2B5EF4-FFF2-40B4-BE49-F238E27FC236}">
                <a16:creationId xmlns:a16="http://schemas.microsoft.com/office/drawing/2014/main" id="{CD735CE2-F604-4F4F-904C-14510462FB52}"/>
              </a:ext>
            </a:extLst>
          </p:cNvPr>
          <p:cNvSpPr>
            <a:spLocks noGrp="1"/>
          </p:cNvSpPr>
          <p:nvPr/>
        </p:nvSpPr>
        <p:spPr>
          <a:xfrm>
            <a:off x="9859120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10-dom-5-1-3-41-0-0-text-0">
            <a:extLst>
              <a:ext uri="{FF2B5EF4-FFF2-40B4-BE49-F238E27FC236}">
                <a16:creationId xmlns:a16="http://schemas.microsoft.com/office/drawing/2014/main" id="{DDB4A5A2-3C1C-4259-BD88-42DA8F8FF72D}"/>
              </a:ext>
            </a:extLst>
          </p:cNvPr>
          <p:cNvSpPr>
            <a:spLocks noGrp="1"/>
          </p:cNvSpPr>
          <p:nvPr/>
        </p:nvSpPr>
        <p:spPr>
          <a:xfrm>
            <a:off x="10006756" y="2976562"/>
            <a:ext cx="3531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V2</a:t>
            </a:r>
          </a:p>
        </p:txBody>
      </p:sp>
      <p:sp>
        <p:nvSpPr>
          <p:cNvPr id="46" name="!!source-10-dom-5-1-3-44-fill">
            <a:extLst>
              <a:ext uri="{FF2B5EF4-FFF2-40B4-BE49-F238E27FC236}">
                <a16:creationId xmlns:a16="http://schemas.microsoft.com/office/drawing/2014/main" id="{6BE19060-196E-410F-BAA3-6D294EA3507E}"/>
              </a:ext>
            </a:extLst>
          </p:cNvPr>
          <p:cNvSpPr>
            <a:spLocks noGrp="1"/>
          </p:cNvSpPr>
          <p:nvPr/>
        </p:nvSpPr>
        <p:spPr>
          <a:xfrm>
            <a:off x="10526614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10-dom-5-1-3-44-outline">
            <a:extLst>
              <a:ext uri="{FF2B5EF4-FFF2-40B4-BE49-F238E27FC236}">
                <a16:creationId xmlns:a16="http://schemas.microsoft.com/office/drawing/2014/main" id="{59A3D6CD-2845-4DC5-9098-A225CF4C1C8B}"/>
              </a:ext>
            </a:extLst>
          </p:cNvPr>
          <p:cNvSpPr>
            <a:spLocks noGrp="1"/>
          </p:cNvSpPr>
          <p:nvPr/>
        </p:nvSpPr>
        <p:spPr>
          <a:xfrm>
            <a:off x="10536139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!!source-10-dom-5-1-3-47-fill">
            <a:extLst>
              <a:ext uri="{FF2B5EF4-FFF2-40B4-BE49-F238E27FC236}">
                <a16:creationId xmlns:a16="http://schemas.microsoft.com/office/drawing/2014/main" id="{D10D9E0F-1C87-40F4-AA58-EB93E2E34CAF}"/>
              </a:ext>
            </a:extLst>
          </p:cNvPr>
          <p:cNvSpPr>
            <a:spLocks noGrp="1"/>
          </p:cNvSpPr>
          <p:nvPr/>
        </p:nvSpPr>
        <p:spPr>
          <a:xfrm>
            <a:off x="11203782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10-dom-5-1-3-47-outline">
            <a:extLst>
              <a:ext uri="{FF2B5EF4-FFF2-40B4-BE49-F238E27FC236}">
                <a16:creationId xmlns:a16="http://schemas.microsoft.com/office/drawing/2014/main" id="{B622CD8A-F7C4-480E-AD65-52B00AB66124}"/>
              </a:ext>
            </a:extLst>
          </p:cNvPr>
          <p:cNvSpPr>
            <a:spLocks noGrp="1"/>
          </p:cNvSpPr>
          <p:nvPr/>
        </p:nvSpPr>
        <p:spPr>
          <a:xfrm>
            <a:off x="11213307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!!source-10-dom-5-1-3-50-fill">
            <a:extLst>
              <a:ext uri="{FF2B5EF4-FFF2-40B4-BE49-F238E27FC236}">
                <a16:creationId xmlns:a16="http://schemas.microsoft.com/office/drawing/2014/main" id="{FB08C265-2111-4EC0-AE7B-DD4502186F05}"/>
              </a:ext>
            </a:extLst>
          </p:cNvPr>
          <p:cNvSpPr>
            <a:spLocks noGrp="1"/>
          </p:cNvSpPr>
          <p:nvPr/>
        </p:nvSpPr>
        <p:spPr>
          <a:xfrm>
            <a:off x="11880801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1" name="!!source-10-dom-5-1-3-50-outline">
            <a:extLst>
              <a:ext uri="{FF2B5EF4-FFF2-40B4-BE49-F238E27FC236}">
                <a16:creationId xmlns:a16="http://schemas.microsoft.com/office/drawing/2014/main" id="{C0EE5110-350C-49EE-9CBA-D48270C86395}"/>
              </a:ext>
            </a:extLst>
          </p:cNvPr>
          <p:cNvSpPr>
            <a:spLocks noGrp="1"/>
          </p:cNvSpPr>
          <p:nvPr/>
        </p:nvSpPr>
        <p:spPr>
          <a:xfrm>
            <a:off x="11890326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!!source-10-dom-5-1-3-53-fill">
            <a:extLst>
              <a:ext uri="{FF2B5EF4-FFF2-40B4-BE49-F238E27FC236}">
                <a16:creationId xmlns:a16="http://schemas.microsoft.com/office/drawing/2014/main" id="{AE89DEE5-9105-424D-9EB1-6923B3679239}"/>
              </a:ext>
            </a:extLst>
          </p:cNvPr>
          <p:cNvSpPr>
            <a:spLocks noGrp="1"/>
          </p:cNvSpPr>
          <p:nvPr/>
        </p:nvSpPr>
        <p:spPr>
          <a:xfrm>
            <a:off x="12557819" y="2809875"/>
            <a:ext cx="62001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3" name="!!source-10-dom-5-1-3-53-outline">
            <a:extLst>
              <a:ext uri="{FF2B5EF4-FFF2-40B4-BE49-F238E27FC236}">
                <a16:creationId xmlns:a16="http://schemas.microsoft.com/office/drawing/2014/main" id="{91125EA2-0F81-4275-843D-24B38431ECD9}"/>
              </a:ext>
            </a:extLst>
          </p:cNvPr>
          <p:cNvSpPr>
            <a:spLocks noGrp="1"/>
          </p:cNvSpPr>
          <p:nvPr/>
        </p:nvSpPr>
        <p:spPr>
          <a:xfrm>
            <a:off x="12567344" y="2819400"/>
            <a:ext cx="60096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!!source-10-dom-5-1-3-56-fill">
            <a:extLst>
              <a:ext uri="{FF2B5EF4-FFF2-40B4-BE49-F238E27FC236}">
                <a16:creationId xmlns:a16="http://schemas.microsoft.com/office/drawing/2014/main" id="{1807EC0F-EA29-4E76-BC36-BE1476CF4508}"/>
              </a:ext>
            </a:extLst>
          </p:cNvPr>
          <p:cNvSpPr>
            <a:spLocks noGrp="1"/>
          </p:cNvSpPr>
          <p:nvPr/>
        </p:nvSpPr>
        <p:spPr>
          <a:xfrm>
            <a:off x="13234988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5" name="!!source-10-dom-5-1-3-56-outline">
            <a:extLst>
              <a:ext uri="{FF2B5EF4-FFF2-40B4-BE49-F238E27FC236}">
                <a16:creationId xmlns:a16="http://schemas.microsoft.com/office/drawing/2014/main" id="{A22F9B3B-0FC3-4DA3-8B41-884451DA2B02}"/>
              </a:ext>
            </a:extLst>
          </p:cNvPr>
          <p:cNvSpPr>
            <a:spLocks noGrp="1"/>
          </p:cNvSpPr>
          <p:nvPr/>
        </p:nvSpPr>
        <p:spPr>
          <a:xfrm>
            <a:off x="13244513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!!source-10-dom-5-1-3-59-fill">
            <a:extLst>
              <a:ext uri="{FF2B5EF4-FFF2-40B4-BE49-F238E27FC236}">
                <a16:creationId xmlns:a16="http://schemas.microsoft.com/office/drawing/2014/main" id="{A26D6B53-EDB5-4B3E-82AE-2B720AF34F82}"/>
              </a:ext>
            </a:extLst>
          </p:cNvPr>
          <p:cNvSpPr>
            <a:spLocks noGrp="1"/>
          </p:cNvSpPr>
          <p:nvPr/>
        </p:nvSpPr>
        <p:spPr>
          <a:xfrm>
            <a:off x="13912007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10-dom-5-1-3-59-outline">
            <a:extLst>
              <a:ext uri="{FF2B5EF4-FFF2-40B4-BE49-F238E27FC236}">
                <a16:creationId xmlns:a16="http://schemas.microsoft.com/office/drawing/2014/main" id="{0F0D4DAD-29C5-4B20-87CB-3F207F05B2D0}"/>
              </a:ext>
            </a:extLst>
          </p:cNvPr>
          <p:cNvSpPr>
            <a:spLocks noGrp="1"/>
          </p:cNvSpPr>
          <p:nvPr/>
        </p:nvSpPr>
        <p:spPr>
          <a:xfrm>
            <a:off x="13921532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10-dom-5-1-3-59-0-0-text-0">
            <a:extLst>
              <a:ext uri="{FF2B5EF4-FFF2-40B4-BE49-F238E27FC236}">
                <a16:creationId xmlns:a16="http://schemas.microsoft.com/office/drawing/2014/main" id="{C7749A3B-92F2-4A79-9D8C-99747E433DB1}"/>
              </a:ext>
            </a:extLst>
          </p:cNvPr>
          <p:cNvSpPr>
            <a:spLocks noGrp="1"/>
          </p:cNvSpPr>
          <p:nvPr/>
        </p:nvSpPr>
        <p:spPr>
          <a:xfrm>
            <a:off x="14068425" y="2976562"/>
            <a:ext cx="35450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V3</a:t>
            </a:r>
          </a:p>
        </p:txBody>
      </p:sp>
      <p:sp>
        <p:nvSpPr>
          <p:cNvPr id="59" name="!!source-10-dom-5-1-3-62-fill">
            <a:extLst>
              <a:ext uri="{FF2B5EF4-FFF2-40B4-BE49-F238E27FC236}">
                <a16:creationId xmlns:a16="http://schemas.microsoft.com/office/drawing/2014/main" id="{79411CA2-E4E5-4CC7-9C1B-414FD5B657E9}"/>
              </a:ext>
            </a:extLst>
          </p:cNvPr>
          <p:cNvSpPr>
            <a:spLocks noGrp="1"/>
          </p:cNvSpPr>
          <p:nvPr/>
        </p:nvSpPr>
        <p:spPr>
          <a:xfrm>
            <a:off x="14589026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0" name="!!source-10-dom-5-1-3-62-outline">
            <a:extLst>
              <a:ext uri="{FF2B5EF4-FFF2-40B4-BE49-F238E27FC236}">
                <a16:creationId xmlns:a16="http://schemas.microsoft.com/office/drawing/2014/main" id="{7C6CDCC9-CD6C-4E22-91A9-BAD397714F9B}"/>
              </a:ext>
            </a:extLst>
          </p:cNvPr>
          <p:cNvSpPr>
            <a:spLocks noGrp="1"/>
          </p:cNvSpPr>
          <p:nvPr/>
        </p:nvSpPr>
        <p:spPr>
          <a:xfrm>
            <a:off x="14598551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!!source-10-dom-5-1-3-65-fill">
            <a:extLst>
              <a:ext uri="{FF2B5EF4-FFF2-40B4-BE49-F238E27FC236}">
                <a16:creationId xmlns:a16="http://schemas.microsoft.com/office/drawing/2014/main" id="{5AB7B162-3AD4-416C-883A-3724BA60D6F4}"/>
              </a:ext>
            </a:extLst>
          </p:cNvPr>
          <p:cNvSpPr>
            <a:spLocks noGrp="1"/>
          </p:cNvSpPr>
          <p:nvPr/>
        </p:nvSpPr>
        <p:spPr>
          <a:xfrm>
            <a:off x="15266194" y="2809875"/>
            <a:ext cx="619870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2" name="!!source-10-dom-5-1-3-65-outline">
            <a:extLst>
              <a:ext uri="{FF2B5EF4-FFF2-40B4-BE49-F238E27FC236}">
                <a16:creationId xmlns:a16="http://schemas.microsoft.com/office/drawing/2014/main" id="{C73751E1-D5C4-4FCA-9E78-CF59DA8AD8AD}"/>
              </a:ext>
            </a:extLst>
          </p:cNvPr>
          <p:cNvSpPr>
            <a:spLocks noGrp="1"/>
          </p:cNvSpPr>
          <p:nvPr/>
        </p:nvSpPr>
        <p:spPr>
          <a:xfrm>
            <a:off x="15275719" y="2819400"/>
            <a:ext cx="600820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!!source-10-dom-5-1-3-68-fill">
            <a:extLst>
              <a:ext uri="{FF2B5EF4-FFF2-40B4-BE49-F238E27FC236}">
                <a16:creationId xmlns:a16="http://schemas.microsoft.com/office/drawing/2014/main" id="{684DD3D7-E532-44AF-9CD4-A3FB0B34F7CD}"/>
              </a:ext>
            </a:extLst>
          </p:cNvPr>
          <p:cNvSpPr>
            <a:spLocks noGrp="1"/>
          </p:cNvSpPr>
          <p:nvPr/>
        </p:nvSpPr>
        <p:spPr>
          <a:xfrm>
            <a:off x="15943213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10-dom-5-1-3-68-outline">
            <a:extLst>
              <a:ext uri="{FF2B5EF4-FFF2-40B4-BE49-F238E27FC236}">
                <a16:creationId xmlns:a16="http://schemas.microsoft.com/office/drawing/2014/main" id="{D65B4C36-6C9F-46A5-8523-864DFF4A57A3}"/>
              </a:ext>
            </a:extLst>
          </p:cNvPr>
          <p:cNvSpPr>
            <a:spLocks noGrp="1"/>
          </p:cNvSpPr>
          <p:nvPr/>
        </p:nvSpPr>
        <p:spPr>
          <a:xfrm>
            <a:off x="15952738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10-dom-5-1-3-71-fill">
            <a:extLst>
              <a:ext uri="{FF2B5EF4-FFF2-40B4-BE49-F238E27FC236}">
                <a16:creationId xmlns:a16="http://schemas.microsoft.com/office/drawing/2014/main" id="{6B842A2E-11A5-4783-ADB2-9753C5BD0802}"/>
              </a:ext>
            </a:extLst>
          </p:cNvPr>
          <p:cNvSpPr>
            <a:spLocks noGrp="1"/>
          </p:cNvSpPr>
          <p:nvPr/>
        </p:nvSpPr>
        <p:spPr>
          <a:xfrm>
            <a:off x="16620233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10-dom-5-1-3-71-outline">
            <a:extLst>
              <a:ext uri="{FF2B5EF4-FFF2-40B4-BE49-F238E27FC236}">
                <a16:creationId xmlns:a16="http://schemas.microsoft.com/office/drawing/2014/main" id="{2498BCBE-D290-4144-A7F7-7212535AA27A}"/>
              </a:ext>
            </a:extLst>
          </p:cNvPr>
          <p:cNvSpPr>
            <a:spLocks noGrp="1"/>
          </p:cNvSpPr>
          <p:nvPr/>
        </p:nvSpPr>
        <p:spPr>
          <a:xfrm>
            <a:off x="16629758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10-dom-5-3-1-1-0-0-text-0">
            <a:extLst>
              <a:ext uri="{FF2B5EF4-FFF2-40B4-BE49-F238E27FC236}">
                <a16:creationId xmlns:a16="http://schemas.microsoft.com/office/drawing/2014/main" id="{8F9CB148-FDEE-4335-A7F0-90C4971335B2}"/>
              </a:ext>
            </a:extLst>
          </p:cNvPr>
          <p:cNvSpPr>
            <a:spLocks noGrp="1"/>
          </p:cNvSpPr>
          <p:nvPr/>
        </p:nvSpPr>
        <p:spPr>
          <a:xfrm>
            <a:off x="1047750" y="4086225"/>
            <a:ext cx="454521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112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AT V1'S SLOT, K+8: 16 KG ASKED</a:t>
            </a:r>
          </a:p>
        </p:txBody>
      </p:sp>
      <p:sp>
        <p:nvSpPr>
          <p:cNvPr id="69" name="!!source-10-dom-5-3-1-3-2-fill">
            <a:extLst>
              <a:ext uri="{FF2B5EF4-FFF2-40B4-BE49-F238E27FC236}">
                <a16:creationId xmlns:a16="http://schemas.microsoft.com/office/drawing/2014/main" id="{32EB976F-93C9-4012-9165-072B1512CD1D}"/>
              </a:ext>
            </a:extLst>
          </p:cNvPr>
          <p:cNvSpPr>
            <a:spLocks noGrp="1"/>
          </p:cNvSpPr>
          <p:nvPr/>
        </p:nvSpPr>
        <p:spPr>
          <a:xfrm>
            <a:off x="1047750" y="4543425"/>
            <a:ext cx="2543175" cy="676275"/>
          </a:xfrm>
          <a:prstGeom prst="roundRect">
            <a:avLst>
              <a:gd name="adj" fmla="val 8451"/>
            </a:avLst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0" name="!!source-10-dom-5-3-1-3-2-outline">
            <a:extLst>
              <a:ext uri="{FF2B5EF4-FFF2-40B4-BE49-F238E27FC236}">
                <a16:creationId xmlns:a16="http://schemas.microsoft.com/office/drawing/2014/main" id="{6C2D6752-850D-4AEA-92E0-33CED0C20A40}"/>
              </a:ext>
            </a:extLst>
          </p:cNvPr>
          <p:cNvSpPr>
            <a:spLocks noGrp="1"/>
          </p:cNvSpPr>
          <p:nvPr/>
        </p:nvSpPr>
        <p:spPr>
          <a:xfrm>
            <a:off x="1062037" y="4557713"/>
            <a:ext cx="2514600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!!source-10-dom-5-3-1-3-2-0-0-text-0">
            <a:extLst>
              <a:ext uri="{FF2B5EF4-FFF2-40B4-BE49-F238E27FC236}">
                <a16:creationId xmlns:a16="http://schemas.microsoft.com/office/drawing/2014/main" id="{B27B2AF8-F1C4-4C52-A6C0-0D7ADA13D965}"/>
              </a:ext>
            </a:extLst>
          </p:cNvPr>
          <p:cNvSpPr>
            <a:spLocks noGrp="1"/>
          </p:cNvSpPr>
          <p:nvPr/>
        </p:nvSpPr>
        <p:spPr>
          <a:xfrm>
            <a:off x="1808559" y="4724400"/>
            <a:ext cx="106918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72" name="!!source-10-dom-5-3-1-3-5-fill">
            <a:extLst>
              <a:ext uri="{FF2B5EF4-FFF2-40B4-BE49-F238E27FC236}">
                <a16:creationId xmlns:a16="http://schemas.microsoft.com/office/drawing/2014/main" id="{746556CD-AEE7-4D94-A36C-2B832EE9629B}"/>
              </a:ext>
            </a:extLst>
          </p:cNvPr>
          <p:cNvSpPr>
            <a:spLocks noGrp="1"/>
          </p:cNvSpPr>
          <p:nvPr/>
        </p:nvSpPr>
        <p:spPr>
          <a:xfrm>
            <a:off x="3705225" y="4543425"/>
            <a:ext cx="2543175" cy="676275"/>
          </a:xfrm>
          <a:prstGeom prst="roundRect">
            <a:avLst>
              <a:gd name="adj" fmla="val 8451"/>
            </a:avLst>
          </a:prstGeom>
          <a:solidFill>
            <a:srgbClr val="E8F3EC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10-dom-5-3-1-3-5-outline">
            <a:extLst>
              <a:ext uri="{FF2B5EF4-FFF2-40B4-BE49-F238E27FC236}">
                <a16:creationId xmlns:a16="http://schemas.microsoft.com/office/drawing/2014/main" id="{B389D022-D709-44A8-A711-79E6A4454038}"/>
              </a:ext>
            </a:extLst>
          </p:cNvPr>
          <p:cNvSpPr>
            <a:spLocks noGrp="1"/>
          </p:cNvSpPr>
          <p:nvPr/>
        </p:nvSpPr>
        <p:spPr>
          <a:xfrm>
            <a:off x="3719512" y="4557713"/>
            <a:ext cx="2514600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2E7D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!!source-10-dom-5-3-1-3-5-0-0-text-0">
            <a:extLst>
              <a:ext uri="{FF2B5EF4-FFF2-40B4-BE49-F238E27FC236}">
                <a16:creationId xmlns:a16="http://schemas.microsoft.com/office/drawing/2014/main" id="{6180B493-EA11-43F2-B537-4680612682A4}"/>
              </a:ext>
            </a:extLst>
          </p:cNvPr>
          <p:cNvSpPr>
            <a:spLocks noGrp="1"/>
          </p:cNvSpPr>
          <p:nvPr/>
        </p:nvSpPr>
        <p:spPr>
          <a:xfrm>
            <a:off x="4466035" y="4724400"/>
            <a:ext cx="106918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2E7D4F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2E7D4F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75" name="!!source-10-dom-5-3-1-3-8-fill">
            <a:extLst>
              <a:ext uri="{FF2B5EF4-FFF2-40B4-BE49-F238E27FC236}">
                <a16:creationId xmlns:a16="http://schemas.microsoft.com/office/drawing/2014/main" id="{C4E2D0B5-2925-4A33-8479-E46E47D0079E}"/>
              </a:ext>
            </a:extLst>
          </p:cNvPr>
          <p:cNvSpPr>
            <a:spLocks noGrp="1"/>
          </p:cNvSpPr>
          <p:nvPr/>
        </p:nvSpPr>
        <p:spPr>
          <a:xfrm>
            <a:off x="6362700" y="4543425"/>
            <a:ext cx="2543176" cy="676275"/>
          </a:xfrm>
          <a:prstGeom prst="roundRect">
            <a:avLst>
              <a:gd name="adj" fmla="val 8451"/>
            </a:avLst>
          </a:prstGeom>
          <a:solidFill>
            <a:srgbClr val="FAF6F3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10-dom-5-3-1-3-8-outline">
            <a:extLst>
              <a:ext uri="{FF2B5EF4-FFF2-40B4-BE49-F238E27FC236}">
                <a16:creationId xmlns:a16="http://schemas.microsoft.com/office/drawing/2014/main" id="{A3893A66-BBCE-4E05-BEDD-7E20E7E6B11A}"/>
              </a:ext>
            </a:extLst>
          </p:cNvPr>
          <p:cNvSpPr>
            <a:spLocks noGrp="1"/>
          </p:cNvSpPr>
          <p:nvPr/>
        </p:nvSpPr>
        <p:spPr>
          <a:xfrm>
            <a:off x="6376988" y="4557713"/>
            <a:ext cx="2514601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E6D9D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10-dom-5-3-1-3-8-0-0-text-0">
            <a:extLst>
              <a:ext uri="{FF2B5EF4-FFF2-40B4-BE49-F238E27FC236}">
                <a16:creationId xmlns:a16="http://schemas.microsoft.com/office/drawing/2014/main" id="{A536BB44-0650-4CD6-A132-3C99EF75E61A}"/>
              </a:ext>
            </a:extLst>
          </p:cNvPr>
          <p:cNvSpPr>
            <a:spLocks noGrp="1"/>
          </p:cNvSpPr>
          <p:nvPr/>
        </p:nvSpPr>
        <p:spPr>
          <a:xfrm>
            <a:off x="7480399" y="4724400"/>
            <a:ext cx="355253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T4</a:t>
            </a:r>
          </a:p>
        </p:txBody>
      </p:sp>
      <p:sp>
        <p:nvSpPr>
          <p:cNvPr id="78" name="!!source-10-dom-5-3-1-3-11-fill">
            <a:extLst>
              <a:ext uri="{FF2B5EF4-FFF2-40B4-BE49-F238E27FC236}">
                <a16:creationId xmlns:a16="http://schemas.microsoft.com/office/drawing/2014/main" id="{2BF30F8C-678A-49F0-ACCC-D762380D0A7B}"/>
              </a:ext>
            </a:extLst>
          </p:cNvPr>
          <p:cNvSpPr>
            <a:spLocks noGrp="1"/>
          </p:cNvSpPr>
          <p:nvPr/>
        </p:nvSpPr>
        <p:spPr>
          <a:xfrm>
            <a:off x="1047750" y="5334000"/>
            <a:ext cx="2543175" cy="676276"/>
          </a:xfrm>
          <a:prstGeom prst="roundRect">
            <a:avLst>
              <a:gd name="adj" fmla="val 8451"/>
            </a:avLst>
          </a:prstGeom>
          <a:solidFill>
            <a:srgbClr val="FAF6F3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10-dom-5-3-1-3-11-outline">
            <a:extLst>
              <a:ext uri="{FF2B5EF4-FFF2-40B4-BE49-F238E27FC236}">
                <a16:creationId xmlns:a16="http://schemas.microsoft.com/office/drawing/2014/main" id="{CCA9551E-ADCF-4543-B7AA-E9192CC08551}"/>
              </a:ext>
            </a:extLst>
          </p:cNvPr>
          <p:cNvSpPr>
            <a:spLocks noGrp="1"/>
          </p:cNvSpPr>
          <p:nvPr/>
        </p:nvSpPr>
        <p:spPr>
          <a:xfrm>
            <a:off x="1062037" y="5348287"/>
            <a:ext cx="2514600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E6D9D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!!source-10-dom-5-3-1-3-11-0-0-text-0">
            <a:extLst>
              <a:ext uri="{FF2B5EF4-FFF2-40B4-BE49-F238E27FC236}">
                <a16:creationId xmlns:a16="http://schemas.microsoft.com/office/drawing/2014/main" id="{8F6624F5-4032-4AE4-A831-25F126FA07A1}"/>
              </a:ext>
            </a:extLst>
          </p:cNvPr>
          <p:cNvSpPr>
            <a:spLocks noGrp="1"/>
          </p:cNvSpPr>
          <p:nvPr/>
        </p:nvSpPr>
        <p:spPr>
          <a:xfrm>
            <a:off x="1753493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T3₁ → T3₃</a:t>
            </a:r>
          </a:p>
        </p:txBody>
      </p:sp>
      <p:sp>
        <p:nvSpPr>
          <p:cNvPr id="81" name="!!source-10-dom-5-3-1-3-14-fill">
            <a:extLst>
              <a:ext uri="{FF2B5EF4-FFF2-40B4-BE49-F238E27FC236}">
                <a16:creationId xmlns:a16="http://schemas.microsoft.com/office/drawing/2014/main" id="{70AB013E-A7C8-41E3-A730-7598C52DBACB}"/>
              </a:ext>
            </a:extLst>
          </p:cNvPr>
          <p:cNvSpPr>
            <a:spLocks noGrp="1"/>
          </p:cNvSpPr>
          <p:nvPr/>
        </p:nvSpPr>
        <p:spPr>
          <a:xfrm>
            <a:off x="3705225" y="5334000"/>
            <a:ext cx="2543175" cy="676276"/>
          </a:xfrm>
          <a:prstGeom prst="roundRect">
            <a:avLst>
              <a:gd name="adj" fmla="val 8451"/>
            </a:avLst>
          </a:prstGeom>
          <a:solidFill>
            <a:srgbClr val="E8F3EC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2" name="!!source-10-dom-5-3-1-3-14-outline">
            <a:extLst>
              <a:ext uri="{FF2B5EF4-FFF2-40B4-BE49-F238E27FC236}">
                <a16:creationId xmlns:a16="http://schemas.microsoft.com/office/drawing/2014/main" id="{EDFA9C4D-7B8E-4E86-87DE-DD279AD5236B}"/>
              </a:ext>
            </a:extLst>
          </p:cNvPr>
          <p:cNvSpPr>
            <a:spLocks noGrp="1"/>
          </p:cNvSpPr>
          <p:nvPr/>
        </p:nvSpPr>
        <p:spPr>
          <a:xfrm>
            <a:off x="3719512" y="5348287"/>
            <a:ext cx="2514600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2E7D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!!source-10-dom-5-3-1-3-14-0-0-text-0">
            <a:extLst>
              <a:ext uri="{FF2B5EF4-FFF2-40B4-BE49-F238E27FC236}">
                <a16:creationId xmlns:a16="http://schemas.microsoft.com/office/drawing/2014/main" id="{605954AB-3F4B-48C7-AA79-E3CE7C07B40C}"/>
              </a:ext>
            </a:extLst>
          </p:cNvPr>
          <p:cNvSpPr>
            <a:spLocks noGrp="1"/>
          </p:cNvSpPr>
          <p:nvPr/>
        </p:nvSpPr>
        <p:spPr>
          <a:xfrm>
            <a:off x="4410968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2E7D4F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2E7D4F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T3₃ → T3₂</a:t>
            </a:r>
          </a:p>
        </p:txBody>
      </p:sp>
      <p:sp>
        <p:nvSpPr>
          <p:cNvPr id="84" name="!!source-10-dom-5-3-1-3-17-fill">
            <a:extLst>
              <a:ext uri="{FF2B5EF4-FFF2-40B4-BE49-F238E27FC236}">
                <a16:creationId xmlns:a16="http://schemas.microsoft.com/office/drawing/2014/main" id="{80B2D78F-4D46-46DE-975C-A8C9DF55AC8F}"/>
              </a:ext>
            </a:extLst>
          </p:cNvPr>
          <p:cNvSpPr>
            <a:spLocks noGrp="1"/>
          </p:cNvSpPr>
          <p:nvPr/>
        </p:nvSpPr>
        <p:spPr>
          <a:xfrm>
            <a:off x="6362700" y="5334000"/>
            <a:ext cx="2543176" cy="676276"/>
          </a:xfrm>
          <a:prstGeom prst="roundRect">
            <a:avLst>
              <a:gd name="adj" fmla="val 8451"/>
            </a:avLst>
          </a:prstGeom>
          <a:solidFill>
            <a:srgbClr val="FAF6F3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10-dom-5-3-1-3-17-outline">
            <a:extLst>
              <a:ext uri="{FF2B5EF4-FFF2-40B4-BE49-F238E27FC236}">
                <a16:creationId xmlns:a16="http://schemas.microsoft.com/office/drawing/2014/main" id="{71A8BC14-92F3-4281-A8DB-D1D795356D13}"/>
              </a:ext>
            </a:extLst>
          </p:cNvPr>
          <p:cNvSpPr>
            <a:spLocks noGrp="1"/>
          </p:cNvSpPr>
          <p:nvPr/>
        </p:nvSpPr>
        <p:spPr>
          <a:xfrm>
            <a:off x="6376988" y="5348287"/>
            <a:ext cx="2514601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E6D9D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!!source-10-dom-5-3-1-3-17-0-0-text-0">
            <a:extLst>
              <a:ext uri="{FF2B5EF4-FFF2-40B4-BE49-F238E27FC236}">
                <a16:creationId xmlns:a16="http://schemas.microsoft.com/office/drawing/2014/main" id="{19AF395E-9DB2-49A1-8BAE-4265A2B4D4A8}"/>
              </a:ext>
            </a:extLst>
          </p:cNvPr>
          <p:cNvSpPr>
            <a:spLocks noGrp="1"/>
          </p:cNvSpPr>
          <p:nvPr/>
        </p:nvSpPr>
        <p:spPr>
          <a:xfrm>
            <a:off x="7068443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T3₂</a:t>
            </a:r>
          </a:p>
        </p:txBody>
      </p:sp>
      <p:sp>
        <p:nvSpPr>
          <p:cNvPr id="87" name="!!source-10-dom-5-3-1-5-1-0-text-0">
            <a:extLst>
              <a:ext uri="{FF2B5EF4-FFF2-40B4-BE49-F238E27FC236}">
                <a16:creationId xmlns:a16="http://schemas.microsoft.com/office/drawing/2014/main" id="{D33BAEA4-77C9-4108-8E7B-22115F77E3AD}"/>
              </a:ext>
            </a:extLst>
          </p:cNvPr>
          <p:cNvSpPr>
            <a:spLocks noGrp="1"/>
          </p:cNvSpPr>
          <p:nvPr/>
        </p:nvSpPr>
        <p:spPr>
          <a:xfrm>
            <a:off x="1047750" y="6181725"/>
            <a:ext cx="670054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325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 dirty="0" err="1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Σ</a:t>
            </a:r>
            <a:r>
              <a:rPr sz="2325" b="0" i="0" spc="-6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selected = booked flag </a:t>
            </a:r>
            <a:r>
              <a:rPr lang="es-ES" sz="2325" b="1" spc="-6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BUT</a:t>
            </a:r>
            <a:r>
              <a:rPr sz="2325" b="0" i="0" spc="-6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selected ≤ feasible</a:t>
            </a:r>
          </a:p>
        </p:txBody>
      </p:sp>
      <p:sp>
        <p:nvSpPr>
          <p:cNvPr id="88" name="!!source-10-dom-5-3-1-5-3-0-text-0">
            <a:extLst>
              <a:ext uri="{FF2B5EF4-FFF2-40B4-BE49-F238E27FC236}">
                <a16:creationId xmlns:a16="http://schemas.microsoft.com/office/drawing/2014/main" id="{AF9D61CB-DBEB-4CDC-AAE0-1155F2BCC868}"/>
              </a:ext>
            </a:extLst>
          </p:cNvPr>
          <p:cNvSpPr>
            <a:spLocks noGrp="1"/>
          </p:cNvSpPr>
          <p:nvPr/>
        </p:nvSpPr>
        <p:spPr>
          <a:xfrm>
            <a:off x="1047750" y="6690271"/>
            <a:ext cx="7808119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Only the selected pattern passes its per-tank masses</a:t>
            </a:r>
          </a:p>
        </p:txBody>
      </p:sp>
      <p:sp>
        <p:nvSpPr>
          <p:cNvPr id="89" name="!!source-10-dom-5-3-1-5-3-0-text-1">
            <a:extLst>
              <a:ext uri="{FF2B5EF4-FFF2-40B4-BE49-F238E27FC236}">
                <a16:creationId xmlns:a16="http://schemas.microsoft.com/office/drawing/2014/main" id="{A48680E5-7E7A-452E-9DE6-D688E76CAC32}"/>
              </a:ext>
            </a:extLst>
          </p:cNvPr>
          <p:cNvSpPr>
            <a:spLocks noGrp="1"/>
          </p:cNvSpPr>
          <p:nvPr/>
        </p:nvSpPr>
        <p:spPr>
          <a:xfrm>
            <a:off x="1047750" y="7103566"/>
            <a:ext cx="1267123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through</a:t>
            </a:r>
          </a:p>
        </p:txBody>
      </p:sp>
      <p:sp>
        <p:nvSpPr>
          <p:cNvPr id="90" name="!!source-10-dom-5-3-3-1-0-0-text-0">
            <a:extLst>
              <a:ext uri="{FF2B5EF4-FFF2-40B4-BE49-F238E27FC236}">
                <a16:creationId xmlns:a16="http://schemas.microsoft.com/office/drawing/2014/main" id="{4740322F-3417-4917-AD50-DB340F52CEFC}"/>
              </a:ext>
            </a:extLst>
          </p:cNvPr>
          <p:cNvSpPr>
            <a:spLocks noGrp="1"/>
          </p:cNvSpPr>
          <p:nvPr/>
        </p:nvSpPr>
        <p:spPr>
          <a:xfrm>
            <a:off x="9382124" y="4086225"/>
            <a:ext cx="593229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TANK STATE AT K+9, THE SAMPLE AFTER V1</a:t>
            </a:r>
          </a:p>
        </p:txBody>
      </p:sp>
      <p:sp>
        <p:nvSpPr>
          <p:cNvPr id="91" name="!!source-10-dom-5-3-3-3-0-text-0">
            <a:extLst>
              <a:ext uri="{FF2B5EF4-FFF2-40B4-BE49-F238E27FC236}">
                <a16:creationId xmlns:a16="http://schemas.microsoft.com/office/drawing/2014/main" id="{E4443480-F945-470B-A3C2-160A4B9B1FF0}"/>
              </a:ext>
            </a:extLst>
          </p:cNvPr>
          <p:cNvSpPr>
            <a:spLocks noGrp="1"/>
          </p:cNvSpPr>
          <p:nvPr/>
        </p:nvSpPr>
        <p:spPr>
          <a:xfrm>
            <a:off x="9382124" y="4514850"/>
            <a:ext cx="701263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8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next state = state + compression − reserved</a:t>
            </a:r>
          </a:p>
        </p:txBody>
      </p:sp>
      <p:sp>
        <p:nvSpPr>
          <p:cNvPr id="92" name="!!source-10-dom-5-3-3-5-2-0-0-0-text-0">
            <a:extLst>
              <a:ext uri="{FF2B5EF4-FFF2-40B4-BE49-F238E27FC236}">
                <a16:creationId xmlns:a16="http://schemas.microsoft.com/office/drawing/2014/main" id="{C656F47F-1D04-4E6B-B057-6A7E8B6B5D0F}"/>
              </a:ext>
            </a:extLst>
          </p:cNvPr>
          <p:cNvSpPr>
            <a:spLocks noGrp="1"/>
          </p:cNvSpPr>
          <p:nvPr/>
        </p:nvSpPr>
        <p:spPr>
          <a:xfrm>
            <a:off x="10071646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93" name="!!source-10-dom-5-3-3-5-2-1-fill">
            <a:extLst>
              <a:ext uri="{FF2B5EF4-FFF2-40B4-BE49-F238E27FC236}">
                <a16:creationId xmlns:a16="http://schemas.microsoft.com/office/drawing/2014/main" id="{70C42BDC-2368-4383-98FC-77E86A6DC409}"/>
              </a:ext>
            </a:extLst>
          </p:cNvPr>
          <p:cNvSpPr>
            <a:spLocks noGrp="1"/>
          </p:cNvSpPr>
          <p:nvPr/>
        </p:nvSpPr>
        <p:spPr>
          <a:xfrm>
            <a:off x="9353550" y="5248275"/>
            <a:ext cx="1506737" cy="1866900"/>
          </a:xfrm>
          <a:prstGeom prst="roundRect">
            <a:avLst>
              <a:gd name="adj" fmla="val 7586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4" name="!!source-10-dom-5-3-3-5-2-1-outline">
            <a:extLst>
              <a:ext uri="{FF2B5EF4-FFF2-40B4-BE49-F238E27FC236}">
                <a16:creationId xmlns:a16="http://schemas.microsoft.com/office/drawing/2014/main" id="{37464634-8274-4226-AEFE-25675ACA85FB}"/>
              </a:ext>
            </a:extLst>
          </p:cNvPr>
          <p:cNvSpPr>
            <a:spLocks noGrp="1"/>
          </p:cNvSpPr>
          <p:nvPr/>
        </p:nvSpPr>
        <p:spPr>
          <a:xfrm>
            <a:off x="9367837" y="5262562"/>
            <a:ext cx="1478162" cy="1838325"/>
          </a:xfrm>
          <a:prstGeom prst="roundRect">
            <a:avLst>
              <a:gd name="adj" fmla="val 7733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!!source-10-dom-5-3-3-5-2-1-0-fill">
            <a:extLst>
              <a:ext uri="{FF2B5EF4-FFF2-40B4-BE49-F238E27FC236}">
                <a16:creationId xmlns:a16="http://schemas.microsoft.com/office/drawing/2014/main" id="{4367B9E0-DD4B-42BC-9922-0D96E054F192}"/>
              </a:ext>
            </a:extLst>
          </p:cNvPr>
          <p:cNvSpPr>
            <a:spLocks noGrp="1"/>
          </p:cNvSpPr>
          <p:nvPr/>
        </p:nvSpPr>
        <p:spPr>
          <a:xfrm>
            <a:off x="9382124" y="6091238"/>
            <a:ext cx="1449587" cy="995362"/>
          </a:xfrm>
          <a:custGeom>
            <a:avLst/>
            <a:gdLst/>
            <a:ahLst/>
            <a:cxnLst/>
            <a:rect l="0" t="0" r="0" b="0"/>
            <a:pathLst>
              <a:path w="1449587" h="995362">
                <a:moveTo>
                  <a:pt x="0" y="0"/>
                </a:moveTo>
                <a:lnTo>
                  <a:pt x="1449587" y="0"/>
                </a:lnTo>
                <a:lnTo>
                  <a:pt x="1449587" y="909637"/>
                </a:lnTo>
                <a:lnTo>
                  <a:pt x="1447940" y="926362"/>
                </a:lnTo>
                <a:lnTo>
                  <a:pt x="1443061" y="942443"/>
                </a:lnTo>
                <a:lnTo>
                  <a:pt x="1435140" y="957264"/>
                </a:lnTo>
                <a:lnTo>
                  <a:pt x="1424479" y="970254"/>
                </a:lnTo>
                <a:lnTo>
                  <a:pt x="1411488" y="980915"/>
                </a:lnTo>
                <a:lnTo>
                  <a:pt x="1396667" y="988837"/>
                </a:lnTo>
                <a:lnTo>
                  <a:pt x="1380586" y="993715"/>
                </a:lnTo>
                <a:lnTo>
                  <a:pt x="1363862" y="995362"/>
                </a:lnTo>
                <a:lnTo>
                  <a:pt x="85725" y="995362"/>
                </a:lnTo>
                <a:lnTo>
                  <a:pt x="69001" y="993715"/>
                </a:lnTo>
                <a:lnTo>
                  <a:pt x="52919" y="988837"/>
                </a:lnTo>
                <a:lnTo>
                  <a:pt x="38099" y="980915"/>
                </a:lnTo>
                <a:lnTo>
                  <a:pt x="25108" y="970254"/>
                </a:lnTo>
                <a:lnTo>
                  <a:pt x="14447" y="957264"/>
                </a:lnTo>
                <a:lnTo>
                  <a:pt x="6525" y="942443"/>
                </a:lnTo>
                <a:lnTo>
                  <a:pt x="1647" y="926362"/>
                </a:lnTo>
                <a:lnTo>
                  <a:pt x="0" y="909637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6" name="!!source-10-dom-5-3-3-5-2-2-0-0-text-0">
            <a:extLst>
              <a:ext uri="{FF2B5EF4-FFF2-40B4-BE49-F238E27FC236}">
                <a16:creationId xmlns:a16="http://schemas.microsoft.com/office/drawing/2014/main" id="{4D16C777-C48F-4C0D-8EF8-572FF5672D69}"/>
              </a:ext>
            </a:extLst>
          </p:cNvPr>
          <p:cNvSpPr>
            <a:spLocks noGrp="1"/>
          </p:cNvSpPr>
          <p:nvPr/>
        </p:nvSpPr>
        <p:spPr>
          <a:xfrm>
            <a:off x="9911507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T3₁</a:t>
            </a:r>
          </a:p>
        </p:txBody>
      </p:sp>
      <p:sp>
        <p:nvSpPr>
          <p:cNvPr id="97" name="!!source-10-dom-5-3-3-5-5-0-0-0-text-0">
            <a:extLst>
              <a:ext uri="{FF2B5EF4-FFF2-40B4-BE49-F238E27FC236}">
                <a16:creationId xmlns:a16="http://schemas.microsoft.com/office/drawing/2014/main" id="{6221DF3E-E961-4BC3-9A6E-B38D436F219A}"/>
              </a:ext>
            </a:extLst>
          </p:cNvPr>
          <p:cNvSpPr>
            <a:spLocks noGrp="1"/>
          </p:cNvSpPr>
          <p:nvPr/>
        </p:nvSpPr>
        <p:spPr>
          <a:xfrm>
            <a:off x="11673780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98" name="!!source-10-dom-5-3-3-5-5-1-fill">
            <a:extLst>
              <a:ext uri="{FF2B5EF4-FFF2-40B4-BE49-F238E27FC236}">
                <a16:creationId xmlns:a16="http://schemas.microsoft.com/office/drawing/2014/main" id="{8F15B78F-DC2F-4D29-A017-D392F73FB464}"/>
              </a:ext>
            </a:extLst>
          </p:cNvPr>
          <p:cNvSpPr>
            <a:spLocks noGrp="1"/>
          </p:cNvSpPr>
          <p:nvPr/>
        </p:nvSpPr>
        <p:spPr>
          <a:xfrm>
            <a:off x="10955536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9" name="!!source-10-dom-5-3-3-5-5-1-outline">
            <a:extLst>
              <a:ext uri="{FF2B5EF4-FFF2-40B4-BE49-F238E27FC236}">
                <a16:creationId xmlns:a16="http://schemas.microsoft.com/office/drawing/2014/main" id="{880C34CD-FB21-4F61-9BD7-D3E8EC693583}"/>
              </a:ext>
            </a:extLst>
          </p:cNvPr>
          <p:cNvSpPr>
            <a:spLocks noGrp="1"/>
          </p:cNvSpPr>
          <p:nvPr/>
        </p:nvSpPr>
        <p:spPr>
          <a:xfrm>
            <a:off x="10969823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10-dom-5-3-3-5-5-1-0-fill">
            <a:extLst>
              <a:ext uri="{FF2B5EF4-FFF2-40B4-BE49-F238E27FC236}">
                <a16:creationId xmlns:a16="http://schemas.microsoft.com/office/drawing/2014/main" id="{7614084C-2C63-4EC9-A229-6837EBD1276F}"/>
              </a:ext>
            </a:extLst>
          </p:cNvPr>
          <p:cNvSpPr>
            <a:spLocks noGrp="1"/>
          </p:cNvSpPr>
          <p:nvPr/>
        </p:nvSpPr>
        <p:spPr>
          <a:xfrm>
            <a:off x="10984111" y="5819775"/>
            <a:ext cx="1449735" cy="1266825"/>
          </a:xfrm>
          <a:custGeom>
            <a:avLst/>
            <a:gdLst/>
            <a:ahLst/>
            <a:cxnLst/>
            <a:rect l="0" t="0" r="0" b="0"/>
            <a:pathLst>
              <a:path w="1449735" h="1266825">
                <a:moveTo>
                  <a:pt x="0" y="0"/>
                </a:moveTo>
                <a:lnTo>
                  <a:pt x="1449735" y="0"/>
                </a:lnTo>
                <a:lnTo>
                  <a:pt x="1449735" y="1181100"/>
                </a:lnTo>
                <a:lnTo>
                  <a:pt x="1448088" y="1197824"/>
                </a:lnTo>
                <a:lnTo>
                  <a:pt x="1443210" y="1213906"/>
                </a:lnTo>
                <a:lnTo>
                  <a:pt x="1435288" y="1228727"/>
                </a:lnTo>
                <a:lnTo>
                  <a:pt x="1424627" y="1241717"/>
                </a:lnTo>
                <a:lnTo>
                  <a:pt x="1411636" y="1252378"/>
                </a:lnTo>
                <a:lnTo>
                  <a:pt x="1396816" y="1260300"/>
                </a:lnTo>
                <a:lnTo>
                  <a:pt x="1380734" y="1265178"/>
                </a:lnTo>
                <a:lnTo>
                  <a:pt x="1364010" y="1266825"/>
                </a:lnTo>
                <a:lnTo>
                  <a:pt x="85725" y="1266825"/>
                </a:lnTo>
                <a:lnTo>
                  <a:pt x="69001" y="1265178"/>
                </a:lnTo>
                <a:lnTo>
                  <a:pt x="52919" y="1260300"/>
                </a:lnTo>
                <a:lnTo>
                  <a:pt x="38099" y="1252378"/>
                </a:lnTo>
                <a:lnTo>
                  <a:pt x="25108" y="1241717"/>
                </a:lnTo>
                <a:lnTo>
                  <a:pt x="14447" y="1228727"/>
                </a:lnTo>
                <a:lnTo>
                  <a:pt x="6525" y="1213906"/>
                </a:lnTo>
                <a:lnTo>
                  <a:pt x="1647" y="1197824"/>
                </a:lnTo>
                <a:lnTo>
                  <a:pt x="0" y="11811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1" name="!!source-10-dom-5-3-3-5-5-2-0-0-text-0">
            <a:extLst>
              <a:ext uri="{FF2B5EF4-FFF2-40B4-BE49-F238E27FC236}">
                <a16:creationId xmlns:a16="http://schemas.microsoft.com/office/drawing/2014/main" id="{68FC247E-3E52-473E-90BC-09900BC6FC69}"/>
              </a:ext>
            </a:extLst>
          </p:cNvPr>
          <p:cNvSpPr>
            <a:spLocks noGrp="1"/>
          </p:cNvSpPr>
          <p:nvPr/>
        </p:nvSpPr>
        <p:spPr>
          <a:xfrm>
            <a:off x="11513493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T3₂</a:t>
            </a:r>
          </a:p>
        </p:txBody>
      </p:sp>
      <p:sp>
        <p:nvSpPr>
          <p:cNvPr id="102" name="!!source-10-dom-5-3-3-5-8-0-0-0-text-0">
            <a:extLst>
              <a:ext uri="{FF2B5EF4-FFF2-40B4-BE49-F238E27FC236}">
                <a16:creationId xmlns:a16="http://schemas.microsoft.com/office/drawing/2014/main" id="{DABB5EDC-6F05-44EE-94ED-4B417C6803F9}"/>
              </a:ext>
            </a:extLst>
          </p:cNvPr>
          <p:cNvSpPr>
            <a:spLocks noGrp="1"/>
          </p:cNvSpPr>
          <p:nvPr/>
        </p:nvSpPr>
        <p:spPr>
          <a:xfrm>
            <a:off x="13275915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103" name="!!source-10-dom-5-3-3-5-8-1-fill">
            <a:extLst>
              <a:ext uri="{FF2B5EF4-FFF2-40B4-BE49-F238E27FC236}">
                <a16:creationId xmlns:a16="http://schemas.microsoft.com/office/drawing/2014/main" id="{C6DF4AE6-6221-4701-8C8C-3D65EDA5D663}"/>
              </a:ext>
            </a:extLst>
          </p:cNvPr>
          <p:cNvSpPr>
            <a:spLocks noGrp="1"/>
          </p:cNvSpPr>
          <p:nvPr/>
        </p:nvSpPr>
        <p:spPr>
          <a:xfrm>
            <a:off x="12557671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10-dom-5-3-3-5-8-1-outline">
            <a:extLst>
              <a:ext uri="{FF2B5EF4-FFF2-40B4-BE49-F238E27FC236}">
                <a16:creationId xmlns:a16="http://schemas.microsoft.com/office/drawing/2014/main" id="{B8DEADEA-D09F-4867-93F5-7992CB19E8D3}"/>
              </a:ext>
            </a:extLst>
          </p:cNvPr>
          <p:cNvSpPr>
            <a:spLocks noGrp="1"/>
          </p:cNvSpPr>
          <p:nvPr/>
        </p:nvSpPr>
        <p:spPr>
          <a:xfrm>
            <a:off x="12571958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" name="!!source-10-dom-5-3-3-5-8-1-0-fill">
            <a:extLst>
              <a:ext uri="{FF2B5EF4-FFF2-40B4-BE49-F238E27FC236}">
                <a16:creationId xmlns:a16="http://schemas.microsoft.com/office/drawing/2014/main" id="{20EEADB9-C2BD-450E-B1FC-0214736A6CCC}"/>
              </a:ext>
            </a:extLst>
          </p:cNvPr>
          <p:cNvSpPr>
            <a:spLocks noGrp="1"/>
          </p:cNvSpPr>
          <p:nvPr/>
        </p:nvSpPr>
        <p:spPr>
          <a:xfrm>
            <a:off x="12586246" y="5964585"/>
            <a:ext cx="1449734" cy="1122016"/>
          </a:xfrm>
          <a:custGeom>
            <a:avLst/>
            <a:gdLst/>
            <a:ahLst/>
            <a:cxnLst/>
            <a:rect l="0" t="0" r="0" b="0"/>
            <a:pathLst>
              <a:path w="1449734" h="1122016">
                <a:moveTo>
                  <a:pt x="0" y="0"/>
                </a:moveTo>
                <a:lnTo>
                  <a:pt x="1449734" y="0"/>
                </a:lnTo>
                <a:lnTo>
                  <a:pt x="1449734" y="1036291"/>
                </a:lnTo>
                <a:lnTo>
                  <a:pt x="1448087" y="1053015"/>
                </a:lnTo>
                <a:lnTo>
                  <a:pt x="1443208" y="1069096"/>
                </a:lnTo>
                <a:lnTo>
                  <a:pt x="1435286" y="1083917"/>
                </a:lnTo>
                <a:lnTo>
                  <a:pt x="1424625" y="1096907"/>
                </a:lnTo>
                <a:lnTo>
                  <a:pt x="1411635" y="1107568"/>
                </a:lnTo>
                <a:lnTo>
                  <a:pt x="1396814" y="1115490"/>
                </a:lnTo>
                <a:lnTo>
                  <a:pt x="1380733" y="1120368"/>
                </a:lnTo>
                <a:lnTo>
                  <a:pt x="1364009" y="1122016"/>
                </a:lnTo>
                <a:lnTo>
                  <a:pt x="85725" y="1122016"/>
                </a:lnTo>
                <a:lnTo>
                  <a:pt x="69001" y="1120368"/>
                </a:lnTo>
                <a:lnTo>
                  <a:pt x="52919" y="1115490"/>
                </a:lnTo>
                <a:lnTo>
                  <a:pt x="38099" y="1107568"/>
                </a:lnTo>
                <a:lnTo>
                  <a:pt x="25108" y="1096907"/>
                </a:lnTo>
                <a:lnTo>
                  <a:pt x="14447" y="1083917"/>
                </a:lnTo>
                <a:lnTo>
                  <a:pt x="6525" y="1069096"/>
                </a:lnTo>
                <a:lnTo>
                  <a:pt x="1647" y="1053015"/>
                </a:lnTo>
                <a:lnTo>
                  <a:pt x="0" y="1036291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!!source-10-dom-5-3-3-5-8-2-0-0-text-0">
            <a:extLst>
              <a:ext uri="{FF2B5EF4-FFF2-40B4-BE49-F238E27FC236}">
                <a16:creationId xmlns:a16="http://schemas.microsoft.com/office/drawing/2014/main" id="{15BEADC4-6384-4B20-A970-4BCEB5C08E16}"/>
              </a:ext>
            </a:extLst>
          </p:cNvPr>
          <p:cNvSpPr>
            <a:spLocks noGrp="1"/>
          </p:cNvSpPr>
          <p:nvPr/>
        </p:nvSpPr>
        <p:spPr>
          <a:xfrm>
            <a:off x="13115628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T3₃</a:t>
            </a:r>
          </a:p>
        </p:txBody>
      </p:sp>
      <p:sp>
        <p:nvSpPr>
          <p:cNvPr id="107" name="!!source-10-dom-5-3-3-5-11-0-0-0-text-0">
            <a:extLst>
              <a:ext uri="{FF2B5EF4-FFF2-40B4-BE49-F238E27FC236}">
                <a16:creationId xmlns:a16="http://schemas.microsoft.com/office/drawing/2014/main" id="{F24CC2E4-A323-447F-9B05-8825CA4F410E}"/>
              </a:ext>
            </a:extLst>
          </p:cNvPr>
          <p:cNvSpPr>
            <a:spLocks noGrp="1"/>
          </p:cNvSpPr>
          <p:nvPr/>
        </p:nvSpPr>
        <p:spPr>
          <a:xfrm>
            <a:off x="14878050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108" name="!!source-10-dom-5-3-3-5-11-1-fill">
            <a:extLst>
              <a:ext uri="{FF2B5EF4-FFF2-40B4-BE49-F238E27FC236}">
                <a16:creationId xmlns:a16="http://schemas.microsoft.com/office/drawing/2014/main" id="{B3825A37-2EE5-413B-BDFA-51C3A9D9040A}"/>
              </a:ext>
            </a:extLst>
          </p:cNvPr>
          <p:cNvSpPr>
            <a:spLocks noGrp="1"/>
          </p:cNvSpPr>
          <p:nvPr/>
        </p:nvSpPr>
        <p:spPr>
          <a:xfrm>
            <a:off x="14159806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10-dom-5-3-3-5-11-1-outline">
            <a:extLst>
              <a:ext uri="{FF2B5EF4-FFF2-40B4-BE49-F238E27FC236}">
                <a16:creationId xmlns:a16="http://schemas.microsoft.com/office/drawing/2014/main" id="{19CB8691-3668-4619-871E-135C90734AC0}"/>
              </a:ext>
            </a:extLst>
          </p:cNvPr>
          <p:cNvSpPr>
            <a:spLocks noGrp="1"/>
          </p:cNvSpPr>
          <p:nvPr/>
        </p:nvSpPr>
        <p:spPr>
          <a:xfrm>
            <a:off x="14174093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10-dom-5-3-3-5-11-1-0-fill">
            <a:extLst>
              <a:ext uri="{FF2B5EF4-FFF2-40B4-BE49-F238E27FC236}">
                <a16:creationId xmlns:a16="http://schemas.microsoft.com/office/drawing/2014/main" id="{0B58F32F-25F8-45FC-BC07-9F26345F9240}"/>
              </a:ext>
            </a:extLst>
          </p:cNvPr>
          <p:cNvSpPr>
            <a:spLocks noGrp="1"/>
          </p:cNvSpPr>
          <p:nvPr/>
        </p:nvSpPr>
        <p:spPr>
          <a:xfrm>
            <a:off x="14188380" y="5675114"/>
            <a:ext cx="1449735" cy="1411486"/>
          </a:xfrm>
          <a:custGeom>
            <a:avLst/>
            <a:gdLst/>
            <a:ahLst/>
            <a:cxnLst/>
            <a:rect l="0" t="0" r="0" b="0"/>
            <a:pathLst>
              <a:path w="1449735" h="1411486">
                <a:moveTo>
                  <a:pt x="0" y="0"/>
                </a:moveTo>
                <a:lnTo>
                  <a:pt x="1449735" y="0"/>
                </a:lnTo>
                <a:lnTo>
                  <a:pt x="1449735" y="1325761"/>
                </a:lnTo>
                <a:lnTo>
                  <a:pt x="1448088" y="1342485"/>
                </a:lnTo>
                <a:lnTo>
                  <a:pt x="1443210" y="1358567"/>
                </a:lnTo>
                <a:lnTo>
                  <a:pt x="1435288" y="1373387"/>
                </a:lnTo>
                <a:lnTo>
                  <a:pt x="1424627" y="1386378"/>
                </a:lnTo>
                <a:lnTo>
                  <a:pt x="1411636" y="1397039"/>
                </a:lnTo>
                <a:lnTo>
                  <a:pt x="1396816" y="1404961"/>
                </a:lnTo>
                <a:lnTo>
                  <a:pt x="1380734" y="1409839"/>
                </a:lnTo>
                <a:lnTo>
                  <a:pt x="1364010" y="1411486"/>
                </a:lnTo>
                <a:lnTo>
                  <a:pt x="85725" y="1411486"/>
                </a:lnTo>
                <a:lnTo>
                  <a:pt x="69001" y="1409839"/>
                </a:lnTo>
                <a:lnTo>
                  <a:pt x="52919" y="1404961"/>
                </a:lnTo>
                <a:lnTo>
                  <a:pt x="38099" y="1397039"/>
                </a:lnTo>
                <a:lnTo>
                  <a:pt x="25108" y="1386378"/>
                </a:lnTo>
                <a:lnTo>
                  <a:pt x="14447" y="1373387"/>
                </a:lnTo>
                <a:lnTo>
                  <a:pt x="6525" y="1358567"/>
                </a:lnTo>
                <a:lnTo>
                  <a:pt x="1647" y="1342485"/>
                </a:lnTo>
                <a:lnTo>
                  <a:pt x="0" y="1325761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10-dom-5-3-3-5-11-2-0-0-text-0">
            <a:extLst>
              <a:ext uri="{FF2B5EF4-FFF2-40B4-BE49-F238E27FC236}">
                <a16:creationId xmlns:a16="http://schemas.microsoft.com/office/drawing/2014/main" id="{44CEF3D0-0B7F-4024-A41B-8F57C276B83B}"/>
              </a:ext>
            </a:extLst>
          </p:cNvPr>
          <p:cNvSpPr>
            <a:spLocks noGrp="1"/>
          </p:cNvSpPr>
          <p:nvPr/>
        </p:nvSpPr>
        <p:spPr>
          <a:xfrm>
            <a:off x="14717762" y="7191375"/>
            <a:ext cx="43844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T3₄</a:t>
            </a:r>
          </a:p>
        </p:txBody>
      </p:sp>
      <p:sp>
        <p:nvSpPr>
          <p:cNvPr id="112" name="!!source-10-dom-5-3-3-5-14-0-0-0-text-0">
            <a:extLst>
              <a:ext uri="{FF2B5EF4-FFF2-40B4-BE49-F238E27FC236}">
                <a16:creationId xmlns:a16="http://schemas.microsoft.com/office/drawing/2014/main" id="{AA102748-3109-4213-BFF4-134702A802D4}"/>
              </a:ext>
            </a:extLst>
          </p:cNvPr>
          <p:cNvSpPr>
            <a:spLocks noGrp="1"/>
          </p:cNvSpPr>
          <p:nvPr/>
        </p:nvSpPr>
        <p:spPr>
          <a:xfrm>
            <a:off x="16480184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113" name="!!source-10-dom-5-3-3-5-14-1-fill">
            <a:extLst>
              <a:ext uri="{FF2B5EF4-FFF2-40B4-BE49-F238E27FC236}">
                <a16:creationId xmlns:a16="http://schemas.microsoft.com/office/drawing/2014/main" id="{CA2C1AD5-032C-4882-B78B-37370E4040C6}"/>
              </a:ext>
            </a:extLst>
          </p:cNvPr>
          <p:cNvSpPr>
            <a:spLocks noGrp="1"/>
          </p:cNvSpPr>
          <p:nvPr/>
        </p:nvSpPr>
        <p:spPr>
          <a:xfrm>
            <a:off x="15761940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10-dom-5-3-3-5-14-1-outline">
            <a:extLst>
              <a:ext uri="{FF2B5EF4-FFF2-40B4-BE49-F238E27FC236}">
                <a16:creationId xmlns:a16="http://schemas.microsoft.com/office/drawing/2014/main" id="{447422E9-E8DC-47A5-8C64-4F8C5A9AD0E1}"/>
              </a:ext>
            </a:extLst>
          </p:cNvPr>
          <p:cNvSpPr>
            <a:spLocks noGrp="1"/>
          </p:cNvSpPr>
          <p:nvPr/>
        </p:nvSpPr>
        <p:spPr>
          <a:xfrm>
            <a:off x="15776227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10-dom-5-3-3-5-14-1-0-fill">
            <a:extLst>
              <a:ext uri="{FF2B5EF4-FFF2-40B4-BE49-F238E27FC236}">
                <a16:creationId xmlns:a16="http://schemas.microsoft.com/office/drawing/2014/main" id="{6EFE3143-1205-44D0-BCDB-3210E23460A5}"/>
              </a:ext>
            </a:extLst>
          </p:cNvPr>
          <p:cNvSpPr>
            <a:spLocks noGrp="1"/>
          </p:cNvSpPr>
          <p:nvPr/>
        </p:nvSpPr>
        <p:spPr>
          <a:xfrm>
            <a:off x="15790515" y="6362700"/>
            <a:ext cx="1449735" cy="723900"/>
          </a:xfrm>
          <a:custGeom>
            <a:avLst/>
            <a:gdLst/>
            <a:ahLst/>
            <a:cxnLst/>
            <a:rect l="0" t="0" r="0" b="0"/>
            <a:pathLst>
              <a:path w="1449735" h="723900">
                <a:moveTo>
                  <a:pt x="0" y="0"/>
                </a:moveTo>
                <a:lnTo>
                  <a:pt x="1449735" y="0"/>
                </a:lnTo>
                <a:lnTo>
                  <a:pt x="1449735" y="638175"/>
                </a:lnTo>
                <a:lnTo>
                  <a:pt x="1448088" y="654899"/>
                </a:lnTo>
                <a:lnTo>
                  <a:pt x="1443210" y="670981"/>
                </a:lnTo>
                <a:lnTo>
                  <a:pt x="1435288" y="685801"/>
                </a:lnTo>
                <a:lnTo>
                  <a:pt x="1424627" y="698792"/>
                </a:lnTo>
                <a:lnTo>
                  <a:pt x="1411636" y="709453"/>
                </a:lnTo>
                <a:lnTo>
                  <a:pt x="1396816" y="717375"/>
                </a:lnTo>
                <a:lnTo>
                  <a:pt x="1380734" y="722253"/>
                </a:lnTo>
                <a:lnTo>
                  <a:pt x="1364010" y="723900"/>
                </a:lnTo>
                <a:lnTo>
                  <a:pt x="85725" y="723900"/>
                </a:lnTo>
                <a:lnTo>
                  <a:pt x="69001" y="722253"/>
                </a:lnTo>
                <a:lnTo>
                  <a:pt x="52919" y="717375"/>
                </a:lnTo>
                <a:lnTo>
                  <a:pt x="38099" y="709453"/>
                </a:lnTo>
                <a:lnTo>
                  <a:pt x="25108" y="698792"/>
                </a:lnTo>
                <a:lnTo>
                  <a:pt x="14447" y="685801"/>
                </a:lnTo>
                <a:lnTo>
                  <a:pt x="6525" y="670981"/>
                </a:lnTo>
                <a:lnTo>
                  <a:pt x="1647" y="654899"/>
                </a:lnTo>
                <a:lnTo>
                  <a:pt x="0" y="638175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10-dom-5-3-3-5-14-2-0-0-text-0">
            <a:extLst>
              <a:ext uri="{FF2B5EF4-FFF2-40B4-BE49-F238E27FC236}">
                <a16:creationId xmlns:a16="http://schemas.microsoft.com/office/drawing/2014/main" id="{B17FC655-2BEC-4EA0-AD9E-F98D07259038}"/>
              </a:ext>
            </a:extLst>
          </p:cNvPr>
          <p:cNvSpPr>
            <a:spLocks noGrp="1"/>
          </p:cNvSpPr>
          <p:nvPr/>
        </p:nvSpPr>
        <p:spPr>
          <a:xfrm>
            <a:off x="16373326" y="7191375"/>
            <a:ext cx="33173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T4</a:t>
            </a:r>
          </a:p>
        </p:txBody>
      </p:sp>
      <p:sp>
        <p:nvSpPr>
          <p:cNvPr id="117" name="!!source-10-dom-5-3-3-7-0-text-0">
            <a:extLst>
              <a:ext uri="{FF2B5EF4-FFF2-40B4-BE49-F238E27FC236}">
                <a16:creationId xmlns:a16="http://schemas.microsoft.com/office/drawing/2014/main" id="{9CD0B51F-043D-4F69-AA66-BFA2931BBA24}"/>
              </a:ext>
            </a:extLst>
          </p:cNvPr>
          <p:cNvSpPr>
            <a:spLocks noGrp="1"/>
          </p:cNvSpPr>
          <p:nvPr/>
        </p:nvSpPr>
        <p:spPr>
          <a:xfrm>
            <a:off x="9382124" y="7667625"/>
            <a:ext cx="3551486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Horizon rolls: tanks moved, </a:t>
            </a:r>
          </a:p>
        </p:txBody>
      </p:sp>
      <p:sp>
        <p:nvSpPr>
          <p:cNvPr id="118" name="!!source-10-dom-5-3-3-7-1-0-text-0">
            <a:extLst>
              <a:ext uri="{FF2B5EF4-FFF2-40B4-BE49-F238E27FC236}">
                <a16:creationId xmlns:a16="http://schemas.microsoft.com/office/drawing/2014/main" id="{E7CF650F-7B99-44EA-B975-24F52BDB0F2E}"/>
              </a:ext>
            </a:extLst>
          </p:cNvPr>
          <p:cNvSpPr>
            <a:spLocks noGrp="1"/>
          </p:cNvSpPr>
          <p:nvPr/>
        </p:nvSpPr>
        <p:spPr>
          <a:xfrm>
            <a:off x="12885985" y="7667625"/>
            <a:ext cx="3082827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selection re-optimised</a:t>
            </a:r>
          </a:p>
        </p:txBody>
      </p:sp>
      <p:sp>
        <p:nvSpPr>
          <p:cNvPr id="119" name="!!source-10-dom-5-3-3-7-2-text-0">
            <a:extLst>
              <a:ext uri="{FF2B5EF4-FFF2-40B4-BE49-F238E27FC236}">
                <a16:creationId xmlns:a16="http://schemas.microsoft.com/office/drawing/2014/main" id="{B33AAA9F-9CBD-4817-8149-8BCEE7FE18F2}"/>
              </a:ext>
            </a:extLst>
          </p:cNvPr>
          <p:cNvSpPr>
            <a:spLocks noGrp="1"/>
          </p:cNvSpPr>
          <p:nvPr/>
        </p:nvSpPr>
        <p:spPr>
          <a:xfrm>
            <a:off x="15921187" y="7667625"/>
            <a:ext cx="102245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,</a:t>
            </a:r>
          </a:p>
        </p:txBody>
      </p:sp>
      <p:sp>
        <p:nvSpPr>
          <p:cNvPr id="120" name="!!source-10-dom-5-3-3-7-2-text-1">
            <a:extLst>
              <a:ext uri="{FF2B5EF4-FFF2-40B4-BE49-F238E27FC236}">
                <a16:creationId xmlns:a16="http://schemas.microsoft.com/office/drawing/2014/main" id="{C87DFA9A-0BAF-40FD-A3F5-A9D0511EFB26}"/>
              </a:ext>
            </a:extLst>
          </p:cNvPr>
          <p:cNvSpPr>
            <a:spLocks noGrp="1"/>
          </p:cNvSpPr>
          <p:nvPr/>
        </p:nvSpPr>
        <p:spPr>
          <a:xfrm>
            <a:off x="9382124" y="8027640"/>
            <a:ext cx="260732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commitments kept.</a:t>
            </a:r>
          </a:p>
        </p:txBody>
      </p:sp>
      <p:pic>
        <p:nvPicPr>
          <p:cNvPr id="248" name="!!source-10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249" name="!!source-10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  <p:sp>
        <p:nvSpPr>
          <p:cNvPr id="124" name="!!source-10-dom-5-1-3-23-0-0-text-0">
            <a:extLst>
              <a:ext uri="{FF2B5EF4-FFF2-40B4-BE49-F238E27FC236}">
                <a16:creationId xmlns:a16="http://schemas.microsoft.com/office/drawing/2014/main" id="{DE6C3420-62F1-4E97-9B81-87AB35179E89}"/>
              </a:ext>
            </a:extLst>
          </p:cNvPr>
          <p:cNvSpPr>
            <a:spLocks noGrp="1"/>
          </p:cNvSpPr>
          <p:nvPr/>
        </p:nvSpPr>
        <p:spPr>
          <a:xfrm>
            <a:off x="5963543" y="2976562"/>
            <a:ext cx="3147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V1</a:t>
            </a:r>
          </a:p>
        </p:txBody>
      </p:sp>
      <p:sp>
        <p:nvSpPr>
          <p:cNvPr id="125" name="!!source-10-dom-5-1-3-38-0-0-text-0">
            <a:extLst>
              <a:ext uri="{FF2B5EF4-FFF2-40B4-BE49-F238E27FC236}">
                <a16:creationId xmlns:a16="http://schemas.microsoft.com/office/drawing/2014/main" id="{276617F6-B673-4E34-9B04-68E22358317F}"/>
              </a:ext>
            </a:extLst>
          </p:cNvPr>
          <p:cNvSpPr>
            <a:spLocks noGrp="1"/>
          </p:cNvSpPr>
          <p:nvPr/>
        </p:nvSpPr>
        <p:spPr>
          <a:xfrm>
            <a:off x="9329737" y="2976562"/>
            <a:ext cx="3531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V2</a:t>
            </a:r>
          </a:p>
        </p:txBody>
      </p:sp>
      <p:sp>
        <p:nvSpPr>
          <p:cNvPr id="126" name="!!source-10-dom-5-1-3-56-0-0-text-0">
            <a:extLst>
              <a:ext uri="{FF2B5EF4-FFF2-40B4-BE49-F238E27FC236}">
                <a16:creationId xmlns:a16="http://schemas.microsoft.com/office/drawing/2014/main" id="{EED218D0-A7EE-4EA9-8D29-2656642AF644}"/>
              </a:ext>
            </a:extLst>
          </p:cNvPr>
          <p:cNvSpPr>
            <a:spLocks noGrp="1"/>
          </p:cNvSpPr>
          <p:nvPr/>
        </p:nvSpPr>
        <p:spPr>
          <a:xfrm>
            <a:off x="13391406" y="2976562"/>
            <a:ext cx="35451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V3</a:t>
            </a:r>
          </a:p>
        </p:txBody>
      </p:sp>
      <p:sp>
        <p:nvSpPr>
          <p:cNvPr id="36" name="!!source-10-dom-5-1-5-23-0-0-text-0">
            <a:extLst>
              <a:ext uri="{FF2B5EF4-FFF2-40B4-BE49-F238E27FC236}">
                <a16:creationId xmlns:a16="http://schemas.microsoft.com/office/drawing/2014/main" id="{091838FA-9C51-B154-DDBA-736CDCAD4709}"/>
              </a:ext>
            </a:extLst>
          </p:cNvPr>
          <p:cNvSpPr>
            <a:spLocks noGrp="1"/>
          </p:cNvSpPr>
          <p:nvPr/>
        </p:nvSpPr>
        <p:spPr>
          <a:xfrm>
            <a:off x="6698066" y="3533775"/>
            <a:ext cx="247451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3200" b="1" i="0" spc="-4" dirty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▲</a:t>
            </a:r>
            <a:r>
              <a:rPr sz="1800" b="1" i="0" spc="-4" dirty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observing V1</a:t>
            </a:r>
          </a:p>
        </p:txBody>
      </p:sp>
    </p:spTree>
    <p:extLst>
      <p:ext uri="{BB962C8B-B14F-4D97-AF65-F5344CB8AC3E}">
        <p14:creationId xmlns:p14="http://schemas.microsoft.com/office/powerpoint/2010/main" val="1550200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!!source-10-dom-fill">
            <a:extLst>
              <a:ext uri="{FF2B5EF4-FFF2-40B4-BE49-F238E27FC236}">
                <a16:creationId xmlns:a16="http://schemas.microsoft.com/office/drawing/2014/main" id="{DF8DC89F-84E3-4BF0-A691-89A39DBB05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10-dom-1-0-0-0-text-0">
            <a:extLst>
              <a:ext uri="{FF2B5EF4-FFF2-40B4-BE49-F238E27FC236}">
                <a16:creationId xmlns:a16="http://schemas.microsoft.com/office/drawing/2014/main" id="{5196CB49-170F-42D1-AA9A-6C8ECA02FAFB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10-dom-1-0-1-0-text-0">
            <a:extLst>
              <a:ext uri="{FF2B5EF4-FFF2-40B4-BE49-F238E27FC236}">
                <a16:creationId xmlns:a16="http://schemas.microsoft.com/office/drawing/2014/main" id="{85CBB0D2-AEEA-4BAD-93C9-9F656717CA70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10-dom-1-0-2-0-text-0">
            <a:extLst>
              <a:ext uri="{FF2B5EF4-FFF2-40B4-BE49-F238E27FC236}">
                <a16:creationId xmlns:a16="http://schemas.microsoft.com/office/drawing/2014/main" id="{A348CC60-A2AE-484C-BFFD-43C36DF02C16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5" name="!!source-10-dom-1-0-3-border-Bottom">
            <a:extLst>
              <a:ext uri="{FF2B5EF4-FFF2-40B4-BE49-F238E27FC236}">
                <a16:creationId xmlns:a16="http://schemas.microsoft.com/office/drawing/2014/main" id="{E933F92E-9578-4562-8AEC-0C108C705C43}"/>
              </a:ext>
            </a:extLst>
          </p:cNvPr>
          <p:cNvSpPr>
            <a:spLocks noGrp="1"/>
          </p:cNvSpPr>
          <p:nvPr/>
        </p:nvSpPr>
        <p:spPr>
          <a:xfrm>
            <a:off x="6083201" y="690562"/>
            <a:ext cx="1295996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!!source-10-dom-1-0-3-0-text-0">
            <a:extLst>
              <a:ext uri="{FF2B5EF4-FFF2-40B4-BE49-F238E27FC236}">
                <a16:creationId xmlns:a16="http://schemas.microsoft.com/office/drawing/2014/main" id="{1203E35D-7054-4A63-BB89-8E9B2D5CFED0}"/>
              </a:ext>
            </a:extLst>
          </p:cNvPr>
          <p:cNvSpPr>
            <a:spLocks noGrp="1"/>
          </p:cNvSpPr>
          <p:nvPr/>
        </p:nvSpPr>
        <p:spPr>
          <a:xfrm>
            <a:off x="6083201" y="381000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10-dom-1-0-4-0-text-0">
            <a:extLst>
              <a:ext uri="{FF2B5EF4-FFF2-40B4-BE49-F238E27FC236}">
                <a16:creationId xmlns:a16="http://schemas.microsoft.com/office/drawing/2014/main" id="{A033E021-715C-47EB-A1E0-D288AB1E18B1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10-dom-1-0-5-0-text-0">
            <a:extLst>
              <a:ext uri="{FF2B5EF4-FFF2-40B4-BE49-F238E27FC236}">
                <a16:creationId xmlns:a16="http://schemas.microsoft.com/office/drawing/2014/main" id="{81567528-437D-41D9-8150-428C41029522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10-dom-1-1-0-text-0">
            <a:extLst>
              <a:ext uri="{FF2B5EF4-FFF2-40B4-BE49-F238E27FC236}">
                <a16:creationId xmlns:a16="http://schemas.microsoft.com/office/drawing/2014/main" id="{1606450C-D610-422C-B42D-0D08658DBF32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11 / 17</a:t>
            </a:r>
          </a:p>
        </p:txBody>
      </p:sp>
      <p:sp>
        <p:nvSpPr>
          <p:cNvPr id="10" name="!!source-10-dom-3-1-0-0-text-0">
            <a:extLst>
              <a:ext uri="{FF2B5EF4-FFF2-40B4-BE49-F238E27FC236}">
                <a16:creationId xmlns:a16="http://schemas.microsoft.com/office/drawing/2014/main" id="{644EF87E-BA6F-496B-B7BB-640C594C638B}"/>
              </a:ext>
            </a:extLst>
          </p:cNvPr>
          <p:cNvSpPr>
            <a:spLocks noGrp="1"/>
          </p:cNvSpPr>
          <p:nvPr/>
        </p:nvSpPr>
        <p:spPr>
          <a:xfrm>
            <a:off x="1047750" y="952500"/>
            <a:ext cx="4355902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A booking enters</a:t>
            </a:r>
          </a:p>
        </p:txBody>
      </p:sp>
      <p:sp>
        <p:nvSpPr>
          <p:cNvPr id="11" name="!!source-10-dom-3-1-1-0-0-text-0">
            <a:extLst>
              <a:ext uri="{FF2B5EF4-FFF2-40B4-BE49-F238E27FC236}">
                <a16:creationId xmlns:a16="http://schemas.microsoft.com/office/drawing/2014/main" id="{3F7F73EA-60C5-4503-813E-92E49B1C151B}"/>
              </a:ext>
            </a:extLst>
          </p:cNvPr>
          <p:cNvSpPr>
            <a:spLocks noGrp="1"/>
          </p:cNvSpPr>
          <p:nvPr/>
        </p:nvSpPr>
        <p:spPr>
          <a:xfrm>
            <a:off x="1047750" y="1790700"/>
            <a:ext cx="77914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Its per-tank masses are subtracted from the next state</a:t>
            </a:r>
          </a:p>
        </p:txBody>
      </p:sp>
      <p:sp>
        <p:nvSpPr>
          <p:cNvPr id="12" name="!!source-10-dom-5-1-1-0-0-0-text-0">
            <a:extLst>
              <a:ext uri="{FF2B5EF4-FFF2-40B4-BE49-F238E27FC236}">
                <a16:creationId xmlns:a16="http://schemas.microsoft.com/office/drawing/2014/main" id="{6B4E3462-917C-4D99-8251-BE23FF052DBB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96023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 (now)</a:t>
            </a:r>
          </a:p>
        </p:txBody>
      </p:sp>
      <p:sp>
        <p:nvSpPr>
          <p:cNvPr id="13" name="!!source-10-dom-5-1-1-1-0-text-0">
            <a:extLst>
              <a:ext uri="{FF2B5EF4-FFF2-40B4-BE49-F238E27FC236}">
                <a16:creationId xmlns:a16="http://schemas.microsoft.com/office/drawing/2014/main" id="{C7760A2D-CCE3-4024-892F-B90BF9366B8F}"/>
              </a:ext>
            </a:extLst>
          </p:cNvPr>
          <p:cNvSpPr>
            <a:spLocks noGrp="1"/>
          </p:cNvSpPr>
          <p:nvPr/>
        </p:nvSpPr>
        <p:spPr>
          <a:xfrm>
            <a:off x="5959525" y="2390775"/>
            <a:ext cx="662240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prediction horizon, 72 steps, booked slots flagged</a:t>
            </a:r>
          </a:p>
        </p:txBody>
      </p:sp>
      <p:sp>
        <p:nvSpPr>
          <p:cNvPr id="14" name="!!source-10-dom-5-1-1-2-0-text-0">
            <a:extLst>
              <a:ext uri="{FF2B5EF4-FFF2-40B4-BE49-F238E27FC236}">
                <a16:creationId xmlns:a16="http://schemas.microsoft.com/office/drawing/2014/main" id="{3549E771-4B8A-4933-B071-3D7BA0D9FBEF}"/>
              </a:ext>
            </a:extLst>
          </p:cNvPr>
          <p:cNvSpPr>
            <a:spLocks noGrp="1"/>
          </p:cNvSpPr>
          <p:nvPr/>
        </p:nvSpPr>
        <p:spPr>
          <a:xfrm>
            <a:off x="16533316" y="2390775"/>
            <a:ext cx="75455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 + 72</a:t>
            </a:r>
          </a:p>
        </p:txBody>
      </p:sp>
      <p:sp>
        <p:nvSpPr>
          <p:cNvPr id="15" name="!!source-10-dom-5-1-3-2-fill">
            <a:extLst>
              <a:ext uri="{FF2B5EF4-FFF2-40B4-BE49-F238E27FC236}">
                <a16:creationId xmlns:a16="http://schemas.microsoft.com/office/drawing/2014/main" id="{972E90EC-BA8A-4409-B8D0-73B3084FF252}"/>
              </a:ext>
            </a:extLst>
          </p:cNvPr>
          <p:cNvSpPr>
            <a:spLocks noGrp="1"/>
          </p:cNvSpPr>
          <p:nvPr/>
        </p:nvSpPr>
        <p:spPr>
          <a:xfrm>
            <a:off x="1047750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!!source-10-dom-5-1-3-2-outline">
            <a:extLst>
              <a:ext uri="{FF2B5EF4-FFF2-40B4-BE49-F238E27FC236}">
                <a16:creationId xmlns:a16="http://schemas.microsoft.com/office/drawing/2014/main" id="{A6D8CD33-DD8E-47F2-B7F1-D0D6E64B1B33}"/>
              </a:ext>
            </a:extLst>
          </p:cNvPr>
          <p:cNvSpPr>
            <a:spLocks noGrp="1"/>
          </p:cNvSpPr>
          <p:nvPr/>
        </p:nvSpPr>
        <p:spPr>
          <a:xfrm>
            <a:off x="1057275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!!source-10-dom-5-1-3-5-fill">
            <a:extLst>
              <a:ext uri="{FF2B5EF4-FFF2-40B4-BE49-F238E27FC236}">
                <a16:creationId xmlns:a16="http://schemas.microsoft.com/office/drawing/2014/main" id="{E5C5F920-2809-416C-8445-4DD015139C00}"/>
              </a:ext>
            </a:extLst>
          </p:cNvPr>
          <p:cNvSpPr>
            <a:spLocks noGrp="1"/>
          </p:cNvSpPr>
          <p:nvPr/>
        </p:nvSpPr>
        <p:spPr>
          <a:xfrm>
            <a:off x="1724769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" name="!!source-10-dom-5-1-3-5-outline">
            <a:extLst>
              <a:ext uri="{FF2B5EF4-FFF2-40B4-BE49-F238E27FC236}">
                <a16:creationId xmlns:a16="http://schemas.microsoft.com/office/drawing/2014/main" id="{44EDD5E1-515A-4C73-9068-5DC3C1E49CD6}"/>
              </a:ext>
            </a:extLst>
          </p:cNvPr>
          <p:cNvSpPr>
            <a:spLocks noGrp="1"/>
          </p:cNvSpPr>
          <p:nvPr/>
        </p:nvSpPr>
        <p:spPr>
          <a:xfrm>
            <a:off x="1734294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!!source-10-dom-5-1-3-8-fill">
            <a:extLst>
              <a:ext uri="{FF2B5EF4-FFF2-40B4-BE49-F238E27FC236}">
                <a16:creationId xmlns:a16="http://schemas.microsoft.com/office/drawing/2014/main" id="{B73AB5C7-7A13-4EFD-B9B9-F84E87B1F96B}"/>
              </a:ext>
            </a:extLst>
          </p:cNvPr>
          <p:cNvSpPr>
            <a:spLocks noGrp="1"/>
          </p:cNvSpPr>
          <p:nvPr/>
        </p:nvSpPr>
        <p:spPr>
          <a:xfrm>
            <a:off x="2401788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10-dom-5-1-3-8-outline">
            <a:extLst>
              <a:ext uri="{FF2B5EF4-FFF2-40B4-BE49-F238E27FC236}">
                <a16:creationId xmlns:a16="http://schemas.microsoft.com/office/drawing/2014/main" id="{2F8D4D25-CCF2-4693-8EE0-17144F3127BB}"/>
              </a:ext>
            </a:extLst>
          </p:cNvPr>
          <p:cNvSpPr>
            <a:spLocks noGrp="1"/>
          </p:cNvSpPr>
          <p:nvPr/>
        </p:nvSpPr>
        <p:spPr>
          <a:xfrm>
            <a:off x="2411313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!!source-10-dom-5-1-3-11-fill">
            <a:extLst>
              <a:ext uri="{FF2B5EF4-FFF2-40B4-BE49-F238E27FC236}">
                <a16:creationId xmlns:a16="http://schemas.microsoft.com/office/drawing/2014/main" id="{5E39D4F2-3C4B-4421-B878-0AB2BCDC1BD7}"/>
              </a:ext>
            </a:extLst>
          </p:cNvPr>
          <p:cNvSpPr>
            <a:spLocks noGrp="1"/>
          </p:cNvSpPr>
          <p:nvPr/>
        </p:nvSpPr>
        <p:spPr>
          <a:xfrm>
            <a:off x="3078956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10-dom-5-1-3-11-outline">
            <a:extLst>
              <a:ext uri="{FF2B5EF4-FFF2-40B4-BE49-F238E27FC236}">
                <a16:creationId xmlns:a16="http://schemas.microsoft.com/office/drawing/2014/main" id="{63100643-D5E5-410A-8795-78F25015B2F4}"/>
              </a:ext>
            </a:extLst>
          </p:cNvPr>
          <p:cNvSpPr>
            <a:spLocks noGrp="1"/>
          </p:cNvSpPr>
          <p:nvPr/>
        </p:nvSpPr>
        <p:spPr>
          <a:xfrm>
            <a:off x="3088481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!!source-10-dom-5-1-3-14-fill">
            <a:extLst>
              <a:ext uri="{FF2B5EF4-FFF2-40B4-BE49-F238E27FC236}">
                <a16:creationId xmlns:a16="http://schemas.microsoft.com/office/drawing/2014/main" id="{BD156F3E-51CB-4CCB-9B86-EAC3EDCBDA61}"/>
              </a:ext>
            </a:extLst>
          </p:cNvPr>
          <p:cNvSpPr>
            <a:spLocks noGrp="1"/>
          </p:cNvSpPr>
          <p:nvPr/>
        </p:nvSpPr>
        <p:spPr>
          <a:xfrm>
            <a:off x="3755975" y="2809875"/>
            <a:ext cx="619870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" name="!!source-10-dom-5-1-3-14-outline">
            <a:extLst>
              <a:ext uri="{FF2B5EF4-FFF2-40B4-BE49-F238E27FC236}">
                <a16:creationId xmlns:a16="http://schemas.microsoft.com/office/drawing/2014/main" id="{82C78247-2E02-4B0F-8329-1DEB256E65FB}"/>
              </a:ext>
            </a:extLst>
          </p:cNvPr>
          <p:cNvSpPr>
            <a:spLocks noGrp="1"/>
          </p:cNvSpPr>
          <p:nvPr/>
        </p:nvSpPr>
        <p:spPr>
          <a:xfrm>
            <a:off x="3765500" y="2819400"/>
            <a:ext cx="600820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10-dom-5-1-3-17-fill">
            <a:extLst>
              <a:ext uri="{FF2B5EF4-FFF2-40B4-BE49-F238E27FC236}">
                <a16:creationId xmlns:a16="http://schemas.microsoft.com/office/drawing/2014/main" id="{C278E6F8-DD15-4AC0-B7D7-929528046977}"/>
              </a:ext>
            </a:extLst>
          </p:cNvPr>
          <p:cNvSpPr>
            <a:spLocks noGrp="1"/>
          </p:cNvSpPr>
          <p:nvPr/>
        </p:nvSpPr>
        <p:spPr>
          <a:xfrm>
            <a:off x="4432994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10-dom-5-1-3-17-outline">
            <a:extLst>
              <a:ext uri="{FF2B5EF4-FFF2-40B4-BE49-F238E27FC236}">
                <a16:creationId xmlns:a16="http://schemas.microsoft.com/office/drawing/2014/main" id="{B91822BD-AB3B-49C3-B630-D018B20498EF}"/>
              </a:ext>
            </a:extLst>
          </p:cNvPr>
          <p:cNvSpPr>
            <a:spLocks noGrp="1"/>
          </p:cNvSpPr>
          <p:nvPr/>
        </p:nvSpPr>
        <p:spPr>
          <a:xfrm>
            <a:off x="4442519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!!source-10-dom-5-1-3-20-fill">
            <a:extLst>
              <a:ext uri="{FF2B5EF4-FFF2-40B4-BE49-F238E27FC236}">
                <a16:creationId xmlns:a16="http://schemas.microsoft.com/office/drawing/2014/main" id="{31CC9F78-8677-4A63-B055-5ADCD444BF08}"/>
              </a:ext>
            </a:extLst>
          </p:cNvPr>
          <p:cNvSpPr>
            <a:spLocks noGrp="1"/>
          </p:cNvSpPr>
          <p:nvPr/>
        </p:nvSpPr>
        <p:spPr>
          <a:xfrm>
            <a:off x="5110163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10-dom-5-1-3-20-outline">
            <a:extLst>
              <a:ext uri="{FF2B5EF4-FFF2-40B4-BE49-F238E27FC236}">
                <a16:creationId xmlns:a16="http://schemas.microsoft.com/office/drawing/2014/main" id="{8ECB023B-EA52-4F85-9767-7F2BE9BCD83A}"/>
              </a:ext>
            </a:extLst>
          </p:cNvPr>
          <p:cNvSpPr>
            <a:spLocks noGrp="1"/>
          </p:cNvSpPr>
          <p:nvPr/>
        </p:nvSpPr>
        <p:spPr>
          <a:xfrm>
            <a:off x="5119688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10-dom-5-1-3-23-fill">
            <a:extLst>
              <a:ext uri="{FF2B5EF4-FFF2-40B4-BE49-F238E27FC236}">
                <a16:creationId xmlns:a16="http://schemas.microsoft.com/office/drawing/2014/main" id="{BB14EB48-0D3A-4C75-A67C-CB495F46B36D}"/>
              </a:ext>
            </a:extLst>
          </p:cNvPr>
          <p:cNvSpPr>
            <a:spLocks noGrp="1"/>
          </p:cNvSpPr>
          <p:nvPr/>
        </p:nvSpPr>
        <p:spPr>
          <a:xfrm>
            <a:off x="5787182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10-dom-5-1-3-23-outline">
            <a:extLst>
              <a:ext uri="{FF2B5EF4-FFF2-40B4-BE49-F238E27FC236}">
                <a16:creationId xmlns:a16="http://schemas.microsoft.com/office/drawing/2014/main" id="{EFC57EB0-D854-4D03-8B71-1A596B18F011}"/>
              </a:ext>
            </a:extLst>
          </p:cNvPr>
          <p:cNvSpPr>
            <a:spLocks noGrp="1"/>
          </p:cNvSpPr>
          <p:nvPr/>
        </p:nvSpPr>
        <p:spPr>
          <a:xfrm>
            <a:off x="5796707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10-dom-5-1-3-26-fill">
            <a:extLst>
              <a:ext uri="{FF2B5EF4-FFF2-40B4-BE49-F238E27FC236}">
                <a16:creationId xmlns:a16="http://schemas.microsoft.com/office/drawing/2014/main" id="{31934BB1-BA66-4996-BD83-050FBB0151CA}"/>
              </a:ext>
            </a:extLst>
          </p:cNvPr>
          <p:cNvSpPr>
            <a:spLocks noGrp="1"/>
          </p:cNvSpPr>
          <p:nvPr/>
        </p:nvSpPr>
        <p:spPr>
          <a:xfrm>
            <a:off x="6464201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10-dom-5-1-3-26-outline">
            <a:extLst>
              <a:ext uri="{FF2B5EF4-FFF2-40B4-BE49-F238E27FC236}">
                <a16:creationId xmlns:a16="http://schemas.microsoft.com/office/drawing/2014/main" id="{AE15BB8A-F61C-4D76-A513-59AA5E34BC32}"/>
              </a:ext>
            </a:extLst>
          </p:cNvPr>
          <p:cNvSpPr>
            <a:spLocks noGrp="1"/>
          </p:cNvSpPr>
          <p:nvPr/>
        </p:nvSpPr>
        <p:spPr>
          <a:xfrm>
            <a:off x="6473726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10-dom-5-1-3-26-0-0-text-0">
            <a:extLst>
              <a:ext uri="{FF2B5EF4-FFF2-40B4-BE49-F238E27FC236}">
                <a16:creationId xmlns:a16="http://schemas.microsoft.com/office/drawing/2014/main" id="{615879A0-FCE2-4BE4-A6C4-57A5D8D7E588}"/>
              </a:ext>
            </a:extLst>
          </p:cNvPr>
          <p:cNvSpPr>
            <a:spLocks noGrp="1"/>
          </p:cNvSpPr>
          <p:nvPr/>
        </p:nvSpPr>
        <p:spPr>
          <a:xfrm>
            <a:off x="6640562" y="2976562"/>
            <a:ext cx="314772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V1</a:t>
            </a:r>
          </a:p>
        </p:txBody>
      </p:sp>
      <p:sp>
        <p:nvSpPr>
          <p:cNvPr id="34" name="!!source-10-dom-5-1-3-29-fill">
            <a:extLst>
              <a:ext uri="{FF2B5EF4-FFF2-40B4-BE49-F238E27FC236}">
                <a16:creationId xmlns:a16="http://schemas.microsoft.com/office/drawing/2014/main" id="{10419EFA-FAC1-4DAA-A996-553D8493F44A}"/>
              </a:ext>
            </a:extLst>
          </p:cNvPr>
          <p:cNvSpPr>
            <a:spLocks noGrp="1"/>
          </p:cNvSpPr>
          <p:nvPr/>
        </p:nvSpPr>
        <p:spPr>
          <a:xfrm>
            <a:off x="7141369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DEAE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10-dom-5-1-3-29-outline">
            <a:extLst>
              <a:ext uri="{FF2B5EF4-FFF2-40B4-BE49-F238E27FC236}">
                <a16:creationId xmlns:a16="http://schemas.microsoft.com/office/drawing/2014/main" id="{5062AE5B-1CC6-4C91-BCD0-E6437EEB79AB}"/>
              </a:ext>
            </a:extLst>
          </p:cNvPr>
          <p:cNvSpPr>
            <a:spLocks noGrp="1"/>
          </p:cNvSpPr>
          <p:nvPr/>
        </p:nvSpPr>
        <p:spPr>
          <a:xfrm>
            <a:off x="7150894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10-dom-5-1-3-29-0-0-text-0">
            <a:extLst>
              <a:ext uri="{FF2B5EF4-FFF2-40B4-BE49-F238E27FC236}">
                <a16:creationId xmlns:a16="http://schemas.microsoft.com/office/drawing/2014/main" id="{34886D7B-414E-4E29-8ED9-430702930179}"/>
              </a:ext>
            </a:extLst>
          </p:cNvPr>
          <p:cNvSpPr>
            <a:spLocks noGrp="1"/>
          </p:cNvSpPr>
          <p:nvPr/>
        </p:nvSpPr>
        <p:spPr>
          <a:xfrm>
            <a:off x="7340352" y="2976562"/>
            <a:ext cx="26937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+1</a:t>
            </a:r>
          </a:p>
        </p:txBody>
      </p:sp>
      <p:sp>
        <p:nvSpPr>
          <p:cNvPr id="37" name="!!source-10-dom-5-1-3-32-fill">
            <a:extLst>
              <a:ext uri="{FF2B5EF4-FFF2-40B4-BE49-F238E27FC236}">
                <a16:creationId xmlns:a16="http://schemas.microsoft.com/office/drawing/2014/main" id="{6E915BDC-A28B-40BB-94A8-3A5C88442D26}"/>
              </a:ext>
            </a:extLst>
          </p:cNvPr>
          <p:cNvSpPr>
            <a:spLocks noGrp="1"/>
          </p:cNvSpPr>
          <p:nvPr/>
        </p:nvSpPr>
        <p:spPr>
          <a:xfrm>
            <a:off x="7818388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10-dom-5-1-3-32-outline">
            <a:extLst>
              <a:ext uri="{FF2B5EF4-FFF2-40B4-BE49-F238E27FC236}">
                <a16:creationId xmlns:a16="http://schemas.microsoft.com/office/drawing/2014/main" id="{C4B428C0-7907-4159-A9D5-EC5E016D4B09}"/>
              </a:ext>
            </a:extLst>
          </p:cNvPr>
          <p:cNvSpPr>
            <a:spLocks noGrp="1"/>
          </p:cNvSpPr>
          <p:nvPr/>
        </p:nvSpPr>
        <p:spPr>
          <a:xfrm>
            <a:off x="7827913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10-dom-5-1-3-35-fill">
            <a:extLst>
              <a:ext uri="{FF2B5EF4-FFF2-40B4-BE49-F238E27FC236}">
                <a16:creationId xmlns:a16="http://schemas.microsoft.com/office/drawing/2014/main" id="{FF533C2A-1E15-4EC4-853B-213C3780B578}"/>
              </a:ext>
            </a:extLst>
          </p:cNvPr>
          <p:cNvSpPr>
            <a:spLocks noGrp="1"/>
          </p:cNvSpPr>
          <p:nvPr/>
        </p:nvSpPr>
        <p:spPr>
          <a:xfrm>
            <a:off x="8495407" y="2809875"/>
            <a:ext cx="620017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10-dom-5-1-3-35-outline">
            <a:extLst>
              <a:ext uri="{FF2B5EF4-FFF2-40B4-BE49-F238E27FC236}">
                <a16:creationId xmlns:a16="http://schemas.microsoft.com/office/drawing/2014/main" id="{7DCC6C90-4C4D-4651-92E8-51A0114880C4}"/>
              </a:ext>
            </a:extLst>
          </p:cNvPr>
          <p:cNvSpPr>
            <a:spLocks noGrp="1"/>
          </p:cNvSpPr>
          <p:nvPr/>
        </p:nvSpPr>
        <p:spPr>
          <a:xfrm>
            <a:off x="8504932" y="2819400"/>
            <a:ext cx="600967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10-dom-5-1-3-38-fill">
            <a:extLst>
              <a:ext uri="{FF2B5EF4-FFF2-40B4-BE49-F238E27FC236}">
                <a16:creationId xmlns:a16="http://schemas.microsoft.com/office/drawing/2014/main" id="{282267B5-11F3-41CE-AC9C-FF120DB58B38}"/>
              </a:ext>
            </a:extLst>
          </p:cNvPr>
          <p:cNvSpPr>
            <a:spLocks noGrp="1"/>
          </p:cNvSpPr>
          <p:nvPr/>
        </p:nvSpPr>
        <p:spPr>
          <a:xfrm>
            <a:off x="9172576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10-dom-5-1-3-38-outline">
            <a:extLst>
              <a:ext uri="{FF2B5EF4-FFF2-40B4-BE49-F238E27FC236}">
                <a16:creationId xmlns:a16="http://schemas.microsoft.com/office/drawing/2014/main" id="{A0A22BCE-0BD0-4CBF-B252-0EDBF5629ECF}"/>
              </a:ext>
            </a:extLst>
          </p:cNvPr>
          <p:cNvSpPr>
            <a:spLocks noGrp="1"/>
          </p:cNvSpPr>
          <p:nvPr/>
        </p:nvSpPr>
        <p:spPr>
          <a:xfrm>
            <a:off x="9182101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!!source-10-dom-5-1-3-41-fill">
            <a:extLst>
              <a:ext uri="{FF2B5EF4-FFF2-40B4-BE49-F238E27FC236}">
                <a16:creationId xmlns:a16="http://schemas.microsoft.com/office/drawing/2014/main" id="{68948654-B6C5-4AE8-885B-3D6AE1860AE8}"/>
              </a:ext>
            </a:extLst>
          </p:cNvPr>
          <p:cNvSpPr>
            <a:spLocks noGrp="1"/>
          </p:cNvSpPr>
          <p:nvPr/>
        </p:nvSpPr>
        <p:spPr>
          <a:xfrm>
            <a:off x="9849595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4" name="!!source-10-dom-5-1-3-41-outline">
            <a:extLst>
              <a:ext uri="{FF2B5EF4-FFF2-40B4-BE49-F238E27FC236}">
                <a16:creationId xmlns:a16="http://schemas.microsoft.com/office/drawing/2014/main" id="{8DA942BF-B2EE-4395-B1B0-C38ABE7DA7C8}"/>
              </a:ext>
            </a:extLst>
          </p:cNvPr>
          <p:cNvSpPr>
            <a:spLocks noGrp="1"/>
          </p:cNvSpPr>
          <p:nvPr/>
        </p:nvSpPr>
        <p:spPr>
          <a:xfrm>
            <a:off x="9859120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10-dom-5-1-3-41-0-0-text-0">
            <a:extLst>
              <a:ext uri="{FF2B5EF4-FFF2-40B4-BE49-F238E27FC236}">
                <a16:creationId xmlns:a16="http://schemas.microsoft.com/office/drawing/2014/main" id="{D7DF095D-0902-4DB1-8227-8C0C1B8746CC}"/>
              </a:ext>
            </a:extLst>
          </p:cNvPr>
          <p:cNvSpPr>
            <a:spLocks noGrp="1"/>
          </p:cNvSpPr>
          <p:nvPr/>
        </p:nvSpPr>
        <p:spPr>
          <a:xfrm>
            <a:off x="10006756" y="2976562"/>
            <a:ext cx="3531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V2</a:t>
            </a:r>
          </a:p>
        </p:txBody>
      </p:sp>
      <p:sp>
        <p:nvSpPr>
          <p:cNvPr id="46" name="!!source-10-dom-5-1-3-44-fill">
            <a:extLst>
              <a:ext uri="{FF2B5EF4-FFF2-40B4-BE49-F238E27FC236}">
                <a16:creationId xmlns:a16="http://schemas.microsoft.com/office/drawing/2014/main" id="{D6FF0F51-CB29-4A1F-B4EA-BC19296EBD1C}"/>
              </a:ext>
            </a:extLst>
          </p:cNvPr>
          <p:cNvSpPr>
            <a:spLocks noGrp="1"/>
          </p:cNvSpPr>
          <p:nvPr/>
        </p:nvSpPr>
        <p:spPr>
          <a:xfrm>
            <a:off x="10526614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10-dom-5-1-3-44-outline">
            <a:extLst>
              <a:ext uri="{FF2B5EF4-FFF2-40B4-BE49-F238E27FC236}">
                <a16:creationId xmlns:a16="http://schemas.microsoft.com/office/drawing/2014/main" id="{6EA78F56-5094-404F-9B84-8A754DE9E81D}"/>
              </a:ext>
            </a:extLst>
          </p:cNvPr>
          <p:cNvSpPr>
            <a:spLocks noGrp="1"/>
          </p:cNvSpPr>
          <p:nvPr/>
        </p:nvSpPr>
        <p:spPr>
          <a:xfrm>
            <a:off x="10536139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!!source-10-dom-5-1-3-47-fill">
            <a:extLst>
              <a:ext uri="{FF2B5EF4-FFF2-40B4-BE49-F238E27FC236}">
                <a16:creationId xmlns:a16="http://schemas.microsoft.com/office/drawing/2014/main" id="{24C3C53D-117F-43A1-9926-C648B04F5272}"/>
              </a:ext>
            </a:extLst>
          </p:cNvPr>
          <p:cNvSpPr>
            <a:spLocks noGrp="1"/>
          </p:cNvSpPr>
          <p:nvPr/>
        </p:nvSpPr>
        <p:spPr>
          <a:xfrm>
            <a:off x="11203782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10-dom-5-1-3-47-outline">
            <a:extLst>
              <a:ext uri="{FF2B5EF4-FFF2-40B4-BE49-F238E27FC236}">
                <a16:creationId xmlns:a16="http://schemas.microsoft.com/office/drawing/2014/main" id="{E89990CD-2274-4AE9-8305-73D4AD6CA21F}"/>
              </a:ext>
            </a:extLst>
          </p:cNvPr>
          <p:cNvSpPr>
            <a:spLocks noGrp="1"/>
          </p:cNvSpPr>
          <p:nvPr/>
        </p:nvSpPr>
        <p:spPr>
          <a:xfrm>
            <a:off x="11213307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!!source-10-dom-5-1-3-50-fill">
            <a:extLst>
              <a:ext uri="{FF2B5EF4-FFF2-40B4-BE49-F238E27FC236}">
                <a16:creationId xmlns:a16="http://schemas.microsoft.com/office/drawing/2014/main" id="{8997B755-58B3-4CA7-B946-89A1692C0098}"/>
              </a:ext>
            </a:extLst>
          </p:cNvPr>
          <p:cNvSpPr>
            <a:spLocks noGrp="1"/>
          </p:cNvSpPr>
          <p:nvPr/>
        </p:nvSpPr>
        <p:spPr>
          <a:xfrm>
            <a:off x="11880801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1" name="!!source-10-dom-5-1-3-50-outline">
            <a:extLst>
              <a:ext uri="{FF2B5EF4-FFF2-40B4-BE49-F238E27FC236}">
                <a16:creationId xmlns:a16="http://schemas.microsoft.com/office/drawing/2014/main" id="{7C89E366-33AC-4CBF-8E39-8F52FBCBAE33}"/>
              </a:ext>
            </a:extLst>
          </p:cNvPr>
          <p:cNvSpPr>
            <a:spLocks noGrp="1"/>
          </p:cNvSpPr>
          <p:nvPr/>
        </p:nvSpPr>
        <p:spPr>
          <a:xfrm>
            <a:off x="11890326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!!source-10-dom-5-1-3-53-fill">
            <a:extLst>
              <a:ext uri="{FF2B5EF4-FFF2-40B4-BE49-F238E27FC236}">
                <a16:creationId xmlns:a16="http://schemas.microsoft.com/office/drawing/2014/main" id="{99B3B13B-E5EE-437D-983A-654C007A4DB9}"/>
              </a:ext>
            </a:extLst>
          </p:cNvPr>
          <p:cNvSpPr>
            <a:spLocks noGrp="1"/>
          </p:cNvSpPr>
          <p:nvPr/>
        </p:nvSpPr>
        <p:spPr>
          <a:xfrm>
            <a:off x="12557819" y="2809875"/>
            <a:ext cx="62001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3" name="!!source-10-dom-5-1-3-53-outline">
            <a:extLst>
              <a:ext uri="{FF2B5EF4-FFF2-40B4-BE49-F238E27FC236}">
                <a16:creationId xmlns:a16="http://schemas.microsoft.com/office/drawing/2014/main" id="{769F2228-0876-40B9-99C5-563E6318AF80}"/>
              </a:ext>
            </a:extLst>
          </p:cNvPr>
          <p:cNvSpPr>
            <a:spLocks noGrp="1"/>
          </p:cNvSpPr>
          <p:nvPr/>
        </p:nvSpPr>
        <p:spPr>
          <a:xfrm>
            <a:off x="12567344" y="2819400"/>
            <a:ext cx="60096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!!source-10-dom-5-1-3-56-fill">
            <a:extLst>
              <a:ext uri="{FF2B5EF4-FFF2-40B4-BE49-F238E27FC236}">
                <a16:creationId xmlns:a16="http://schemas.microsoft.com/office/drawing/2014/main" id="{591164E9-3D89-466A-BCD8-3EB60E7B913D}"/>
              </a:ext>
            </a:extLst>
          </p:cNvPr>
          <p:cNvSpPr>
            <a:spLocks noGrp="1"/>
          </p:cNvSpPr>
          <p:nvPr/>
        </p:nvSpPr>
        <p:spPr>
          <a:xfrm>
            <a:off x="13234988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5" name="!!source-10-dom-5-1-3-56-outline">
            <a:extLst>
              <a:ext uri="{FF2B5EF4-FFF2-40B4-BE49-F238E27FC236}">
                <a16:creationId xmlns:a16="http://schemas.microsoft.com/office/drawing/2014/main" id="{8FA21BA5-C119-4686-89F9-3B3A342DCE11}"/>
              </a:ext>
            </a:extLst>
          </p:cNvPr>
          <p:cNvSpPr>
            <a:spLocks noGrp="1"/>
          </p:cNvSpPr>
          <p:nvPr/>
        </p:nvSpPr>
        <p:spPr>
          <a:xfrm>
            <a:off x="13244513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!!source-10-dom-5-1-3-59-fill">
            <a:extLst>
              <a:ext uri="{FF2B5EF4-FFF2-40B4-BE49-F238E27FC236}">
                <a16:creationId xmlns:a16="http://schemas.microsoft.com/office/drawing/2014/main" id="{F5CD99BA-DA6B-4E47-9D2D-C8B3A72AB4BF}"/>
              </a:ext>
            </a:extLst>
          </p:cNvPr>
          <p:cNvSpPr>
            <a:spLocks noGrp="1"/>
          </p:cNvSpPr>
          <p:nvPr/>
        </p:nvSpPr>
        <p:spPr>
          <a:xfrm>
            <a:off x="13912007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10-dom-5-1-3-59-outline">
            <a:extLst>
              <a:ext uri="{FF2B5EF4-FFF2-40B4-BE49-F238E27FC236}">
                <a16:creationId xmlns:a16="http://schemas.microsoft.com/office/drawing/2014/main" id="{4F7C5A5F-648A-4D6C-B920-38AB69062479}"/>
              </a:ext>
            </a:extLst>
          </p:cNvPr>
          <p:cNvSpPr>
            <a:spLocks noGrp="1"/>
          </p:cNvSpPr>
          <p:nvPr/>
        </p:nvSpPr>
        <p:spPr>
          <a:xfrm>
            <a:off x="13921532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10-dom-5-1-3-59-0-0-text-0">
            <a:extLst>
              <a:ext uri="{FF2B5EF4-FFF2-40B4-BE49-F238E27FC236}">
                <a16:creationId xmlns:a16="http://schemas.microsoft.com/office/drawing/2014/main" id="{0A90AB0C-C8C9-4C60-B494-DC8750D2BA06}"/>
              </a:ext>
            </a:extLst>
          </p:cNvPr>
          <p:cNvSpPr>
            <a:spLocks noGrp="1"/>
          </p:cNvSpPr>
          <p:nvPr/>
        </p:nvSpPr>
        <p:spPr>
          <a:xfrm>
            <a:off x="14068425" y="2976562"/>
            <a:ext cx="35450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V3</a:t>
            </a:r>
          </a:p>
        </p:txBody>
      </p:sp>
      <p:sp>
        <p:nvSpPr>
          <p:cNvPr id="59" name="!!source-10-dom-5-1-3-62-fill">
            <a:extLst>
              <a:ext uri="{FF2B5EF4-FFF2-40B4-BE49-F238E27FC236}">
                <a16:creationId xmlns:a16="http://schemas.microsoft.com/office/drawing/2014/main" id="{6DBAE202-2998-4E29-94A9-0E041104533F}"/>
              </a:ext>
            </a:extLst>
          </p:cNvPr>
          <p:cNvSpPr>
            <a:spLocks noGrp="1"/>
          </p:cNvSpPr>
          <p:nvPr/>
        </p:nvSpPr>
        <p:spPr>
          <a:xfrm>
            <a:off x="14589026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0" name="!!source-10-dom-5-1-3-62-outline">
            <a:extLst>
              <a:ext uri="{FF2B5EF4-FFF2-40B4-BE49-F238E27FC236}">
                <a16:creationId xmlns:a16="http://schemas.microsoft.com/office/drawing/2014/main" id="{D52E448D-BF0C-4B0B-8053-EB8BC78C433A}"/>
              </a:ext>
            </a:extLst>
          </p:cNvPr>
          <p:cNvSpPr>
            <a:spLocks noGrp="1"/>
          </p:cNvSpPr>
          <p:nvPr/>
        </p:nvSpPr>
        <p:spPr>
          <a:xfrm>
            <a:off x="14598551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!!source-10-dom-5-1-3-65-fill">
            <a:extLst>
              <a:ext uri="{FF2B5EF4-FFF2-40B4-BE49-F238E27FC236}">
                <a16:creationId xmlns:a16="http://schemas.microsoft.com/office/drawing/2014/main" id="{7DF3931A-7CC7-483C-9F9C-87982AFF91A8}"/>
              </a:ext>
            </a:extLst>
          </p:cNvPr>
          <p:cNvSpPr>
            <a:spLocks noGrp="1"/>
          </p:cNvSpPr>
          <p:nvPr/>
        </p:nvSpPr>
        <p:spPr>
          <a:xfrm>
            <a:off x="15266194" y="2809875"/>
            <a:ext cx="619870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2" name="!!source-10-dom-5-1-3-65-outline">
            <a:extLst>
              <a:ext uri="{FF2B5EF4-FFF2-40B4-BE49-F238E27FC236}">
                <a16:creationId xmlns:a16="http://schemas.microsoft.com/office/drawing/2014/main" id="{7E7BA32E-78C1-4D11-A1F6-9D2FA89DA3B3}"/>
              </a:ext>
            </a:extLst>
          </p:cNvPr>
          <p:cNvSpPr>
            <a:spLocks noGrp="1"/>
          </p:cNvSpPr>
          <p:nvPr/>
        </p:nvSpPr>
        <p:spPr>
          <a:xfrm>
            <a:off x="15275719" y="2819400"/>
            <a:ext cx="600820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!!source-10-dom-5-1-3-68-fill">
            <a:extLst>
              <a:ext uri="{FF2B5EF4-FFF2-40B4-BE49-F238E27FC236}">
                <a16:creationId xmlns:a16="http://schemas.microsoft.com/office/drawing/2014/main" id="{35A3A902-1F64-46CB-9E3B-E7F8B2EEEA94}"/>
              </a:ext>
            </a:extLst>
          </p:cNvPr>
          <p:cNvSpPr>
            <a:spLocks noGrp="1"/>
          </p:cNvSpPr>
          <p:nvPr/>
        </p:nvSpPr>
        <p:spPr>
          <a:xfrm>
            <a:off x="15943213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10-dom-5-1-3-68-outline">
            <a:extLst>
              <a:ext uri="{FF2B5EF4-FFF2-40B4-BE49-F238E27FC236}">
                <a16:creationId xmlns:a16="http://schemas.microsoft.com/office/drawing/2014/main" id="{A5606CBD-4EE1-4307-9007-0EFD201F42E3}"/>
              </a:ext>
            </a:extLst>
          </p:cNvPr>
          <p:cNvSpPr>
            <a:spLocks noGrp="1"/>
          </p:cNvSpPr>
          <p:nvPr/>
        </p:nvSpPr>
        <p:spPr>
          <a:xfrm>
            <a:off x="15952738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10-dom-5-1-3-71-fill">
            <a:extLst>
              <a:ext uri="{FF2B5EF4-FFF2-40B4-BE49-F238E27FC236}">
                <a16:creationId xmlns:a16="http://schemas.microsoft.com/office/drawing/2014/main" id="{F504B01E-1899-4A24-AC8D-B59AE5322E04}"/>
              </a:ext>
            </a:extLst>
          </p:cNvPr>
          <p:cNvSpPr>
            <a:spLocks noGrp="1"/>
          </p:cNvSpPr>
          <p:nvPr/>
        </p:nvSpPr>
        <p:spPr>
          <a:xfrm>
            <a:off x="16620233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10-dom-5-1-3-71-outline">
            <a:extLst>
              <a:ext uri="{FF2B5EF4-FFF2-40B4-BE49-F238E27FC236}">
                <a16:creationId xmlns:a16="http://schemas.microsoft.com/office/drawing/2014/main" id="{E87F385E-C458-4D92-A224-0FA22D2AF1E4}"/>
              </a:ext>
            </a:extLst>
          </p:cNvPr>
          <p:cNvSpPr>
            <a:spLocks noGrp="1"/>
          </p:cNvSpPr>
          <p:nvPr/>
        </p:nvSpPr>
        <p:spPr>
          <a:xfrm>
            <a:off x="16629758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10-dom-5-3-1-1-0-0-text-0">
            <a:extLst>
              <a:ext uri="{FF2B5EF4-FFF2-40B4-BE49-F238E27FC236}">
                <a16:creationId xmlns:a16="http://schemas.microsoft.com/office/drawing/2014/main" id="{5BCAC5D3-1BBA-4AE2-9078-9756EF130978}"/>
              </a:ext>
            </a:extLst>
          </p:cNvPr>
          <p:cNvSpPr>
            <a:spLocks noGrp="1"/>
          </p:cNvSpPr>
          <p:nvPr/>
        </p:nvSpPr>
        <p:spPr>
          <a:xfrm>
            <a:off x="1047750" y="4086225"/>
            <a:ext cx="454521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112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AT V1'S SLOT, K+8: 16 KG ASKED</a:t>
            </a:r>
          </a:p>
        </p:txBody>
      </p:sp>
      <p:sp>
        <p:nvSpPr>
          <p:cNvPr id="69" name="!!source-10-dom-5-3-1-3-2-fill">
            <a:extLst>
              <a:ext uri="{FF2B5EF4-FFF2-40B4-BE49-F238E27FC236}">
                <a16:creationId xmlns:a16="http://schemas.microsoft.com/office/drawing/2014/main" id="{C7794ACD-44DD-409E-83D4-ABE712835229}"/>
              </a:ext>
            </a:extLst>
          </p:cNvPr>
          <p:cNvSpPr>
            <a:spLocks noGrp="1"/>
          </p:cNvSpPr>
          <p:nvPr/>
        </p:nvSpPr>
        <p:spPr>
          <a:xfrm>
            <a:off x="1047750" y="4543425"/>
            <a:ext cx="2543175" cy="676275"/>
          </a:xfrm>
          <a:prstGeom prst="roundRect">
            <a:avLst>
              <a:gd name="adj" fmla="val 8451"/>
            </a:avLst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0" name="!!source-10-dom-5-3-1-3-2-outline">
            <a:extLst>
              <a:ext uri="{FF2B5EF4-FFF2-40B4-BE49-F238E27FC236}">
                <a16:creationId xmlns:a16="http://schemas.microsoft.com/office/drawing/2014/main" id="{5D0A63C9-E9A1-40DF-B90F-E4274C603694}"/>
              </a:ext>
            </a:extLst>
          </p:cNvPr>
          <p:cNvSpPr>
            <a:spLocks noGrp="1"/>
          </p:cNvSpPr>
          <p:nvPr/>
        </p:nvSpPr>
        <p:spPr>
          <a:xfrm>
            <a:off x="1062037" y="4557713"/>
            <a:ext cx="2514600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!!source-10-dom-5-3-1-3-2-0-0-text-0">
            <a:extLst>
              <a:ext uri="{FF2B5EF4-FFF2-40B4-BE49-F238E27FC236}">
                <a16:creationId xmlns:a16="http://schemas.microsoft.com/office/drawing/2014/main" id="{3700EB68-EFE7-412F-B288-43CFECE80663}"/>
              </a:ext>
            </a:extLst>
          </p:cNvPr>
          <p:cNvSpPr>
            <a:spLocks noGrp="1"/>
          </p:cNvSpPr>
          <p:nvPr/>
        </p:nvSpPr>
        <p:spPr>
          <a:xfrm>
            <a:off x="1808559" y="4724400"/>
            <a:ext cx="106918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72" name="!!source-10-dom-5-3-1-3-5-fill">
            <a:extLst>
              <a:ext uri="{FF2B5EF4-FFF2-40B4-BE49-F238E27FC236}">
                <a16:creationId xmlns:a16="http://schemas.microsoft.com/office/drawing/2014/main" id="{8C8023E7-70FA-4962-AA41-D39BAD2E8B09}"/>
              </a:ext>
            </a:extLst>
          </p:cNvPr>
          <p:cNvSpPr>
            <a:spLocks noGrp="1"/>
          </p:cNvSpPr>
          <p:nvPr/>
        </p:nvSpPr>
        <p:spPr>
          <a:xfrm>
            <a:off x="3705225" y="4543425"/>
            <a:ext cx="2543175" cy="676275"/>
          </a:xfrm>
          <a:prstGeom prst="roundRect">
            <a:avLst>
              <a:gd name="adj" fmla="val 8451"/>
            </a:avLst>
          </a:prstGeom>
          <a:solidFill>
            <a:srgbClr val="E8F3EC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10-dom-5-3-1-3-5-outline">
            <a:extLst>
              <a:ext uri="{FF2B5EF4-FFF2-40B4-BE49-F238E27FC236}">
                <a16:creationId xmlns:a16="http://schemas.microsoft.com/office/drawing/2014/main" id="{1E73DA69-2ACC-445E-8BC5-AECC5C6F9F2C}"/>
              </a:ext>
            </a:extLst>
          </p:cNvPr>
          <p:cNvSpPr>
            <a:spLocks noGrp="1"/>
          </p:cNvSpPr>
          <p:nvPr/>
        </p:nvSpPr>
        <p:spPr>
          <a:xfrm>
            <a:off x="3719512" y="4557713"/>
            <a:ext cx="2514600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2E7D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!!source-10-dom-5-3-1-3-5-0-0-text-0">
            <a:extLst>
              <a:ext uri="{FF2B5EF4-FFF2-40B4-BE49-F238E27FC236}">
                <a16:creationId xmlns:a16="http://schemas.microsoft.com/office/drawing/2014/main" id="{144F3269-B260-4797-B6D0-5B22C1C104AC}"/>
              </a:ext>
            </a:extLst>
          </p:cNvPr>
          <p:cNvSpPr>
            <a:spLocks noGrp="1"/>
          </p:cNvSpPr>
          <p:nvPr/>
        </p:nvSpPr>
        <p:spPr>
          <a:xfrm>
            <a:off x="4466035" y="4724400"/>
            <a:ext cx="106918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2E7D4F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2E7D4F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75" name="!!source-10-dom-5-3-1-3-8-fill">
            <a:extLst>
              <a:ext uri="{FF2B5EF4-FFF2-40B4-BE49-F238E27FC236}">
                <a16:creationId xmlns:a16="http://schemas.microsoft.com/office/drawing/2014/main" id="{EFBE737E-5C15-4764-902D-33A98E748455}"/>
              </a:ext>
            </a:extLst>
          </p:cNvPr>
          <p:cNvSpPr>
            <a:spLocks noGrp="1"/>
          </p:cNvSpPr>
          <p:nvPr/>
        </p:nvSpPr>
        <p:spPr>
          <a:xfrm>
            <a:off x="6362700" y="4543425"/>
            <a:ext cx="2543176" cy="676275"/>
          </a:xfrm>
          <a:prstGeom prst="roundRect">
            <a:avLst>
              <a:gd name="adj" fmla="val 8451"/>
            </a:avLst>
          </a:prstGeom>
          <a:solidFill>
            <a:srgbClr val="FAF6F3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10-dom-5-3-1-3-8-outline">
            <a:extLst>
              <a:ext uri="{FF2B5EF4-FFF2-40B4-BE49-F238E27FC236}">
                <a16:creationId xmlns:a16="http://schemas.microsoft.com/office/drawing/2014/main" id="{FF269659-E9C4-41A1-86AF-0AD8A2C27460}"/>
              </a:ext>
            </a:extLst>
          </p:cNvPr>
          <p:cNvSpPr>
            <a:spLocks noGrp="1"/>
          </p:cNvSpPr>
          <p:nvPr/>
        </p:nvSpPr>
        <p:spPr>
          <a:xfrm>
            <a:off x="6376988" y="4557713"/>
            <a:ext cx="2514601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E6D9D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10-dom-5-3-1-3-8-0-0-text-0">
            <a:extLst>
              <a:ext uri="{FF2B5EF4-FFF2-40B4-BE49-F238E27FC236}">
                <a16:creationId xmlns:a16="http://schemas.microsoft.com/office/drawing/2014/main" id="{BAD52ACA-A284-4838-86E9-0B96979AFE1A}"/>
              </a:ext>
            </a:extLst>
          </p:cNvPr>
          <p:cNvSpPr>
            <a:spLocks noGrp="1"/>
          </p:cNvSpPr>
          <p:nvPr/>
        </p:nvSpPr>
        <p:spPr>
          <a:xfrm>
            <a:off x="7480399" y="4724400"/>
            <a:ext cx="355253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T4</a:t>
            </a:r>
          </a:p>
        </p:txBody>
      </p:sp>
      <p:sp>
        <p:nvSpPr>
          <p:cNvPr id="78" name="!!source-10-dom-5-3-1-3-11-fill">
            <a:extLst>
              <a:ext uri="{FF2B5EF4-FFF2-40B4-BE49-F238E27FC236}">
                <a16:creationId xmlns:a16="http://schemas.microsoft.com/office/drawing/2014/main" id="{55F53347-F981-4E9B-9802-C4C48A76EE25}"/>
              </a:ext>
            </a:extLst>
          </p:cNvPr>
          <p:cNvSpPr>
            <a:spLocks noGrp="1"/>
          </p:cNvSpPr>
          <p:nvPr/>
        </p:nvSpPr>
        <p:spPr>
          <a:xfrm>
            <a:off x="1047750" y="5334000"/>
            <a:ext cx="2543175" cy="676276"/>
          </a:xfrm>
          <a:prstGeom prst="roundRect">
            <a:avLst>
              <a:gd name="adj" fmla="val 8451"/>
            </a:avLst>
          </a:prstGeom>
          <a:solidFill>
            <a:srgbClr val="FAF6F3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10-dom-5-3-1-3-11-outline">
            <a:extLst>
              <a:ext uri="{FF2B5EF4-FFF2-40B4-BE49-F238E27FC236}">
                <a16:creationId xmlns:a16="http://schemas.microsoft.com/office/drawing/2014/main" id="{E7965C6E-70BC-4F7C-8D13-40726CABAF23}"/>
              </a:ext>
            </a:extLst>
          </p:cNvPr>
          <p:cNvSpPr>
            <a:spLocks noGrp="1"/>
          </p:cNvSpPr>
          <p:nvPr/>
        </p:nvSpPr>
        <p:spPr>
          <a:xfrm>
            <a:off x="1062037" y="5348287"/>
            <a:ext cx="2514600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E6D9D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!!source-10-dom-5-3-1-3-11-0-0-text-0">
            <a:extLst>
              <a:ext uri="{FF2B5EF4-FFF2-40B4-BE49-F238E27FC236}">
                <a16:creationId xmlns:a16="http://schemas.microsoft.com/office/drawing/2014/main" id="{0DFD23E1-4C6C-4797-A381-4C5249F083AA}"/>
              </a:ext>
            </a:extLst>
          </p:cNvPr>
          <p:cNvSpPr>
            <a:spLocks noGrp="1"/>
          </p:cNvSpPr>
          <p:nvPr/>
        </p:nvSpPr>
        <p:spPr>
          <a:xfrm>
            <a:off x="1753493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T3₁ → T3₃</a:t>
            </a:r>
          </a:p>
        </p:txBody>
      </p:sp>
      <p:sp>
        <p:nvSpPr>
          <p:cNvPr id="81" name="!!source-10-dom-5-3-1-3-14-fill">
            <a:extLst>
              <a:ext uri="{FF2B5EF4-FFF2-40B4-BE49-F238E27FC236}">
                <a16:creationId xmlns:a16="http://schemas.microsoft.com/office/drawing/2014/main" id="{5D933B3A-616E-47C5-8AA5-618D4F315085}"/>
              </a:ext>
            </a:extLst>
          </p:cNvPr>
          <p:cNvSpPr>
            <a:spLocks noGrp="1"/>
          </p:cNvSpPr>
          <p:nvPr/>
        </p:nvSpPr>
        <p:spPr>
          <a:xfrm>
            <a:off x="3705225" y="5334000"/>
            <a:ext cx="2543175" cy="676276"/>
          </a:xfrm>
          <a:prstGeom prst="roundRect">
            <a:avLst>
              <a:gd name="adj" fmla="val 8451"/>
            </a:avLst>
          </a:prstGeom>
          <a:solidFill>
            <a:srgbClr val="E8F3EC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2" name="!!source-10-dom-5-3-1-3-14-outline">
            <a:extLst>
              <a:ext uri="{FF2B5EF4-FFF2-40B4-BE49-F238E27FC236}">
                <a16:creationId xmlns:a16="http://schemas.microsoft.com/office/drawing/2014/main" id="{9524E1F1-9751-4227-A2AF-772A8C12B83B}"/>
              </a:ext>
            </a:extLst>
          </p:cNvPr>
          <p:cNvSpPr>
            <a:spLocks noGrp="1"/>
          </p:cNvSpPr>
          <p:nvPr/>
        </p:nvSpPr>
        <p:spPr>
          <a:xfrm>
            <a:off x="3719512" y="5348287"/>
            <a:ext cx="2514600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2E7D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!!source-10-dom-5-3-1-3-14-0-0-text-0">
            <a:extLst>
              <a:ext uri="{FF2B5EF4-FFF2-40B4-BE49-F238E27FC236}">
                <a16:creationId xmlns:a16="http://schemas.microsoft.com/office/drawing/2014/main" id="{42DBEC9D-F276-4B07-A159-B8CCC3FF1669}"/>
              </a:ext>
            </a:extLst>
          </p:cNvPr>
          <p:cNvSpPr>
            <a:spLocks noGrp="1"/>
          </p:cNvSpPr>
          <p:nvPr/>
        </p:nvSpPr>
        <p:spPr>
          <a:xfrm>
            <a:off x="4410968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2E7D4F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2E7D4F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T3₃ → T3₂</a:t>
            </a:r>
          </a:p>
        </p:txBody>
      </p:sp>
      <p:sp>
        <p:nvSpPr>
          <p:cNvPr id="84" name="!!source-10-dom-5-3-1-3-17-fill">
            <a:extLst>
              <a:ext uri="{FF2B5EF4-FFF2-40B4-BE49-F238E27FC236}">
                <a16:creationId xmlns:a16="http://schemas.microsoft.com/office/drawing/2014/main" id="{2F58C78F-0EBB-4A94-BBA4-F60EB1F0FFF9}"/>
              </a:ext>
            </a:extLst>
          </p:cNvPr>
          <p:cNvSpPr>
            <a:spLocks noGrp="1"/>
          </p:cNvSpPr>
          <p:nvPr/>
        </p:nvSpPr>
        <p:spPr>
          <a:xfrm>
            <a:off x="6362700" y="5334000"/>
            <a:ext cx="2543176" cy="676276"/>
          </a:xfrm>
          <a:prstGeom prst="roundRect">
            <a:avLst>
              <a:gd name="adj" fmla="val 8451"/>
            </a:avLst>
          </a:prstGeom>
          <a:solidFill>
            <a:srgbClr val="FAF6F3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10-dom-5-3-1-3-17-outline">
            <a:extLst>
              <a:ext uri="{FF2B5EF4-FFF2-40B4-BE49-F238E27FC236}">
                <a16:creationId xmlns:a16="http://schemas.microsoft.com/office/drawing/2014/main" id="{9956E55C-3D73-453F-93E0-A7B8C00909F3}"/>
              </a:ext>
            </a:extLst>
          </p:cNvPr>
          <p:cNvSpPr>
            <a:spLocks noGrp="1"/>
          </p:cNvSpPr>
          <p:nvPr/>
        </p:nvSpPr>
        <p:spPr>
          <a:xfrm>
            <a:off x="6376988" y="5348287"/>
            <a:ext cx="2514601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E6D9D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!!source-10-dom-5-3-1-3-17-0-0-text-0">
            <a:extLst>
              <a:ext uri="{FF2B5EF4-FFF2-40B4-BE49-F238E27FC236}">
                <a16:creationId xmlns:a16="http://schemas.microsoft.com/office/drawing/2014/main" id="{30A280F8-C081-4832-9781-BDA62D5218AF}"/>
              </a:ext>
            </a:extLst>
          </p:cNvPr>
          <p:cNvSpPr>
            <a:spLocks noGrp="1"/>
          </p:cNvSpPr>
          <p:nvPr/>
        </p:nvSpPr>
        <p:spPr>
          <a:xfrm>
            <a:off x="7068443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T3₂</a:t>
            </a:r>
          </a:p>
        </p:txBody>
      </p:sp>
      <p:sp>
        <p:nvSpPr>
          <p:cNvPr id="87" name="!!source-10-dom-5-3-1-5-1-0-text-0">
            <a:extLst>
              <a:ext uri="{FF2B5EF4-FFF2-40B4-BE49-F238E27FC236}">
                <a16:creationId xmlns:a16="http://schemas.microsoft.com/office/drawing/2014/main" id="{3ECEA536-F744-417F-A80F-5A33CA123D3C}"/>
              </a:ext>
            </a:extLst>
          </p:cNvPr>
          <p:cNvSpPr>
            <a:spLocks noGrp="1"/>
          </p:cNvSpPr>
          <p:nvPr/>
        </p:nvSpPr>
        <p:spPr>
          <a:xfrm>
            <a:off x="1047750" y="6181725"/>
            <a:ext cx="670054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325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 dirty="0" err="1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Σ</a:t>
            </a:r>
            <a:r>
              <a:rPr sz="2325" b="0" i="0" spc="-6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selected = booked flag </a:t>
            </a:r>
            <a:r>
              <a:rPr lang="es-ES" sz="2325" b="1" spc="-6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BUT</a:t>
            </a:r>
            <a:r>
              <a:rPr sz="2325" b="0" i="0" spc="-6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selected ≤ feasible</a:t>
            </a:r>
          </a:p>
        </p:txBody>
      </p:sp>
      <p:sp>
        <p:nvSpPr>
          <p:cNvPr id="88" name="!!source-10-dom-5-3-1-5-3-0-text-0">
            <a:extLst>
              <a:ext uri="{FF2B5EF4-FFF2-40B4-BE49-F238E27FC236}">
                <a16:creationId xmlns:a16="http://schemas.microsoft.com/office/drawing/2014/main" id="{F69E975E-A559-432F-B10A-D5E1D486C319}"/>
              </a:ext>
            </a:extLst>
          </p:cNvPr>
          <p:cNvSpPr>
            <a:spLocks noGrp="1"/>
          </p:cNvSpPr>
          <p:nvPr/>
        </p:nvSpPr>
        <p:spPr>
          <a:xfrm>
            <a:off x="1047750" y="6690271"/>
            <a:ext cx="7808119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Only the selected pattern passes its per-tank masses</a:t>
            </a:r>
          </a:p>
        </p:txBody>
      </p:sp>
      <p:sp>
        <p:nvSpPr>
          <p:cNvPr id="89" name="!!source-10-dom-5-3-1-5-3-0-text-1">
            <a:extLst>
              <a:ext uri="{FF2B5EF4-FFF2-40B4-BE49-F238E27FC236}">
                <a16:creationId xmlns:a16="http://schemas.microsoft.com/office/drawing/2014/main" id="{6425FDAE-5F83-4910-95C1-E8E746396A5E}"/>
              </a:ext>
            </a:extLst>
          </p:cNvPr>
          <p:cNvSpPr>
            <a:spLocks noGrp="1"/>
          </p:cNvSpPr>
          <p:nvPr/>
        </p:nvSpPr>
        <p:spPr>
          <a:xfrm>
            <a:off x="1047750" y="7103566"/>
            <a:ext cx="1267123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through</a:t>
            </a:r>
          </a:p>
        </p:txBody>
      </p:sp>
      <p:sp>
        <p:nvSpPr>
          <p:cNvPr id="90" name="!!source-10-dom-5-3-3-1-0-0-text-0">
            <a:extLst>
              <a:ext uri="{FF2B5EF4-FFF2-40B4-BE49-F238E27FC236}">
                <a16:creationId xmlns:a16="http://schemas.microsoft.com/office/drawing/2014/main" id="{7A381106-C903-4032-8E73-15A759034FC9}"/>
              </a:ext>
            </a:extLst>
          </p:cNvPr>
          <p:cNvSpPr>
            <a:spLocks noGrp="1"/>
          </p:cNvSpPr>
          <p:nvPr/>
        </p:nvSpPr>
        <p:spPr>
          <a:xfrm>
            <a:off x="9382124" y="4086225"/>
            <a:ext cx="593229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TANK STATE AT K+9, THE SAMPLE AFTER V1</a:t>
            </a:r>
          </a:p>
        </p:txBody>
      </p:sp>
      <p:sp>
        <p:nvSpPr>
          <p:cNvPr id="91" name="!!source-10-dom-5-3-3-3-0-text-0">
            <a:extLst>
              <a:ext uri="{FF2B5EF4-FFF2-40B4-BE49-F238E27FC236}">
                <a16:creationId xmlns:a16="http://schemas.microsoft.com/office/drawing/2014/main" id="{34AEE103-C505-4FC4-A91D-B815B9BE41CD}"/>
              </a:ext>
            </a:extLst>
          </p:cNvPr>
          <p:cNvSpPr>
            <a:spLocks noGrp="1"/>
          </p:cNvSpPr>
          <p:nvPr/>
        </p:nvSpPr>
        <p:spPr>
          <a:xfrm>
            <a:off x="9382124" y="4514850"/>
            <a:ext cx="701263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8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next state = state + compression − reserved</a:t>
            </a:r>
          </a:p>
        </p:txBody>
      </p:sp>
      <p:sp>
        <p:nvSpPr>
          <p:cNvPr id="92" name="!!source-10-dom-5-3-3-5-2-0-0-0-text-0">
            <a:extLst>
              <a:ext uri="{FF2B5EF4-FFF2-40B4-BE49-F238E27FC236}">
                <a16:creationId xmlns:a16="http://schemas.microsoft.com/office/drawing/2014/main" id="{88EF552A-4188-4093-8C2B-4907244418BB}"/>
              </a:ext>
            </a:extLst>
          </p:cNvPr>
          <p:cNvSpPr>
            <a:spLocks noGrp="1"/>
          </p:cNvSpPr>
          <p:nvPr/>
        </p:nvSpPr>
        <p:spPr>
          <a:xfrm>
            <a:off x="10071646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93" name="!!source-10-dom-5-3-3-5-2-1-fill">
            <a:extLst>
              <a:ext uri="{FF2B5EF4-FFF2-40B4-BE49-F238E27FC236}">
                <a16:creationId xmlns:a16="http://schemas.microsoft.com/office/drawing/2014/main" id="{0717A13C-15FD-4ABA-B7E6-C51491D5EA5E}"/>
              </a:ext>
            </a:extLst>
          </p:cNvPr>
          <p:cNvSpPr>
            <a:spLocks noGrp="1"/>
          </p:cNvSpPr>
          <p:nvPr/>
        </p:nvSpPr>
        <p:spPr>
          <a:xfrm>
            <a:off x="9353550" y="5248275"/>
            <a:ext cx="1506737" cy="1866900"/>
          </a:xfrm>
          <a:prstGeom prst="roundRect">
            <a:avLst>
              <a:gd name="adj" fmla="val 7586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4" name="!!source-10-dom-5-3-3-5-2-1-outline">
            <a:extLst>
              <a:ext uri="{FF2B5EF4-FFF2-40B4-BE49-F238E27FC236}">
                <a16:creationId xmlns:a16="http://schemas.microsoft.com/office/drawing/2014/main" id="{426D3D4A-8887-46C1-A230-06AC6D3CEBD1}"/>
              </a:ext>
            </a:extLst>
          </p:cNvPr>
          <p:cNvSpPr>
            <a:spLocks noGrp="1"/>
          </p:cNvSpPr>
          <p:nvPr/>
        </p:nvSpPr>
        <p:spPr>
          <a:xfrm>
            <a:off x="9367837" y="5262562"/>
            <a:ext cx="1478162" cy="1838325"/>
          </a:xfrm>
          <a:prstGeom prst="roundRect">
            <a:avLst>
              <a:gd name="adj" fmla="val 7733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!!source-10-dom-5-3-3-5-2-1-0-fill">
            <a:extLst>
              <a:ext uri="{FF2B5EF4-FFF2-40B4-BE49-F238E27FC236}">
                <a16:creationId xmlns:a16="http://schemas.microsoft.com/office/drawing/2014/main" id="{8D424892-FE37-43BE-84A3-AC970A56391C}"/>
              </a:ext>
            </a:extLst>
          </p:cNvPr>
          <p:cNvSpPr>
            <a:spLocks noGrp="1"/>
          </p:cNvSpPr>
          <p:nvPr/>
        </p:nvSpPr>
        <p:spPr>
          <a:xfrm>
            <a:off x="9382124" y="6091238"/>
            <a:ext cx="1449587" cy="995362"/>
          </a:xfrm>
          <a:custGeom>
            <a:avLst/>
            <a:gdLst/>
            <a:ahLst/>
            <a:cxnLst/>
            <a:rect l="0" t="0" r="0" b="0"/>
            <a:pathLst>
              <a:path w="1449587" h="995362">
                <a:moveTo>
                  <a:pt x="0" y="0"/>
                </a:moveTo>
                <a:lnTo>
                  <a:pt x="1449587" y="0"/>
                </a:lnTo>
                <a:lnTo>
                  <a:pt x="1449587" y="909637"/>
                </a:lnTo>
                <a:lnTo>
                  <a:pt x="1447940" y="926362"/>
                </a:lnTo>
                <a:lnTo>
                  <a:pt x="1443061" y="942443"/>
                </a:lnTo>
                <a:lnTo>
                  <a:pt x="1435140" y="957264"/>
                </a:lnTo>
                <a:lnTo>
                  <a:pt x="1424479" y="970254"/>
                </a:lnTo>
                <a:lnTo>
                  <a:pt x="1411488" y="980915"/>
                </a:lnTo>
                <a:lnTo>
                  <a:pt x="1396667" y="988837"/>
                </a:lnTo>
                <a:lnTo>
                  <a:pt x="1380586" y="993715"/>
                </a:lnTo>
                <a:lnTo>
                  <a:pt x="1363862" y="995362"/>
                </a:lnTo>
                <a:lnTo>
                  <a:pt x="85725" y="995362"/>
                </a:lnTo>
                <a:lnTo>
                  <a:pt x="69001" y="993715"/>
                </a:lnTo>
                <a:lnTo>
                  <a:pt x="52919" y="988837"/>
                </a:lnTo>
                <a:lnTo>
                  <a:pt x="38099" y="980915"/>
                </a:lnTo>
                <a:lnTo>
                  <a:pt x="25108" y="970254"/>
                </a:lnTo>
                <a:lnTo>
                  <a:pt x="14447" y="957264"/>
                </a:lnTo>
                <a:lnTo>
                  <a:pt x="6525" y="942443"/>
                </a:lnTo>
                <a:lnTo>
                  <a:pt x="1647" y="926362"/>
                </a:lnTo>
                <a:lnTo>
                  <a:pt x="0" y="909637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6" name="!!source-10-dom-5-3-3-5-2-2-0-0-text-0">
            <a:extLst>
              <a:ext uri="{FF2B5EF4-FFF2-40B4-BE49-F238E27FC236}">
                <a16:creationId xmlns:a16="http://schemas.microsoft.com/office/drawing/2014/main" id="{EA54609B-EA8F-4E4F-9332-6B6BD300712F}"/>
              </a:ext>
            </a:extLst>
          </p:cNvPr>
          <p:cNvSpPr>
            <a:spLocks noGrp="1"/>
          </p:cNvSpPr>
          <p:nvPr/>
        </p:nvSpPr>
        <p:spPr>
          <a:xfrm>
            <a:off x="9911507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T3₁</a:t>
            </a:r>
          </a:p>
        </p:txBody>
      </p:sp>
      <p:sp>
        <p:nvSpPr>
          <p:cNvPr id="97" name="!!source-10-dom-5-3-3-5-5-0-0-0-text-0">
            <a:extLst>
              <a:ext uri="{FF2B5EF4-FFF2-40B4-BE49-F238E27FC236}">
                <a16:creationId xmlns:a16="http://schemas.microsoft.com/office/drawing/2014/main" id="{3E51FDB8-88B3-4C37-8315-0C1BCE42FD45}"/>
              </a:ext>
            </a:extLst>
          </p:cNvPr>
          <p:cNvSpPr>
            <a:spLocks noGrp="1"/>
          </p:cNvSpPr>
          <p:nvPr/>
        </p:nvSpPr>
        <p:spPr>
          <a:xfrm>
            <a:off x="11239053" y="4867275"/>
            <a:ext cx="9874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−4.4 kg</a:t>
            </a:r>
          </a:p>
        </p:txBody>
      </p:sp>
      <p:sp>
        <p:nvSpPr>
          <p:cNvPr id="98" name="!!source-10-dom-5-3-3-5-5-1-fill">
            <a:extLst>
              <a:ext uri="{FF2B5EF4-FFF2-40B4-BE49-F238E27FC236}">
                <a16:creationId xmlns:a16="http://schemas.microsoft.com/office/drawing/2014/main" id="{C83FB380-E3A3-4DDE-9A42-445D46EB6685}"/>
              </a:ext>
            </a:extLst>
          </p:cNvPr>
          <p:cNvSpPr>
            <a:spLocks noGrp="1"/>
          </p:cNvSpPr>
          <p:nvPr/>
        </p:nvSpPr>
        <p:spPr>
          <a:xfrm>
            <a:off x="10955536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9" name="!!source-10-dom-5-3-3-5-5-1-outline">
            <a:extLst>
              <a:ext uri="{FF2B5EF4-FFF2-40B4-BE49-F238E27FC236}">
                <a16:creationId xmlns:a16="http://schemas.microsoft.com/office/drawing/2014/main" id="{6D9F9575-3DB6-4544-8641-0BCC1B70E092}"/>
              </a:ext>
            </a:extLst>
          </p:cNvPr>
          <p:cNvSpPr>
            <a:spLocks noGrp="1"/>
          </p:cNvSpPr>
          <p:nvPr/>
        </p:nvSpPr>
        <p:spPr>
          <a:xfrm>
            <a:off x="10969823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10-dom-5-3-3-5-5-1-0-fill">
            <a:extLst>
              <a:ext uri="{FF2B5EF4-FFF2-40B4-BE49-F238E27FC236}">
                <a16:creationId xmlns:a16="http://schemas.microsoft.com/office/drawing/2014/main" id="{463EBEF6-0595-4172-A511-9B374378B038}"/>
              </a:ext>
            </a:extLst>
          </p:cNvPr>
          <p:cNvSpPr>
            <a:spLocks noGrp="1"/>
          </p:cNvSpPr>
          <p:nvPr/>
        </p:nvSpPr>
        <p:spPr>
          <a:xfrm>
            <a:off x="10984111" y="6218039"/>
            <a:ext cx="1449735" cy="868561"/>
          </a:xfrm>
          <a:custGeom>
            <a:avLst/>
            <a:gdLst/>
            <a:ahLst/>
            <a:cxnLst/>
            <a:rect l="0" t="0" r="0" b="0"/>
            <a:pathLst>
              <a:path w="1449735" h="868561">
                <a:moveTo>
                  <a:pt x="0" y="0"/>
                </a:moveTo>
                <a:lnTo>
                  <a:pt x="1449735" y="0"/>
                </a:lnTo>
                <a:lnTo>
                  <a:pt x="1449735" y="782836"/>
                </a:lnTo>
                <a:lnTo>
                  <a:pt x="1448088" y="799560"/>
                </a:lnTo>
                <a:lnTo>
                  <a:pt x="1443210" y="815642"/>
                </a:lnTo>
                <a:lnTo>
                  <a:pt x="1435288" y="830462"/>
                </a:lnTo>
                <a:lnTo>
                  <a:pt x="1424627" y="843453"/>
                </a:lnTo>
                <a:lnTo>
                  <a:pt x="1411636" y="854114"/>
                </a:lnTo>
                <a:lnTo>
                  <a:pt x="1396816" y="862036"/>
                </a:lnTo>
                <a:lnTo>
                  <a:pt x="1380734" y="866914"/>
                </a:lnTo>
                <a:lnTo>
                  <a:pt x="1364010" y="868561"/>
                </a:lnTo>
                <a:lnTo>
                  <a:pt x="85725" y="868561"/>
                </a:lnTo>
                <a:lnTo>
                  <a:pt x="69001" y="866914"/>
                </a:lnTo>
                <a:lnTo>
                  <a:pt x="52919" y="862036"/>
                </a:lnTo>
                <a:lnTo>
                  <a:pt x="38099" y="854114"/>
                </a:lnTo>
                <a:lnTo>
                  <a:pt x="25108" y="843453"/>
                </a:lnTo>
                <a:lnTo>
                  <a:pt x="14447" y="830462"/>
                </a:lnTo>
                <a:lnTo>
                  <a:pt x="6525" y="815642"/>
                </a:lnTo>
                <a:lnTo>
                  <a:pt x="1647" y="799560"/>
                </a:lnTo>
                <a:lnTo>
                  <a:pt x="0" y="782836"/>
                </a:lnTo>
                <a:close/>
              </a:path>
            </a:pathLst>
          </a:cu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1" name="!!source-10-dom-5-3-3-5-5-2-0-0-text-0">
            <a:extLst>
              <a:ext uri="{FF2B5EF4-FFF2-40B4-BE49-F238E27FC236}">
                <a16:creationId xmlns:a16="http://schemas.microsoft.com/office/drawing/2014/main" id="{6709ED09-E618-4767-880F-F4C43F670554}"/>
              </a:ext>
            </a:extLst>
          </p:cNvPr>
          <p:cNvSpPr>
            <a:spLocks noGrp="1"/>
          </p:cNvSpPr>
          <p:nvPr/>
        </p:nvSpPr>
        <p:spPr>
          <a:xfrm>
            <a:off x="11513493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T3₂</a:t>
            </a:r>
          </a:p>
        </p:txBody>
      </p:sp>
      <p:sp>
        <p:nvSpPr>
          <p:cNvPr id="102" name="!!source-10-dom-5-3-3-5-8-0-0-0-text-0">
            <a:extLst>
              <a:ext uri="{FF2B5EF4-FFF2-40B4-BE49-F238E27FC236}">
                <a16:creationId xmlns:a16="http://schemas.microsoft.com/office/drawing/2014/main" id="{2EA67516-A6F1-4633-99DD-CA4D3CB70B2A}"/>
              </a:ext>
            </a:extLst>
          </p:cNvPr>
          <p:cNvSpPr>
            <a:spLocks noGrp="1"/>
          </p:cNvSpPr>
          <p:nvPr/>
        </p:nvSpPr>
        <p:spPr>
          <a:xfrm>
            <a:off x="13275915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103" name="!!source-10-dom-5-3-3-5-8-1-fill">
            <a:extLst>
              <a:ext uri="{FF2B5EF4-FFF2-40B4-BE49-F238E27FC236}">
                <a16:creationId xmlns:a16="http://schemas.microsoft.com/office/drawing/2014/main" id="{27443088-6D15-4775-9A53-4F6C296DEB5B}"/>
              </a:ext>
            </a:extLst>
          </p:cNvPr>
          <p:cNvSpPr>
            <a:spLocks noGrp="1"/>
          </p:cNvSpPr>
          <p:nvPr/>
        </p:nvSpPr>
        <p:spPr>
          <a:xfrm>
            <a:off x="12557671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10-dom-5-3-3-5-8-1-outline">
            <a:extLst>
              <a:ext uri="{FF2B5EF4-FFF2-40B4-BE49-F238E27FC236}">
                <a16:creationId xmlns:a16="http://schemas.microsoft.com/office/drawing/2014/main" id="{534498BD-0D47-45CD-9ECF-5C1DF71B60A7}"/>
              </a:ext>
            </a:extLst>
          </p:cNvPr>
          <p:cNvSpPr>
            <a:spLocks noGrp="1"/>
          </p:cNvSpPr>
          <p:nvPr/>
        </p:nvSpPr>
        <p:spPr>
          <a:xfrm>
            <a:off x="12571958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" name="!!source-10-dom-5-3-3-5-8-1-0-fill">
            <a:extLst>
              <a:ext uri="{FF2B5EF4-FFF2-40B4-BE49-F238E27FC236}">
                <a16:creationId xmlns:a16="http://schemas.microsoft.com/office/drawing/2014/main" id="{5C39AF80-B8A9-4290-8821-DE8D5BF2E337}"/>
              </a:ext>
            </a:extLst>
          </p:cNvPr>
          <p:cNvSpPr>
            <a:spLocks noGrp="1"/>
          </p:cNvSpPr>
          <p:nvPr/>
        </p:nvSpPr>
        <p:spPr>
          <a:xfrm>
            <a:off x="12586246" y="5964585"/>
            <a:ext cx="1449734" cy="1122016"/>
          </a:xfrm>
          <a:custGeom>
            <a:avLst/>
            <a:gdLst/>
            <a:ahLst/>
            <a:cxnLst/>
            <a:rect l="0" t="0" r="0" b="0"/>
            <a:pathLst>
              <a:path w="1449734" h="1122016">
                <a:moveTo>
                  <a:pt x="0" y="0"/>
                </a:moveTo>
                <a:lnTo>
                  <a:pt x="1449734" y="0"/>
                </a:lnTo>
                <a:lnTo>
                  <a:pt x="1449734" y="1036291"/>
                </a:lnTo>
                <a:lnTo>
                  <a:pt x="1448087" y="1053015"/>
                </a:lnTo>
                <a:lnTo>
                  <a:pt x="1443208" y="1069096"/>
                </a:lnTo>
                <a:lnTo>
                  <a:pt x="1435286" y="1083917"/>
                </a:lnTo>
                <a:lnTo>
                  <a:pt x="1424625" y="1096907"/>
                </a:lnTo>
                <a:lnTo>
                  <a:pt x="1411635" y="1107568"/>
                </a:lnTo>
                <a:lnTo>
                  <a:pt x="1396814" y="1115490"/>
                </a:lnTo>
                <a:lnTo>
                  <a:pt x="1380733" y="1120368"/>
                </a:lnTo>
                <a:lnTo>
                  <a:pt x="1364009" y="1122016"/>
                </a:lnTo>
                <a:lnTo>
                  <a:pt x="85725" y="1122016"/>
                </a:lnTo>
                <a:lnTo>
                  <a:pt x="69001" y="1120368"/>
                </a:lnTo>
                <a:lnTo>
                  <a:pt x="52919" y="1115490"/>
                </a:lnTo>
                <a:lnTo>
                  <a:pt x="38099" y="1107568"/>
                </a:lnTo>
                <a:lnTo>
                  <a:pt x="25108" y="1096907"/>
                </a:lnTo>
                <a:lnTo>
                  <a:pt x="14447" y="1083917"/>
                </a:lnTo>
                <a:lnTo>
                  <a:pt x="6525" y="1069096"/>
                </a:lnTo>
                <a:lnTo>
                  <a:pt x="1647" y="1053015"/>
                </a:lnTo>
                <a:lnTo>
                  <a:pt x="0" y="1036291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!!source-10-dom-5-3-3-5-8-2-0-0-text-0">
            <a:extLst>
              <a:ext uri="{FF2B5EF4-FFF2-40B4-BE49-F238E27FC236}">
                <a16:creationId xmlns:a16="http://schemas.microsoft.com/office/drawing/2014/main" id="{2DFA5119-3FDB-426E-A5A8-421D16E002EC}"/>
              </a:ext>
            </a:extLst>
          </p:cNvPr>
          <p:cNvSpPr>
            <a:spLocks noGrp="1"/>
          </p:cNvSpPr>
          <p:nvPr/>
        </p:nvSpPr>
        <p:spPr>
          <a:xfrm>
            <a:off x="13115628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T3₃</a:t>
            </a:r>
          </a:p>
        </p:txBody>
      </p:sp>
      <p:sp>
        <p:nvSpPr>
          <p:cNvPr id="107" name="!!source-10-dom-5-3-3-5-11-0-0-0-text-0">
            <a:extLst>
              <a:ext uri="{FF2B5EF4-FFF2-40B4-BE49-F238E27FC236}">
                <a16:creationId xmlns:a16="http://schemas.microsoft.com/office/drawing/2014/main" id="{C85A2BD9-9C98-4058-AD92-CB810F6C9A98}"/>
              </a:ext>
            </a:extLst>
          </p:cNvPr>
          <p:cNvSpPr>
            <a:spLocks noGrp="1"/>
          </p:cNvSpPr>
          <p:nvPr/>
        </p:nvSpPr>
        <p:spPr>
          <a:xfrm>
            <a:off x="14878050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108" name="!!source-10-dom-5-3-3-5-11-1-fill">
            <a:extLst>
              <a:ext uri="{FF2B5EF4-FFF2-40B4-BE49-F238E27FC236}">
                <a16:creationId xmlns:a16="http://schemas.microsoft.com/office/drawing/2014/main" id="{C41D5420-00F1-4874-8A08-450694003614}"/>
              </a:ext>
            </a:extLst>
          </p:cNvPr>
          <p:cNvSpPr>
            <a:spLocks noGrp="1"/>
          </p:cNvSpPr>
          <p:nvPr/>
        </p:nvSpPr>
        <p:spPr>
          <a:xfrm>
            <a:off x="14159806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10-dom-5-3-3-5-11-1-outline">
            <a:extLst>
              <a:ext uri="{FF2B5EF4-FFF2-40B4-BE49-F238E27FC236}">
                <a16:creationId xmlns:a16="http://schemas.microsoft.com/office/drawing/2014/main" id="{B34D9819-C540-42A5-8EE2-6EDD0B2585C8}"/>
              </a:ext>
            </a:extLst>
          </p:cNvPr>
          <p:cNvSpPr>
            <a:spLocks noGrp="1"/>
          </p:cNvSpPr>
          <p:nvPr/>
        </p:nvSpPr>
        <p:spPr>
          <a:xfrm>
            <a:off x="14174093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10-dom-5-3-3-5-11-1-0-fill">
            <a:extLst>
              <a:ext uri="{FF2B5EF4-FFF2-40B4-BE49-F238E27FC236}">
                <a16:creationId xmlns:a16="http://schemas.microsoft.com/office/drawing/2014/main" id="{4FD7F7C1-7402-40BD-8A80-4D07FAE9CEC1}"/>
              </a:ext>
            </a:extLst>
          </p:cNvPr>
          <p:cNvSpPr>
            <a:spLocks noGrp="1"/>
          </p:cNvSpPr>
          <p:nvPr/>
        </p:nvSpPr>
        <p:spPr>
          <a:xfrm>
            <a:off x="14188380" y="5675114"/>
            <a:ext cx="1449735" cy="1411486"/>
          </a:xfrm>
          <a:custGeom>
            <a:avLst/>
            <a:gdLst/>
            <a:ahLst/>
            <a:cxnLst/>
            <a:rect l="0" t="0" r="0" b="0"/>
            <a:pathLst>
              <a:path w="1449735" h="1411486">
                <a:moveTo>
                  <a:pt x="0" y="0"/>
                </a:moveTo>
                <a:lnTo>
                  <a:pt x="1449735" y="0"/>
                </a:lnTo>
                <a:lnTo>
                  <a:pt x="1449735" y="1325761"/>
                </a:lnTo>
                <a:lnTo>
                  <a:pt x="1448088" y="1342485"/>
                </a:lnTo>
                <a:lnTo>
                  <a:pt x="1443210" y="1358567"/>
                </a:lnTo>
                <a:lnTo>
                  <a:pt x="1435288" y="1373387"/>
                </a:lnTo>
                <a:lnTo>
                  <a:pt x="1424627" y="1386378"/>
                </a:lnTo>
                <a:lnTo>
                  <a:pt x="1411636" y="1397039"/>
                </a:lnTo>
                <a:lnTo>
                  <a:pt x="1396816" y="1404961"/>
                </a:lnTo>
                <a:lnTo>
                  <a:pt x="1380734" y="1409839"/>
                </a:lnTo>
                <a:lnTo>
                  <a:pt x="1364010" y="1411486"/>
                </a:lnTo>
                <a:lnTo>
                  <a:pt x="85725" y="1411486"/>
                </a:lnTo>
                <a:lnTo>
                  <a:pt x="69001" y="1409839"/>
                </a:lnTo>
                <a:lnTo>
                  <a:pt x="52919" y="1404961"/>
                </a:lnTo>
                <a:lnTo>
                  <a:pt x="38099" y="1397039"/>
                </a:lnTo>
                <a:lnTo>
                  <a:pt x="25108" y="1386378"/>
                </a:lnTo>
                <a:lnTo>
                  <a:pt x="14447" y="1373387"/>
                </a:lnTo>
                <a:lnTo>
                  <a:pt x="6525" y="1358567"/>
                </a:lnTo>
                <a:lnTo>
                  <a:pt x="1647" y="1342485"/>
                </a:lnTo>
                <a:lnTo>
                  <a:pt x="0" y="1325761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10-dom-5-3-3-5-11-2-0-0-text-0">
            <a:extLst>
              <a:ext uri="{FF2B5EF4-FFF2-40B4-BE49-F238E27FC236}">
                <a16:creationId xmlns:a16="http://schemas.microsoft.com/office/drawing/2014/main" id="{45FBA506-D688-4FC5-A2CC-F83B80DD8979}"/>
              </a:ext>
            </a:extLst>
          </p:cNvPr>
          <p:cNvSpPr>
            <a:spLocks noGrp="1"/>
          </p:cNvSpPr>
          <p:nvPr/>
        </p:nvSpPr>
        <p:spPr>
          <a:xfrm>
            <a:off x="14717762" y="7191375"/>
            <a:ext cx="43844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T3₄</a:t>
            </a:r>
          </a:p>
        </p:txBody>
      </p:sp>
      <p:sp>
        <p:nvSpPr>
          <p:cNvPr id="112" name="!!source-10-dom-5-3-3-5-14-0-0-0-text-0">
            <a:extLst>
              <a:ext uri="{FF2B5EF4-FFF2-40B4-BE49-F238E27FC236}">
                <a16:creationId xmlns:a16="http://schemas.microsoft.com/office/drawing/2014/main" id="{C42D0A10-3F11-446B-8562-B8F51E459223}"/>
              </a:ext>
            </a:extLst>
          </p:cNvPr>
          <p:cNvSpPr>
            <a:spLocks noGrp="1"/>
          </p:cNvSpPr>
          <p:nvPr/>
        </p:nvSpPr>
        <p:spPr>
          <a:xfrm>
            <a:off x="16054685" y="4867275"/>
            <a:ext cx="96902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−6.0 kg</a:t>
            </a:r>
          </a:p>
        </p:txBody>
      </p:sp>
      <p:sp>
        <p:nvSpPr>
          <p:cNvPr id="113" name="!!source-10-dom-5-3-3-5-14-1-fill">
            <a:extLst>
              <a:ext uri="{FF2B5EF4-FFF2-40B4-BE49-F238E27FC236}">
                <a16:creationId xmlns:a16="http://schemas.microsoft.com/office/drawing/2014/main" id="{160B9ECA-546F-4148-B004-1DD0716BB499}"/>
              </a:ext>
            </a:extLst>
          </p:cNvPr>
          <p:cNvSpPr>
            <a:spLocks noGrp="1"/>
          </p:cNvSpPr>
          <p:nvPr/>
        </p:nvSpPr>
        <p:spPr>
          <a:xfrm>
            <a:off x="15761940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10-dom-5-3-3-5-14-1-outline">
            <a:extLst>
              <a:ext uri="{FF2B5EF4-FFF2-40B4-BE49-F238E27FC236}">
                <a16:creationId xmlns:a16="http://schemas.microsoft.com/office/drawing/2014/main" id="{AEF7BBA8-3EE5-4467-AC5F-6D63F38B8982}"/>
              </a:ext>
            </a:extLst>
          </p:cNvPr>
          <p:cNvSpPr>
            <a:spLocks noGrp="1"/>
          </p:cNvSpPr>
          <p:nvPr/>
        </p:nvSpPr>
        <p:spPr>
          <a:xfrm>
            <a:off x="15776227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10-dom-5-3-3-5-14-1-0-fill">
            <a:extLst>
              <a:ext uri="{FF2B5EF4-FFF2-40B4-BE49-F238E27FC236}">
                <a16:creationId xmlns:a16="http://schemas.microsoft.com/office/drawing/2014/main" id="{C31C55D9-A3F7-4B8F-A30D-7FE7251DD1B5}"/>
              </a:ext>
            </a:extLst>
          </p:cNvPr>
          <p:cNvSpPr>
            <a:spLocks noGrp="1"/>
          </p:cNvSpPr>
          <p:nvPr/>
        </p:nvSpPr>
        <p:spPr>
          <a:xfrm>
            <a:off x="15790515" y="6905625"/>
            <a:ext cx="1449735" cy="180975"/>
          </a:xfrm>
          <a:custGeom>
            <a:avLst/>
            <a:gdLst/>
            <a:ahLst/>
            <a:cxnLst/>
            <a:rect l="0" t="0" r="0" b="0"/>
            <a:pathLst>
              <a:path w="1449735" h="180975">
                <a:moveTo>
                  <a:pt x="0" y="0"/>
                </a:moveTo>
                <a:lnTo>
                  <a:pt x="1449735" y="0"/>
                </a:lnTo>
                <a:lnTo>
                  <a:pt x="1449735" y="95250"/>
                </a:lnTo>
                <a:lnTo>
                  <a:pt x="1448088" y="111974"/>
                </a:lnTo>
                <a:lnTo>
                  <a:pt x="1443210" y="128056"/>
                </a:lnTo>
                <a:lnTo>
                  <a:pt x="1435288" y="142876"/>
                </a:lnTo>
                <a:lnTo>
                  <a:pt x="1424627" y="155867"/>
                </a:lnTo>
                <a:lnTo>
                  <a:pt x="1411636" y="166528"/>
                </a:lnTo>
                <a:lnTo>
                  <a:pt x="1396816" y="174450"/>
                </a:lnTo>
                <a:lnTo>
                  <a:pt x="1380734" y="179328"/>
                </a:lnTo>
                <a:lnTo>
                  <a:pt x="1364010" y="180975"/>
                </a:lnTo>
                <a:lnTo>
                  <a:pt x="85725" y="180975"/>
                </a:lnTo>
                <a:lnTo>
                  <a:pt x="69001" y="179328"/>
                </a:lnTo>
                <a:lnTo>
                  <a:pt x="52919" y="174450"/>
                </a:lnTo>
                <a:lnTo>
                  <a:pt x="38099" y="166528"/>
                </a:lnTo>
                <a:lnTo>
                  <a:pt x="25108" y="155867"/>
                </a:lnTo>
                <a:lnTo>
                  <a:pt x="14447" y="142876"/>
                </a:lnTo>
                <a:lnTo>
                  <a:pt x="6525" y="128056"/>
                </a:lnTo>
                <a:lnTo>
                  <a:pt x="1647" y="111974"/>
                </a:lnTo>
                <a:lnTo>
                  <a:pt x="0" y="95250"/>
                </a:lnTo>
                <a:close/>
              </a:path>
            </a:pathLst>
          </a:cu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10-dom-5-3-3-5-14-2-0-0-text-0">
            <a:extLst>
              <a:ext uri="{FF2B5EF4-FFF2-40B4-BE49-F238E27FC236}">
                <a16:creationId xmlns:a16="http://schemas.microsoft.com/office/drawing/2014/main" id="{C4FBB8F7-75E9-4057-9FC3-23BA7EA95F13}"/>
              </a:ext>
            </a:extLst>
          </p:cNvPr>
          <p:cNvSpPr>
            <a:spLocks noGrp="1"/>
          </p:cNvSpPr>
          <p:nvPr/>
        </p:nvSpPr>
        <p:spPr>
          <a:xfrm>
            <a:off x="16373326" y="7191375"/>
            <a:ext cx="33173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T4</a:t>
            </a:r>
          </a:p>
        </p:txBody>
      </p:sp>
      <p:sp>
        <p:nvSpPr>
          <p:cNvPr id="117" name="!!source-10-dom-5-3-3-7-0-text-0">
            <a:extLst>
              <a:ext uri="{FF2B5EF4-FFF2-40B4-BE49-F238E27FC236}">
                <a16:creationId xmlns:a16="http://schemas.microsoft.com/office/drawing/2014/main" id="{AF3547A7-77AD-4DFD-9EF5-BBC146DD2AC1}"/>
              </a:ext>
            </a:extLst>
          </p:cNvPr>
          <p:cNvSpPr>
            <a:spLocks noGrp="1"/>
          </p:cNvSpPr>
          <p:nvPr/>
        </p:nvSpPr>
        <p:spPr>
          <a:xfrm>
            <a:off x="9382124" y="7667625"/>
            <a:ext cx="3551486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Horizon rolls: tanks moved, </a:t>
            </a:r>
          </a:p>
        </p:txBody>
      </p:sp>
      <p:sp>
        <p:nvSpPr>
          <p:cNvPr id="118" name="!!source-10-dom-5-3-3-7-1-0-text-0">
            <a:extLst>
              <a:ext uri="{FF2B5EF4-FFF2-40B4-BE49-F238E27FC236}">
                <a16:creationId xmlns:a16="http://schemas.microsoft.com/office/drawing/2014/main" id="{FFD759D6-EBFC-4913-9570-61777CE1EB73}"/>
              </a:ext>
            </a:extLst>
          </p:cNvPr>
          <p:cNvSpPr>
            <a:spLocks noGrp="1"/>
          </p:cNvSpPr>
          <p:nvPr/>
        </p:nvSpPr>
        <p:spPr>
          <a:xfrm>
            <a:off x="12885985" y="7667625"/>
            <a:ext cx="3082827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selection re-optimised</a:t>
            </a:r>
          </a:p>
        </p:txBody>
      </p:sp>
      <p:sp>
        <p:nvSpPr>
          <p:cNvPr id="119" name="!!source-10-dom-5-3-3-7-2-text-0">
            <a:extLst>
              <a:ext uri="{FF2B5EF4-FFF2-40B4-BE49-F238E27FC236}">
                <a16:creationId xmlns:a16="http://schemas.microsoft.com/office/drawing/2014/main" id="{894A925E-F449-4ABC-8BD3-09901C71CD1C}"/>
              </a:ext>
            </a:extLst>
          </p:cNvPr>
          <p:cNvSpPr>
            <a:spLocks noGrp="1"/>
          </p:cNvSpPr>
          <p:nvPr/>
        </p:nvSpPr>
        <p:spPr>
          <a:xfrm>
            <a:off x="15921187" y="7667625"/>
            <a:ext cx="102245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,</a:t>
            </a:r>
          </a:p>
        </p:txBody>
      </p:sp>
      <p:sp>
        <p:nvSpPr>
          <p:cNvPr id="120" name="!!source-10-dom-5-3-3-7-2-text-1">
            <a:extLst>
              <a:ext uri="{FF2B5EF4-FFF2-40B4-BE49-F238E27FC236}">
                <a16:creationId xmlns:a16="http://schemas.microsoft.com/office/drawing/2014/main" id="{EA20663A-C8D8-4307-87E0-412D4AC31EE8}"/>
              </a:ext>
            </a:extLst>
          </p:cNvPr>
          <p:cNvSpPr>
            <a:spLocks noGrp="1"/>
          </p:cNvSpPr>
          <p:nvPr/>
        </p:nvSpPr>
        <p:spPr>
          <a:xfrm>
            <a:off x="9382124" y="8027640"/>
            <a:ext cx="260732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15000"/>
                  </a:srgbClr>
                </a:solidFill>
                <a:latin typeface="Montserrat"/>
                <a:ea typeface="Montserrat"/>
                <a:cs typeface="Montserrat"/>
              </a:rPr>
              <a:t>commitments kept.</a:t>
            </a:r>
          </a:p>
        </p:txBody>
      </p:sp>
      <p:pic>
        <p:nvPicPr>
          <p:cNvPr id="248" name="!!source-10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249" name="!!source-10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  <p:sp>
        <p:nvSpPr>
          <p:cNvPr id="124" name="!!source-10-dom-5-1-3-23-0-0-text-0">
            <a:extLst>
              <a:ext uri="{FF2B5EF4-FFF2-40B4-BE49-F238E27FC236}">
                <a16:creationId xmlns:a16="http://schemas.microsoft.com/office/drawing/2014/main" id="{CEE66CC1-C9ED-40ED-B0CB-B2C1DBA43136}"/>
              </a:ext>
            </a:extLst>
          </p:cNvPr>
          <p:cNvSpPr>
            <a:spLocks noGrp="1"/>
          </p:cNvSpPr>
          <p:nvPr/>
        </p:nvSpPr>
        <p:spPr>
          <a:xfrm>
            <a:off x="5963543" y="2976562"/>
            <a:ext cx="3147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V1</a:t>
            </a:r>
          </a:p>
        </p:txBody>
      </p:sp>
      <p:sp>
        <p:nvSpPr>
          <p:cNvPr id="125" name="!!source-10-dom-5-1-3-38-0-0-text-0">
            <a:extLst>
              <a:ext uri="{FF2B5EF4-FFF2-40B4-BE49-F238E27FC236}">
                <a16:creationId xmlns:a16="http://schemas.microsoft.com/office/drawing/2014/main" id="{4AA0BDE2-917B-41F4-954F-3D9FE80E0BAC}"/>
              </a:ext>
            </a:extLst>
          </p:cNvPr>
          <p:cNvSpPr>
            <a:spLocks noGrp="1"/>
          </p:cNvSpPr>
          <p:nvPr/>
        </p:nvSpPr>
        <p:spPr>
          <a:xfrm>
            <a:off x="9329737" y="2976562"/>
            <a:ext cx="3531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V2</a:t>
            </a:r>
          </a:p>
        </p:txBody>
      </p:sp>
      <p:sp>
        <p:nvSpPr>
          <p:cNvPr id="126" name="!!source-10-dom-5-1-3-56-0-0-text-0">
            <a:extLst>
              <a:ext uri="{FF2B5EF4-FFF2-40B4-BE49-F238E27FC236}">
                <a16:creationId xmlns:a16="http://schemas.microsoft.com/office/drawing/2014/main" id="{FCDBD9EE-D4C9-4872-9781-6361B4D0DD67}"/>
              </a:ext>
            </a:extLst>
          </p:cNvPr>
          <p:cNvSpPr>
            <a:spLocks noGrp="1"/>
          </p:cNvSpPr>
          <p:nvPr/>
        </p:nvSpPr>
        <p:spPr>
          <a:xfrm>
            <a:off x="13391406" y="2976562"/>
            <a:ext cx="35451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V3</a:t>
            </a:r>
          </a:p>
        </p:txBody>
      </p:sp>
      <p:sp>
        <p:nvSpPr>
          <p:cNvPr id="121" name="!!source-10-dom-5-1-5-23-0-0-text-0">
            <a:extLst>
              <a:ext uri="{FF2B5EF4-FFF2-40B4-BE49-F238E27FC236}">
                <a16:creationId xmlns:a16="http://schemas.microsoft.com/office/drawing/2014/main" id="{666B3F8F-CE7A-959F-E4D5-6FFCB60E741C}"/>
              </a:ext>
            </a:extLst>
          </p:cNvPr>
          <p:cNvSpPr>
            <a:spLocks noGrp="1"/>
          </p:cNvSpPr>
          <p:nvPr/>
        </p:nvSpPr>
        <p:spPr>
          <a:xfrm>
            <a:off x="7375077" y="3533775"/>
            <a:ext cx="247451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3200" b="1" i="0" spc="-4" dirty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▲</a:t>
            </a:r>
            <a:r>
              <a:rPr sz="1800" b="1" i="0" spc="-4" dirty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observing </a:t>
            </a:r>
            <a:r>
              <a:rPr lang="es-ES" sz="1800" b="1" i="0" spc="-4" dirty="0" err="1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past</a:t>
            </a:r>
            <a:r>
              <a:rPr lang="es-ES" sz="1800" b="1" i="0" spc="-4" dirty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800" b="1" i="0" spc="-4" dirty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V1</a:t>
            </a:r>
          </a:p>
        </p:txBody>
      </p:sp>
    </p:spTree>
    <p:extLst>
      <p:ext uri="{BB962C8B-B14F-4D97-AF65-F5344CB8AC3E}">
        <p14:creationId xmlns:p14="http://schemas.microsoft.com/office/powerpoint/2010/main" val="701904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!!source-10-dom-fill">
            <a:extLst>
              <a:ext uri="{FF2B5EF4-FFF2-40B4-BE49-F238E27FC236}">
                <a16:creationId xmlns:a16="http://schemas.microsoft.com/office/drawing/2014/main" id="{01BF74C3-E729-4045-BC7D-2872EFB17E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10-dom-1-0-0-0-text-0">
            <a:extLst>
              <a:ext uri="{FF2B5EF4-FFF2-40B4-BE49-F238E27FC236}">
                <a16:creationId xmlns:a16="http://schemas.microsoft.com/office/drawing/2014/main" id="{A5430F19-0D82-404F-A464-9F69DB53DD1E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10-dom-1-0-1-0-text-0">
            <a:extLst>
              <a:ext uri="{FF2B5EF4-FFF2-40B4-BE49-F238E27FC236}">
                <a16:creationId xmlns:a16="http://schemas.microsoft.com/office/drawing/2014/main" id="{F553DA41-9F71-4F94-8812-88B9819C62D5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10-dom-1-0-2-0-text-0">
            <a:extLst>
              <a:ext uri="{FF2B5EF4-FFF2-40B4-BE49-F238E27FC236}">
                <a16:creationId xmlns:a16="http://schemas.microsoft.com/office/drawing/2014/main" id="{503E5075-3DB9-422C-9588-1B4330682D51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5" name="!!source-10-dom-1-0-3-border-Bottom">
            <a:extLst>
              <a:ext uri="{FF2B5EF4-FFF2-40B4-BE49-F238E27FC236}">
                <a16:creationId xmlns:a16="http://schemas.microsoft.com/office/drawing/2014/main" id="{F02C2441-491A-460E-B502-61CCBDC6F6DF}"/>
              </a:ext>
            </a:extLst>
          </p:cNvPr>
          <p:cNvSpPr>
            <a:spLocks noGrp="1"/>
          </p:cNvSpPr>
          <p:nvPr/>
        </p:nvSpPr>
        <p:spPr>
          <a:xfrm>
            <a:off x="6083201" y="690562"/>
            <a:ext cx="1295996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!!source-10-dom-1-0-3-0-text-0">
            <a:extLst>
              <a:ext uri="{FF2B5EF4-FFF2-40B4-BE49-F238E27FC236}">
                <a16:creationId xmlns:a16="http://schemas.microsoft.com/office/drawing/2014/main" id="{67317676-1AF7-40D6-8DF9-31849446005C}"/>
              </a:ext>
            </a:extLst>
          </p:cNvPr>
          <p:cNvSpPr>
            <a:spLocks noGrp="1"/>
          </p:cNvSpPr>
          <p:nvPr/>
        </p:nvSpPr>
        <p:spPr>
          <a:xfrm>
            <a:off x="6083201" y="381000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7" name="!!source-10-dom-1-0-4-0-text-0">
            <a:extLst>
              <a:ext uri="{FF2B5EF4-FFF2-40B4-BE49-F238E27FC236}">
                <a16:creationId xmlns:a16="http://schemas.microsoft.com/office/drawing/2014/main" id="{4A3168FC-CA37-411C-AFBE-4558A59D7065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10-dom-1-0-5-0-text-0">
            <a:extLst>
              <a:ext uri="{FF2B5EF4-FFF2-40B4-BE49-F238E27FC236}">
                <a16:creationId xmlns:a16="http://schemas.microsoft.com/office/drawing/2014/main" id="{60BF930F-91A1-4D7C-9296-FB363B3BEDCC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10-dom-1-1-0-text-0">
            <a:extLst>
              <a:ext uri="{FF2B5EF4-FFF2-40B4-BE49-F238E27FC236}">
                <a16:creationId xmlns:a16="http://schemas.microsoft.com/office/drawing/2014/main" id="{17F4F9ED-6994-4BC8-9982-0D99B9C6F6D6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11 / 17</a:t>
            </a:r>
          </a:p>
        </p:txBody>
      </p:sp>
      <p:sp>
        <p:nvSpPr>
          <p:cNvPr id="10" name="!!source-10-dom-3-1-0-0-text-0">
            <a:extLst>
              <a:ext uri="{FF2B5EF4-FFF2-40B4-BE49-F238E27FC236}">
                <a16:creationId xmlns:a16="http://schemas.microsoft.com/office/drawing/2014/main" id="{C3AF52D8-9956-4720-AA9F-CEF1DEEB9FD5}"/>
              </a:ext>
            </a:extLst>
          </p:cNvPr>
          <p:cNvSpPr>
            <a:spLocks noGrp="1"/>
          </p:cNvSpPr>
          <p:nvPr/>
        </p:nvSpPr>
        <p:spPr>
          <a:xfrm>
            <a:off x="1047750" y="952500"/>
            <a:ext cx="4355902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A booking enters</a:t>
            </a:r>
          </a:p>
        </p:txBody>
      </p:sp>
      <p:sp>
        <p:nvSpPr>
          <p:cNvPr id="11" name="!!source-10-dom-3-1-1-0-0-text-0">
            <a:extLst>
              <a:ext uri="{FF2B5EF4-FFF2-40B4-BE49-F238E27FC236}">
                <a16:creationId xmlns:a16="http://schemas.microsoft.com/office/drawing/2014/main" id="{1EADD89F-D06D-4CB3-A891-8E2F4ED474CF}"/>
              </a:ext>
            </a:extLst>
          </p:cNvPr>
          <p:cNvSpPr>
            <a:spLocks noGrp="1"/>
          </p:cNvSpPr>
          <p:nvPr/>
        </p:nvSpPr>
        <p:spPr>
          <a:xfrm>
            <a:off x="1047750" y="1790700"/>
            <a:ext cx="698852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Horizon rolls: same commitments, new selection</a:t>
            </a:r>
          </a:p>
        </p:txBody>
      </p:sp>
      <p:sp>
        <p:nvSpPr>
          <p:cNvPr id="12" name="!!source-10-dom-5-1-1-0-0-0-text-0">
            <a:extLst>
              <a:ext uri="{FF2B5EF4-FFF2-40B4-BE49-F238E27FC236}">
                <a16:creationId xmlns:a16="http://schemas.microsoft.com/office/drawing/2014/main" id="{8D591782-BE37-44E7-8C53-BE988CC0FA2F}"/>
              </a:ext>
            </a:extLst>
          </p:cNvPr>
          <p:cNvSpPr>
            <a:spLocks noGrp="1"/>
          </p:cNvSpPr>
          <p:nvPr/>
        </p:nvSpPr>
        <p:spPr>
          <a:xfrm>
            <a:off x="1047750" y="2390775"/>
            <a:ext cx="222230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 + 1 (10 min later)</a:t>
            </a:r>
          </a:p>
        </p:txBody>
      </p:sp>
      <p:sp>
        <p:nvSpPr>
          <p:cNvPr id="13" name="!!source-10-dom-5-1-1-1-0-text-0">
            <a:extLst>
              <a:ext uri="{FF2B5EF4-FFF2-40B4-BE49-F238E27FC236}">
                <a16:creationId xmlns:a16="http://schemas.microsoft.com/office/drawing/2014/main" id="{D3A8FD05-BED2-45C3-AD96-6E2CB7AE12EE}"/>
              </a:ext>
            </a:extLst>
          </p:cNvPr>
          <p:cNvSpPr>
            <a:spLocks noGrp="1"/>
          </p:cNvSpPr>
          <p:nvPr/>
        </p:nvSpPr>
        <p:spPr>
          <a:xfrm>
            <a:off x="6590556" y="2390775"/>
            <a:ext cx="662240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prediction horizon, 72 steps, booked slots flagged</a:t>
            </a:r>
          </a:p>
        </p:txBody>
      </p:sp>
      <p:sp>
        <p:nvSpPr>
          <p:cNvPr id="14" name="!!source-10-dom-5-1-1-2-0-text-0">
            <a:extLst>
              <a:ext uri="{FF2B5EF4-FFF2-40B4-BE49-F238E27FC236}">
                <a16:creationId xmlns:a16="http://schemas.microsoft.com/office/drawing/2014/main" id="{B7558F76-91FA-4BE9-B581-B94E33841A57}"/>
              </a:ext>
            </a:extLst>
          </p:cNvPr>
          <p:cNvSpPr>
            <a:spLocks noGrp="1"/>
          </p:cNvSpPr>
          <p:nvPr/>
        </p:nvSpPr>
        <p:spPr>
          <a:xfrm>
            <a:off x="16533316" y="2390775"/>
            <a:ext cx="75455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 + 72</a:t>
            </a:r>
          </a:p>
        </p:txBody>
      </p:sp>
      <p:sp>
        <p:nvSpPr>
          <p:cNvPr id="15" name="!!source-10-dom-5-1-3-2-fill">
            <a:extLst>
              <a:ext uri="{FF2B5EF4-FFF2-40B4-BE49-F238E27FC236}">
                <a16:creationId xmlns:a16="http://schemas.microsoft.com/office/drawing/2014/main" id="{574F2012-BDC2-426D-A972-206B8864FBAC}"/>
              </a:ext>
            </a:extLst>
          </p:cNvPr>
          <p:cNvSpPr>
            <a:spLocks noGrp="1"/>
          </p:cNvSpPr>
          <p:nvPr/>
        </p:nvSpPr>
        <p:spPr>
          <a:xfrm>
            <a:off x="1047750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!!source-10-dom-5-1-3-2-outline">
            <a:extLst>
              <a:ext uri="{FF2B5EF4-FFF2-40B4-BE49-F238E27FC236}">
                <a16:creationId xmlns:a16="http://schemas.microsoft.com/office/drawing/2014/main" id="{A2179C5B-73BD-48C5-9479-BDB47D720A70}"/>
              </a:ext>
            </a:extLst>
          </p:cNvPr>
          <p:cNvSpPr>
            <a:spLocks noGrp="1"/>
          </p:cNvSpPr>
          <p:nvPr/>
        </p:nvSpPr>
        <p:spPr>
          <a:xfrm>
            <a:off x="1057275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!!source-10-dom-5-1-3-5-fill">
            <a:extLst>
              <a:ext uri="{FF2B5EF4-FFF2-40B4-BE49-F238E27FC236}">
                <a16:creationId xmlns:a16="http://schemas.microsoft.com/office/drawing/2014/main" id="{9ADBDA6D-7E18-40B6-8C57-EC6D50C32939}"/>
              </a:ext>
            </a:extLst>
          </p:cNvPr>
          <p:cNvSpPr>
            <a:spLocks noGrp="1"/>
          </p:cNvSpPr>
          <p:nvPr/>
        </p:nvSpPr>
        <p:spPr>
          <a:xfrm>
            <a:off x="1724769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" name="!!source-10-dom-5-1-3-5-outline">
            <a:extLst>
              <a:ext uri="{FF2B5EF4-FFF2-40B4-BE49-F238E27FC236}">
                <a16:creationId xmlns:a16="http://schemas.microsoft.com/office/drawing/2014/main" id="{DE3B61A5-E413-4253-918A-589B6CB9CBA7}"/>
              </a:ext>
            </a:extLst>
          </p:cNvPr>
          <p:cNvSpPr>
            <a:spLocks noGrp="1"/>
          </p:cNvSpPr>
          <p:nvPr/>
        </p:nvSpPr>
        <p:spPr>
          <a:xfrm>
            <a:off x="1734294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!!source-10-dom-5-1-3-8-fill">
            <a:extLst>
              <a:ext uri="{FF2B5EF4-FFF2-40B4-BE49-F238E27FC236}">
                <a16:creationId xmlns:a16="http://schemas.microsoft.com/office/drawing/2014/main" id="{91ED0515-CEBD-4686-A6B9-980EA6EF8779}"/>
              </a:ext>
            </a:extLst>
          </p:cNvPr>
          <p:cNvSpPr>
            <a:spLocks noGrp="1"/>
          </p:cNvSpPr>
          <p:nvPr/>
        </p:nvSpPr>
        <p:spPr>
          <a:xfrm>
            <a:off x="2401788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!!source-10-dom-5-1-3-8-outline">
            <a:extLst>
              <a:ext uri="{FF2B5EF4-FFF2-40B4-BE49-F238E27FC236}">
                <a16:creationId xmlns:a16="http://schemas.microsoft.com/office/drawing/2014/main" id="{766B7D9E-E9CE-458D-B0D0-989BC7122574}"/>
              </a:ext>
            </a:extLst>
          </p:cNvPr>
          <p:cNvSpPr>
            <a:spLocks noGrp="1"/>
          </p:cNvSpPr>
          <p:nvPr/>
        </p:nvSpPr>
        <p:spPr>
          <a:xfrm>
            <a:off x="2411313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!!source-10-dom-5-1-3-11-fill">
            <a:extLst>
              <a:ext uri="{FF2B5EF4-FFF2-40B4-BE49-F238E27FC236}">
                <a16:creationId xmlns:a16="http://schemas.microsoft.com/office/drawing/2014/main" id="{8E2465B8-8725-4019-92D6-B8DCFF67544F}"/>
              </a:ext>
            </a:extLst>
          </p:cNvPr>
          <p:cNvSpPr>
            <a:spLocks noGrp="1"/>
          </p:cNvSpPr>
          <p:nvPr/>
        </p:nvSpPr>
        <p:spPr>
          <a:xfrm>
            <a:off x="3078956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10-dom-5-1-3-11-outline">
            <a:extLst>
              <a:ext uri="{FF2B5EF4-FFF2-40B4-BE49-F238E27FC236}">
                <a16:creationId xmlns:a16="http://schemas.microsoft.com/office/drawing/2014/main" id="{429624C3-21AA-4DDE-BC37-5C67D9E4EE0C}"/>
              </a:ext>
            </a:extLst>
          </p:cNvPr>
          <p:cNvSpPr>
            <a:spLocks noGrp="1"/>
          </p:cNvSpPr>
          <p:nvPr/>
        </p:nvSpPr>
        <p:spPr>
          <a:xfrm>
            <a:off x="3088481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!!source-10-dom-5-1-3-14-fill">
            <a:extLst>
              <a:ext uri="{FF2B5EF4-FFF2-40B4-BE49-F238E27FC236}">
                <a16:creationId xmlns:a16="http://schemas.microsoft.com/office/drawing/2014/main" id="{AA818B3D-4A5B-4055-97CE-02C5D26E2097}"/>
              </a:ext>
            </a:extLst>
          </p:cNvPr>
          <p:cNvSpPr>
            <a:spLocks noGrp="1"/>
          </p:cNvSpPr>
          <p:nvPr/>
        </p:nvSpPr>
        <p:spPr>
          <a:xfrm>
            <a:off x="3755975" y="2809875"/>
            <a:ext cx="619870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" name="!!source-10-dom-5-1-3-14-outline">
            <a:extLst>
              <a:ext uri="{FF2B5EF4-FFF2-40B4-BE49-F238E27FC236}">
                <a16:creationId xmlns:a16="http://schemas.microsoft.com/office/drawing/2014/main" id="{3F2E0389-B79C-4641-A79E-9F7776BF6045}"/>
              </a:ext>
            </a:extLst>
          </p:cNvPr>
          <p:cNvSpPr>
            <a:spLocks noGrp="1"/>
          </p:cNvSpPr>
          <p:nvPr/>
        </p:nvSpPr>
        <p:spPr>
          <a:xfrm>
            <a:off x="3765500" y="2819400"/>
            <a:ext cx="600820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!!source-10-dom-5-1-3-17-fill">
            <a:extLst>
              <a:ext uri="{FF2B5EF4-FFF2-40B4-BE49-F238E27FC236}">
                <a16:creationId xmlns:a16="http://schemas.microsoft.com/office/drawing/2014/main" id="{0D846961-100F-4F0C-A019-75B24E2596AC}"/>
              </a:ext>
            </a:extLst>
          </p:cNvPr>
          <p:cNvSpPr>
            <a:spLocks noGrp="1"/>
          </p:cNvSpPr>
          <p:nvPr/>
        </p:nvSpPr>
        <p:spPr>
          <a:xfrm>
            <a:off x="4432994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!!source-10-dom-5-1-3-17-outline">
            <a:extLst>
              <a:ext uri="{FF2B5EF4-FFF2-40B4-BE49-F238E27FC236}">
                <a16:creationId xmlns:a16="http://schemas.microsoft.com/office/drawing/2014/main" id="{59EF4431-21AD-4CB3-92B8-1B45C525A1C8}"/>
              </a:ext>
            </a:extLst>
          </p:cNvPr>
          <p:cNvSpPr>
            <a:spLocks noGrp="1"/>
          </p:cNvSpPr>
          <p:nvPr/>
        </p:nvSpPr>
        <p:spPr>
          <a:xfrm>
            <a:off x="4442519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!!source-10-dom-5-1-3-20-fill">
            <a:extLst>
              <a:ext uri="{FF2B5EF4-FFF2-40B4-BE49-F238E27FC236}">
                <a16:creationId xmlns:a16="http://schemas.microsoft.com/office/drawing/2014/main" id="{83769FF3-8091-4522-8195-EAEFEB08192A}"/>
              </a:ext>
            </a:extLst>
          </p:cNvPr>
          <p:cNvSpPr>
            <a:spLocks noGrp="1"/>
          </p:cNvSpPr>
          <p:nvPr/>
        </p:nvSpPr>
        <p:spPr>
          <a:xfrm>
            <a:off x="5110163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10-dom-5-1-3-20-outline">
            <a:extLst>
              <a:ext uri="{FF2B5EF4-FFF2-40B4-BE49-F238E27FC236}">
                <a16:creationId xmlns:a16="http://schemas.microsoft.com/office/drawing/2014/main" id="{7340B1B2-4B9B-42EF-8653-E3EEC0CFEFA3}"/>
              </a:ext>
            </a:extLst>
          </p:cNvPr>
          <p:cNvSpPr>
            <a:spLocks noGrp="1"/>
          </p:cNvSpPr>
          <p:nvPr/>
        </p:nvSpPr>
        <p:spPr>
          <a:xfrm>
            <a:off x="5119688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10-dom-5-1-3-23-fill">
            <a:extLst>
              <a:ext uri="{FF2B5EF4-FFF2-40B4-BE49-F238E27FC236}">
                <a16:creationId xmlns:a16="http://schemas.microsoft.com/office/drawing/2014/main" id="{3BB73D75-C29F-46B4-97F3-795C5EC2F8EB}"/>
              </a:ext>
            </a:extLst>
          </p:cNvPr>
          <p:cNvSpPr>
            <a:spLocks noGrp="1"/>
          </p:cNvSpPr>
          <p:nvPr/>
        </p:nvSpPr>
        <p:spPr>
          <a:xfrm>
            <a:off x="5787182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!!source-10-dom-5-1-3-23-outline">
            <a:extLst>
              <a:ext uri="{FF2B5EF4-FFF2-40B4-BE49-F238E27FC236}">
                <a16:creationId xmlns:a16="http://schemas.microsoft.com/office/drawing/2014/main" id="{4D4DAAFE-D116-4C88-AC91-C802FC990CEB}"/>
              </a:ext>
            </a:extLst>
          </p:cNvPr>
          <p:cNvSpPr>
            <a:spLocks noGrp="1"/>
          </p:cNvSpPr>
          <p:nvPr/>
        </p:nvSpPr>
        <p:spPr>
          <a:xfrm>
            <a:off x="5796707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10-dom-5-1-3-26-fill">
            <a:extLst>
              <a:ext uri="{FF2B5EF4-FFF2-40B4-BE49-F238E27FC236}">
                <a16:creationId xmlns:a16="http://schemas.microsoft.com/office/drawing/2014/main" id="{916FA52F-27BC-4F13-B29F-FA3C17B23CF7}"/>
              </a:ext>
            </a:extLst>
          </p:cNvPr>
          <p:cNvSpPr>
            <a:spLocks noGrp="1"/>
          </p:cNvSpPr>
          <p:nvPr/>
        </p:nvSpPr>
        <p:spPr>
          <a:xfrm>
            <a:off x="6464201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DEAE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!!source-10-dom-5-1-3-26-outline">
            <a:extLst>
              <a:ext uri="{FF2B5EF4-FFF2-40B4-BE49-F238E27FC236}">
                <a16:creationId xmlns:a16="http://schemas.microsoft.com/office/drawing/2014/main" id="{99751156-4D36-483F-B7D3-0503C19AD753}"/>
              </a:ext>
            </a:extLst>
          </p:cNvPr>
          <p:cNvSpPr>
            <a:spLocks noGrp="1"/>
          </p:cNvSpPr>
          <p:nvPr/>
        </p:nvSpPr>
        <p:spPr>
          <a:xfrm>
            <a:off x="6473726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!!source-10-dom-5-1-3-26-0-0-text-0">
            <a:extLst>
              <a:ext uri="{FF2B5EF4-FFF2-40B4-BE49-F238E27FC236}">
                <a16:creationId xmlns:a16="http://schemas.microsoft.com/office/drawing/2014/main" id="{772FB3FC-9B91-467F-8235-996E0F63895A}"/>
              </a:ext>
            </a:extLst>
          </p:cNvPr>
          <p:cNvSpPr>
            <a:spLocks noGrp="1"/>
          </p:cNvSpPr>
          <p:nvPr/>
        </p:nvSpPr>
        <p:spPr>
          <a:xfrm>
            <a:off x="6663333" y="2976562"/>
            <a:ext cx="26937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+1</a:t>
            </a:r>
          </a:p>
        </p:txBody>
      </p:sp>
      <p:sp>
        <p:nvSpPr>
          <p:cNvPr id="34" name="!!source-10-dom-5-1-3-29-fill">
            <a:extLst>
              <a:ext uri="{FF2B5EF4-FFF2-40B4-BE49-F238E27FC236}">
                <a16:creationId xmlns:a16="http://schemas.microsoft.com/office/drawing/2014/main" id="{63826795-E305-44D8-BBC8-B2EDC6B09E5F}"/>
              </a:ext>
            </a:extLst>
          </p:cNvPr>
          <p:cNvSpPr>
            <a:spLocks noGrp="1"/>
          </p:cNvSpPr>
          <p:nvPr/>
        </p:nvSpPr>
        <p:spPr>
          <a:xfrm>
            <a:off x="7141369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10-dom-5-1-3-29-outline">
            <a:extLst>
              <a:ext uri="{FF2B5EF4-FFF2-40B4-BE49-F238E27FC236}">
                <a16:creationId xmlns:a16="http://schemas.microsoft.com/office/drawing/2014/main" id="{F8F1EB8D-BDA6-4A6D-ABF9-776CDD8BE911}"/>
              </a:ext>
            </a:extLst>
          </p:cNvPr>
          <p:cNvSpPr>
            <a:spLocks noGrp="1"/>
          </p:cNvSpPr>
          <p:nvPr/>
        </p:nvSpPr>
        <p:spPr>
          <a:xfrm>
            <a:off x="7150894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!!source-10-dom-5-1-3-29-0-0-text-0">
            <a:extLst>
              <a:ext uri="{FF2B5EF4-FFF2-40B4-BE49-F238E27FC236}">
                <a16:creationId xmlns:a16="http://schemas.microsoft.com/office/drawing/2014/main" id="{5A770F68-1537-4BF2-B66B-B5430BCB519A}"/>
              </a:ext>
            </a:extLst>
          </p:cNvPr>
          <p:cNvSpPr>
            <a:spLocks noGrp="1"/>
          </p:cNvSpPr>
          <p:nvPr/>
        </p:nvSpPr>
        <p:spPr>
          <a:xfrm>
            <a:off x="7340352" y="2976562"/>
            <a:ext cx="269379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E44646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+1</a:t>
            </a:r>
          </a:p>
        </p:txBody>
      </p:sp>
      <p:sp>
        <p:nvSpPr>
          <p:cNvPr id="37" name="!!source-10-dom-5-1-3-32-fill">
            <a:extLst>
              <a:ext uri="{FF2B5EF4-FFF2-40B4-BE49-F238E27FC236}">
                <a16:creationId xmlns:a16="http://schemas.microsoft.com/office/drawing/2014/main" id="{A3D286D6-9C77-453B-AE51-A442DD59A75C}"/>
              </a:ext>
            </a:extLst>
          </p:cNvPr>
          <p:cNvSpPr>
            <a:spLocks noGrp="1"/>
          </p:cNvSpPr>
          <p:nvPr/>
        </p:nvSpPr>
        <p:spPr>
          <a:xfrm>
            <a:off x="7818388" y="2809875"/>
            <a:ext cx="61986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8" name="!!source-10-dom-5-1-3-32-outline">
            <a:extLst>
              <a:ext uri="{FF2B5EF4-FFF2-40B4-BE49-F238E27FC236}">
                <a16:creationId xmlns:a16="http://schemas.microsoft.com/office/drawing/2014/main" id="{0401366C-7F1E-4B4F-B73B-335D580B5FA2}"/>
              </a:ext>
            </a:extLst>
          </p:cNvPr>
          <p:cNvSpPr>
            <a:spLocks noGrp="1"/>
          </p:cNvSpPr>
          <p:nvPr/>
        </p:nvSpPr>
        <p:spPr>
          <a:xfrm>
            <a:off x="7827913" y="2819400"/>
            <a:ext cx="60081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!!source-10-dom-5-1-3-35-fill">
            <a:extLst>
              <a:ext uri="{FF2B5EF4-FFF2-40B4-BE49-F238E27FC236}">
                <a16:creationId xmlns:a16="http://schemas.microsoft.com/office/drawing/2014/main" id="{CD8A1C46-F87F-4D1A-AA4E-A33CE1F2CE2C}"/>
              </a:ext>
            </a:extLst>
          </p:cNvPr>
          <p:cNvSpPr>
            <a:spLocks noGrp="1"/>
          </p:cNvSpPr>
          <p:nvPr/>
        </p:nvSpPr>
        <p:spPr>
          <a:xfrm>
            <a:off x="8495407" y="2809875"/>
            <a:ext cx="620017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!!source-10-dom-5-1-3-35-outline">
            <a:extLst>
              <a:ext uri="{FF2B5EF4-FFF2-40B4-BE49-F238E27FC236}">
                <a16:creationId xmlns:a16="http://schemas.microsoft.com/office/drawing/2014/main" id="{3AAA06B0-E476-40CB-8E52-A31BC088F25A}"/>
              </a:ext>
            </a:extLst>
          </p:cNvPr>
          <p:cNvSpPr>
            <a:spLocks noGrp="1"/>
          </p:cNvSpPr>
          <p:nvPr/>
        </p:nvSpPr>
        <p:spPr>
          <a:xfrm>
            <a:off x="8504932" y="2819400"/>
            <a:ext cx="600967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!!source-10-dom-5-1-3-38-fill">
            <a:extLst>
              <a:ext uri="{FF2B5EF4-FFF2-40B4-BE49-F238E27FC236}">
                <a16:creationId xmlns:a16="http://schemas.microsoft.com/office/drawing/2014/main" id="{A21F4A07-9CF2-47F9-82A3-787A492F07F8}"/>
              </a:ext>
            </a:extLst>
          </p:cNvPr>
          <p:cNvSpPr>
            <a:spLocks noGrp="1"/>
          </p:cNvSpPr>
          <p:nvPr/>
        </p:nvSpPr>
        <p:spPr>
          <a:xfrm>
            <a:off x="9172576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!!source-10-dom-5-1-3-38-outline">
            <a:extLst>
              <a:ext uri="{FF2B5EF4-FFF2-40B4-BE49-F238E27FC236}">
                <a16:creationId xmlns:a16="http://schemas.microsoft.com/office/drawing/2014/main" id="{E823986D-78F8-48BC-A559-17D28961CBA7}"/>
              </a:ext>
            </a:extLst>
          </p:cNvPr>
          <p:cNvSpPr>
            <a:spLocks noGrp="1"/>
          </p:cNvSpPr>
          <p:nvPr/>
        </p:nvSpPr>
        <p:spPr>
          <a:xfrm>
            <a:off x="9182101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!!source-10-dom-5-1-3-41-fill">
            <a:extLst>
              <a:ext uri="{FF2B5EF4-FFF2-40B4-BE49-F238E27FC236}">
                <a16:creationId xmlns:a16="http://schemas.microsoft.com/office/drawing/2014/main" id="{3186AE3C-F561-4D7F-B76A-DD0D8E57F54E}"/>
              </a:ext>
            </a:extLst>
          </p:cNvPr>
          <p:cNvSpPr>
            <a:spLocks noGrp="1"/>
          </p:cNvSpPr>
          <p:nvPr/>
        </p:nvSpPr>
        <p:spPr>
          <a:xfrm>
            <a:off x="9849595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4" name="!!source-10-dom-5-1-3-41-outline">
            <a:extLst>
              <a:ext uri="{FF2B5EF4-FFF2-40B4-BE49-F238E27FC236}">
                <a16:creationId xmlns:a16="http://schemas.microsoft.com/office/drawing/2014/main" id="{A40DA2B3-F28A-4ECF-A7C6-078B10FF2D36}"/>
              </a:ext>
            </a:extLst>
          </p:cNvPr>
          <p:cNvSpPr>
            <a:spLocks noGrp="1"/>
          </p:cNvSpPr>
          <p:nvPr/>
        </p:nvSpPr>
        <p:spPr>
          <a:xfrm>
            <a:off x="9859120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!!source-10-dom-5-1-3-41-0-0-text-0">
            <a:extLst>
              <a:ext uri="{FF2B5EF4-FFF2-40B4-BE49-F238E27FC236}">
                <a16:creationId xmlns:a16="http://schemas.microsoft.com/office/drawing/2014/main" id="{E23202EB-3777-40A5-B963-521165125050}"/>
              </a:ext>
            </a:extLst>
          </p:cNvPr>
          <p:cNvSpPr>
            <a:spLocks noGrp="1"/>
          </p:cNvSpPr>
          <p:nvPr/>
        </p:nvSpPr>
        <p:spPr>
          <a:xfrm>
            <a:off x="10006756" y="2976562"/>
            <a:ext cx="3531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V2</a:t>
            </a:r>
          </a:p>
        </p:txBody>
      </p:sp>
      <p:sp>
        <p:nvSpPr>
          <p:cNvPr id="46" name="!!source-10-dom-5-1-3-44-fill">
            <a:extLst>
              <a:ext uri="{FF2B5EF4-FFF2-40B4-BE49-F238E27FC236}">
                <a16:creationId xmlns:a16="http://schemas.microsoft.com/office/drawing/2014/main" id="{B868CDA8-6383-4D12-B13B-1D41371DECD5}"/>
              </a:ext>
            </a:extLst>
          </p:cNvPr>
          <p:cNvSpPr>
            <a:spLocks noGrp="1"/>
          </p:cNvSpPr>
          <p:nvPr/>
        </p:nvSpPr>
        <p:spPr>
          <a:xfrm>
            <a:off x="10526614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!!source-10-dom-5-1-3-44-outline">
            <a:extLst>
              <a:ext uri="{FF2B5EF4-FFF2-40B4-BE49-F238E27FC236}">
                <a16:creationId xmlns:a16="http://schemas.microsoft.com/office/drawing/2014/main" id="{893A431B-67BD-49CB-A8B2-C45CD5E550E3}"/>
              </a:ext>
            </a:extLst>
          </p:cNvPr>
          <p:cNvSpPr>
            <a:spLocks noGrp="1"/>
          </p:cNvSpPr>
          <p:nvPr/>
        </p:nvSpPr>
        <p:spPr>
          <a:xfrm>
            <a:off x="10536139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!!source-10-dom-5-1-3-47-fill">
            <a:extLst>
              <a:ext uri="{FF2B5EF4-FFF2-40B4-BE49-F238E27FC236}">
                <a16:creationId xmlns:a16="http://schemas.microsoft.com/office/drawing/2014/main" id="{427801CD-08D4-4119-9E17-F214C018DEBC}"/>
              </a:ext>
            </a:extLst>
          </p:cNvPr>
          <p:cNvSpPr>
            <a:spLocks noGrp="1"/>
          </p:cNvSpPr>
          <p:nvPr/>
        </p:nvSpPr>
        <p:spPr>
          <a:xfrm>
            <a:off x="11203782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9" name="!!source-10-dom-5-1-3-47-outline">
            <a:extLst>
              <a:ext uri="{FF2B5EF4-FFF2-40B4-BE49-F238E27FC236}">
                <a16:creationId xmlns:a16="http://schemas.microsoft.com/office/drawing/2014/main" id="{4200E705-57E7-4778-A7F2-39E8ADB6551C}"/>
              </a:ext>
            </a:extLst>
          </p:cNvPr>
          <p:cNvSpPr>
            <a:spLocks noGrp="1"/>
          </p:cNvSpPr>
          <p:nvPr/>
        </p:nvSpPr>
        <p:spPr>
          <a:xfrm>
            <a:off x="11213307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!!source-10-dom-5-1-3-50-fill">
            <a:extLst>
              <a:ext uri="{FF2B5EF4-FFF2-40B4-BE49-F238E27FC236}">
                <a16:creationId xmlns:a16="http://schemas.microsoft.com/office/drawing/2014/main" id="{B457C5BB-320E-4990-A9A5-9DC04B5980D9}"/>
              </a:ext>
            </a:extLst>
          </p:cNvPr>
          <p:cNvSpPr>
            <a:spLocks noGrp="1"/>
          </p:cNvSpPr>
          <p:nvPr/>
        </p:nvSpPr>
        <p:spPr>
          <a:xfrm>
            <a:off x="11880801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1" name="!!source-10-dom-5-1-3-50-outline">
            <a:extLst>
              <a:ext uri="{FF2B5EF4-FFF2-40B4-BE49-F238E27FC236}">
                <a16:creationId xmlns:a16="http://schemas.microsoft.com/office/drawing/2014/main" id="{3CCF2FE8-18F1-4391-B9AA-75273A108950}"/>
              </a:ext>
            </a:extLst>
          </p:cNvPr>
          <p:cNvSpPr>
            <a:spLocks noGrp="1"/>
          </p:cNvSpPr>
          <p:nvPr/>
        </p:nvSpPr>
        <p:spPr>
          <a:xfrm>
            <a:off x="11890326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!!source-10-dom-5-1-3-53-fill">
            <a:extLst>
              <a:ext uri="{FF2B5EF4-FFF2-40B4-BE49-F238E27FC236}">
                <a16:creationId xmlns:a16="http://schemas.microsoft.com/office/drawing/2014/main" id="{ADC5F67C-379E-49CA-81A5-316A60BA2E8E}"/>
              </a:ext>
            </a:extLst>
          </p:cNvPr>
          <p:cNvSpPr>
            <a:spLocks noGrp="1"/>
          </p:cNvSpPr>
          <p:nvPr/>
        </p:nvSpPr>
        <p:spPr>
          <a:xfrm>
            <a:off x="12557819" y="2809875"/>
            <a:ext cx="620019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3" name="!!source-10-dom-5-1-3-53-outline">
            <a:extLst>
              <a:ext uri="{FF2B5EF4-FFF2-40B4-BE49-F238E27FC236}">
                <a16:creationId xmlns:a16="http://schemas.microsoft.com/office/drawing/2014/main" id="{30C7DF56-DEF1-4946-B50D-45FF34B7301F}"/>
              </a:ext>
            </a:extLst>
          </p:cNvPr>
          <p:cNvSpPr>
            <a:spLocks noGrp="1"/>
          </p:cNvSpPr>
          <p:nvPr/>
        </p:nvSpPr>
        <p:spPr>
          <a:xfrm>
            <a:off x="12567344" y="2819400"/>
            <a:ext cx="600969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!!source-10-dom-5-1-3-56-fill">
            <a:extLst>
              <a:ext uri="{FF2B5EF4-FFF2-40B4-BE49-F238E27FC236}">
                <a16:creationId xmlns:a16="http://schemas.microsoft.com/office/drawing/2014/main" id="{E77D57EB-94EB-4D24-8549-D47B0260A95E}"/>
              </a:ext>
            </a:extLst>
          </p:cNvPr>
          <p:cNvSpPr>
            <a:spLocks noGrp="1"/>
          </p:cNvSpPr>
          <p:nvPr/>
        </p:nvSpPr>
        <p:spPr>
          <a:xfrm>
            <a:off x="13234988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5" name="!!source-10-dom-5-1-3-56-outline">
            <a:extLst>
              <a:ext uri="{FF2B5EF4-FFF2-40B4-BE49-F238E27FC236}">
                <a16:creationId xmlns:a16="http://schemas.microsoft.com/office/drawing/2014/main" id="{4D64F81A-AD9E-4FD9-AD83-ECF021B34E14}"/>
              </a:ext>
            </a:extLst>
          </p:cNvPr>
          <p:cNvSpPr>
            <a:spLocks noGrp="1"/>
          </p:cNvSpPr>
          <p:nvPr/>
        </p:nvSpPr>
        <p:spPr>
          <a:xfrm>
            <a:off x="13244513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!!source-10-dom-5-1-3-59-fill">
            <a:extLst>
              <a:ext uri="{FF2B5EF4-FFF2-40B4-BE49-F238E27FC236}">
                <a16:creationId xmlns:a16="http://schemas.microsoft.com/office/drawing/2014/main" id="{A6F90340-E2A1-4C6C-B00A-53257E6C47F2}"/>
              </a:ext>
            </a:extLst>
          </p:cNvPr>
          <p:cNvSpPr>
            <a:spLocks noGrp="1"/>
          </p:cNvSpPr>
          <p:nvPr/>
        </p:nvSpPr>
        <p:spPr>
          <a:xfrm>
            <a:off x="13912007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7" name="!!source-10-dom-5-1-3-59-outline">
            <a:extLst>
              <a:ext uri="{FF2B5EF4-FFF2-40B4-BE49-F238E27FC236}">
                <a16:creationId xmlns:a16="http://schemas.microsoft.com/office/drawing/2014/main" id="{C1C7B926-2F41-411A-BA2F-985C038108FF}"/>
              </a:ext>
            </a:extLst>
          </p:cNvPr>
          <p:cNvSpPr>
            <a:spLocks noGrp="1"/>
          </p:cNvSpPr>
          <p:nvPr/>
        </p:nvSpPr>
        <p:spPr>
          <a:xfrm>
            <a:off x="13921532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!!source-10-dom-5-1-3-59-0-0-text-0">
            <a:extLst>
              <a:ext uri="{FF2B5EF4-FFF2-40B4-BE49-F238E27FC236}">
                <a16:creationId xmlns:a16="http://schemas.microsoft.com/office/drawing/2014/main" id="{6AE330E7-63F7-44DC-AFEE-60A6B7979A38}"/>
              </a:ext>
            </a:extLst>
          </p:cNvPr>
          <p:cNvSpPr>
            <a:spLocks noGrp="1"/>
          </p:cNvSpPr>
          <p:nvPr/>
        </p:nvSpPr>
        <p:spPr>
          <a:xfrm>
            <a:off x="14068425" y="2976562"/>
            <a:ext cx="35450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0"/>
                  </a:srgbClr>
                </a:solidFill>
                <a:latin typeface="Montserrat"/>
                <a:ea typeface="Montserrat"/>
                <a:cs typeface="Montserrat"/>
              </a:rPr>
              <a:t>V3</a:t>
            </a:r>
          </a:p>
        </p:txBody>
      </p:sp>
      <p:sp>
        <p:nvSpPr>
          <p:cNvPr id="59" name="!!source-10-dom-5-1-3-62-fill">
            <a:extLst>
              <a:ext uri="{FF2B5EF4-FFF2-40B4-BE49-F238E27FC236}">
                <a16:creationId xmlns:a16="http://schemas.microsoft.com/office/drawing/2014/main" id="{3EC88876-7AAB-4635-A769-4D139F818533}"/>
              </a:ext>
            </a:extLst>
          </p:cNvPr>
          <p:cNvSpPr>
            <a:spLocks noGrp="1"/>
          </p:cNvSpPr>
          <p:nvPr/>
        </p:nvSpPr>
        <p:spPr>
          <a:xfrm>
            <a:off x="14589026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0" name="!!source-10-dom-5-1-3-62-outline">
            <a:extLst>
              <a:ext uri="{FF2B5EF4-FFF2-40B4-BE49-F238E27FC236}">
                <a16:creationId xmlns:a16="http://schemas.microsoft.com/office/drawing/2014/main" id="{66FC0344-41FE-4D2E-959A-45524BF987C6}"/>
              </a:ext>
            </a:extLst>
          </p:cNvPr>
          <p:cNvSpPr>
            <a:spLocks noGrp="1"/>
          </p:cNvSpPr>
          <p:nvPr/>
        </p:nvSpPr>
        <p:spPr>
          <a:xfrm>
            <a:off x="14598551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!!source-10-dom-5-1-3-65-fill">
            <a:extLst>
              <a:ext uri="{FF2B5EF4-FFF2-40B4-BE49-F238E27FC236}">
                <a16:creationId xmlns:a16="http://schemas.microsoft.com/office/drawing/2014/main" id="{BF6206F8-5CA4-4632-8C04-4CAB29422DB2}"/>
              </a:ext>
            </a:extLst>
          </p:cNvPr>
          <p:cNvSpPr>
            <a:spLocks noGrp="1"/>
          </p:cNvSpPr>
          <p:nvPr/>
        </p:nvSpPr>
        <p:spPr>
          <a:xfrm>
            <a:off x="15266194" y="2809875"/>
            <a:ext cx="619870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2" name="!!source-10-dom-5-1-3-65-outline">
            <a:extLst>
              <a:ext uri="{FF2B5EF4-FFF2-40B4-BE49-F238E27FC236}">
                <a16:creationId xmlns:a16="http://schemas.microsoft.com/office/drawing/2014/main" id="{16C734C0-4508-4364-A377-BEBC13614685}"/>
              </a:ext>
            </a:extLst>
          </p:cNvPr>
          <p:cNvSpPr>
            <a:spLocks noGrp="1"/>
          </p:cNvSpPr>
          <p:nvPr/>
        </p:nvSpPr>
        <p:spPr>
          <a:xfrm>
            <a:off x="15275719" y="2819400"/>
            <a:ext cx="600820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!!source-10-dom-5-1-3-68-fill">
            <a:extLst>
              <a:ext uri="{FF2B5EF4-FFF2-40B4-BE49-F238E27FC236}">
                <a16:creationId xmlns:a16="http://schemas.microsoft.com/office/drawing/2014/main" id="{422D1C4B-0274-4F03-93E6-05910A51EC1E}"/>
              </a:ext>
            </a:extLst>
          </p:cNvPr>
          <p:cNvSpPr>
            <a:spLocks noGrp="1"/>
          </p:cNvSpPr>
          <p:nvPr/>
        </p:nvSpPr>
        <p:spPr>
          <a:xfrm>
            <a:off x="15943213" y="2809875"/>
            <a:ext cx="61986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!!source-10-dom-5-1-3-68-outline">
            <a:extLst>
              <a:ext uri="{FF2B5EF4-FFF2-40B4-BE49-F238E27FC236}">
                <a16:creationId xmlns:a16="http://schemas.microsoft.com/office/drawing/2014/main" id="{C9D94CB2-0942-4F61-B559-E8BE8F2E8148}"/>
              </a:ext>
            </a:extLst>
          </p:cNvPr>
          <p:cNvSpPr>
            <a:spLocks noGrp="1"/>
          </p:cNvSpPr>
          <p:nvPr/>
        </p:nvSpPr>
        <p:spPr>
          <a:xfrm>
            <a:off x="15952738" y="2819400"/>
            <a:ext cx="60081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!!source-10-dom-5-1-3-71-fill">
            <a:extLst>
              <a:ext uri="{FF2B5EF4-FFF2-40B4-BE49-F238E27FC236}">
                <a16:creationId xmlns:a16="http://schemas.microsoft.com/office/drawing/2014/main" id="{344C455B-5617-4E12-B308-AE9818D0B781}"/>
              </a:ext>
            </a:extLst>
          </p:cNvPr>
          <p:cNvSpPr>
            <a:spLocks noGrp="1"/>
          </p:cNvSpPr>
          <p:nvPr/>
        </p:nvSpPr>
        <p:spPr>
          <a:xfrm>
            <a:off x="16620233" y="2809875"/>
            <a:ext cx="620018" cy="609600"/>
          </a:xfrm>
          <a:prstGeom prst="roundRect">
            <a:avLst>
              <a:gd name="adj" fmla="val 6250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6" name="!!source-10-dom-5-1-3-71-outline">
            <a:extLst>
              <a:ext uri="{FF2B5EF4-FFF2-40B4-BE49-F238E27FC236}">
                <a16:creationId xmlns:a16="http://schemas.microsoft.com/office/drawing/2014/main" id="{372207FE-B16A-4A63-87FF-48A8932333B2}"/>
              </a:ext>
            </a:extLst>
          </p:cNvPr>
          <p:cNvSpPr>
            <a:spLocks noGrp="1"/>
          </p:cNvSpPr>
          <p:nvPr/>
        </p:nvSpPr>
        <p:spPr>
          <a:xfrm>
            <a:off x="16629758" y="2819400"/>
            <a:ext cx="600968" cy="590550"/>
          </a:xfrm>
          <a:prstGeom prst="roundRect">
            <a:avLst>
              <a:gd name="adj" fmla="val 6452"/>
            </a:avLst>
          </a:prstGeom>
          <a:noFill/>
          <a:ln w="19050">
            <a:solidFill>
              <a:srgbClr val="E6D9D0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!!source-10-dom-5-3-1-1-0-0-text-0">
            <a:extLst>
              <a:ext uri="{FF2B5EF4-FFF2-40B4-BE49-F238E27FC236}">
                <a16:creationId xmlns:a16="http://schemas.microsoft.com/office/drawing/2014/main" id="{F5E28554-AC14-4A36-AA60-9D08F5A4290A}"/>
              </a:ext>
            </a:extLst>
          </p:cNvPr>
          <p:cNvSpPr>
            <a:spLocks noGrp="1"/>
          </p:cNvSpPr>
          <p:nvPr/>
        </p:nvSpPr>
        <p:spPr>
          <a:xfrm>
            <a:off x="1047750" y="4086225"/>
            <a:ext cx="728186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 spc="112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AT V1'S SLOT, NOW K+7: SELECTION RE-OPTIMISED</a:t>
            </a:r>
          </a:p>
        </p:txBody>
      </p:sp>
      <p:sp>
        <p:nvSpPr>
          <p:cNvPr id="69" name="!!source-10-dom-5-3-1-3-2-fill">
            <a:extLst>
              <a:ext uri="{FF2B5EF4-FFF2-40B4-BE49-F238E27FC236}">
                <a16:creationId xmlns:a16="http://schemas.microsoft.com/office/drawing/2014/main" id="{6E2BA89E-247B-4D8C-9407-F3E197D48B4F}"/>
              </a:ext>
            </a:extLst>
          </p:cNvPr>
          <p:cNvSpPr>
            <a:spLocks noGrp="1"/>
          </p:cNvSpPr>
          <p:nvPr/>
        </p:nvSpPr>
        <p:spPr>
          <a:xfrm>
            <a:off x="1047750" y="4543425"/>
            <a:ext cx="2543175" cy="676275"/>
          </a:xfrm>
          <a:prstGeom prst="roundRect">
            <a:avLst>
              <a:gd name="adj" fmla="val 8451"/>
            </a:avLst>
          </a:prstGeom>
          <a:solidFill>
            <a:srgbClr val="E8F3EC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0" name="!!source-10-dom-5-3-1-3-2-outline">
            <a:extLst>
              <a:ext uri="{FF2B5EF4-FFF2-40B4-BE49-F238E27FC236}">
                <a16:creationId xmlns:a16="http://schemas.microsoft.com/office/drawing/2014/main" id="{67F60364-F3B4-42C6-AA11-3F8B61F4B369}"/>
              </a:ext>
            </a:extLst>
          </p:cNvPr>
          <p:cNvSpPr>
            <a:spLocks noGrp="1"/>
          </p:cNvSpPr>
          <p:nvPr/>
        </p:nvSpPr>
        <p:spPr>
          <a:xfrm>
            <a:off x="1062037" y="4557713"/>
            <a:ext cx="2514600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2E7D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!!source-10-dom-5-3-1-3-2-0-0-text-0">
            <a:extLst>
              <a:ext uri="{FF2B5EF4-FFF2-40B4-BE49-F238E27FC236}">
                <a16:creationId xmlns:a16="http://schemas.microsoft.com/office/drawing/2014/main" id="{ADCD3885-9723-423C-B19B-880A4F329F49}"/>
              </a:ext>
            </a:extLst>
          </p:cNvPr>
          <p:cNvSpPr>
            <a:spLocks noGrp="1"/>
          </p:cNvSpPr>
          <p:nvPr/>
        </p:nvSpPr>
        <p:spPr>
          <a:xfrm>
            <a:off x="1808559" y="4724400"/>
            <a:ext cx="106918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2E7D4F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2E7D4F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T3₂ → T4</a:t>
            </a:r>
          </a:p>
        </p:txBody>
      </p:sp>
      <p:sp>
        <p:nvSpPr>
          <p:cNvPr id="72" name="!!source-10-dom-5-3-1-3-5-fill">
            <a:extLst>
              <a:ext uri="{FF2B5EF4-FFF2-40B4-BE49-F238E27FC236}">
                <a16:creationId xmlns:a16="http://schemas.microsoft.com/office/drawing/2014/main" id="{30F335C3-6E22-4D6D-947B-889A63971F11}"/>
              </a:ext>
            </a:extLst>
          </p:cNvPr>
          <p:cNvSpPr>
            <a:spLocks noGrp="1"/>
          </p:cNvSpPr>
          <p:nvPr/>
        </p:nvSpPr>
        <p:spPr>
          <a:xfrm>
            <a:off x="3705225" y="4543425"/>
            <a:ext cx="2543175" cy="676275"/>
          </a:xfrm>
          <a:prstGeom prst="roundRect">
            <a:avLst>
              <a:gd name="adj" fmla="val 8451"/>
            </a:avLst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3" name="!!source-10-dom-5-3-1-3-5-outline">
            <a:extLst>
              <a:ext uri="{FF2B5EF4-FFF2-40B4-BE49-F238E27FC236}">
                <a16:creationId xmlns:a16="http://schemas.microsoft.com/office/drawing/2014/main" id="{9CFEE166-FF5D-4335-9491-09CF023F951B}"/>
              </a:ext>
            </a:extLst>
          </p:cNvPr>
          <p:cNvSpPr>
            <a:spLocks noGrp="1"/>
          </p:cNvSpPr>
          <p:nvPr/>
        </p:nvSpPr>
        <p:spPr>
          <a:xfrm>
            <a:off x="3719512" y="4557713"/>
            <a:ext cx="2514600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!!source-10-dom-5-3-1-3-5-0-0-text-0">
            <a:extLst>
              <a:ext uri="{FF2B5EF4-FFF2-40B4-BE49-F238E27FC236}">
                <a16:creationId xmlns:a16="http://schemas.microsoft.com/office/drawing/2014/main" id="{08F2BCA1-C86D-4E86-A8AE-6804301ADE46}"/>
              </a:ext>
            </a:extLst>
          </p:cNvPr>
          <p:cNvSpPr>
            <a:spLocks noGrp="1"/>
          </p:cNvSpPr>
          <p:nvPr/>
        </p:nvSpPr>
        <p:spPr>
          <a:xfrm>
            <a:off x="4466035" y="4724400"/>
            <a:ext cx="106918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T4</a:t>
            </a:r>
          </a:p>
        </p:txBody>
      </p:sp>
      <p:sp>
        <p:nvSpPr>
          <p:cNvPr id="75" name="!!source-10-dom-5-3-1-3-8-fill">
            <a:extLst>
              <a:ext uri="{FF2B5EF4-FFF2-40B4-BE49-F238E27FC236}">
                <a16:creationId xmlns:a16="http://schemas.microsoft.com/office/drawing/2014/main" id="{909416AD-07F6-4AA6-BAC8-2E4BD0A80AD4}"/>
              </a:ext>
            </a:extLst>
          </p:cNvPr>
          <p:cNvSpPr>
            <a:spLocks noGrp="1"/>
          </p:cNvSpPr>
          <p:nvPr/>
        </p:nvSpPr>
        <p:spPr>
          <a:xfrm>
            <a:off x="6362700" y="4543425"/>
            <a:ext cx="2543176" cy="676275"/>
          </a:xfrm>
          <a:prstGeom prst="roundRect">
            <a:avLst>
              <a:gd name="adj" fmla="val 8451"/>
            </a:avLst>
          </a:prstGeom>
          <a:solidFill>
            <a:srgbClr val="FAF6F3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!!source-10-dom-5-3-1-3-8-outline">
            <a:extLst>
              <a:ext uri="{FF2B5EF4-FFF2-40B4-BE49-F238E27FC236}">
                <a16:creationId xmlns:a16="http://schemas.microsoft.com/office/drawing/2014/main" id="{A1CA390E-582F-4D33-B16C-41588F8B9A2C}"/>
              </a:ext>
            </a:extLst>
          </p:cNvPr>
          <p:cNvSpPr>
            <a:spLocks noGrp="1"/>
          </p:cNvSpPr>
          <p:nvPr/>
        </p:nvSpPr>
        <p:spPr>
          <a:xfrm>
            <a:off x="6376988" y="4557713"/>
            <a:ext cx="2514601" cy="647700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E6D9D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!!source-10-dom-5-3-1-3-8-0-0-text-0">
            <a:extLst>
              <a:ext uri="{FF2B5EF4-FFF2-40B4-BE49-F238E27FC236}">
                <a16:creationId xmlns:a16="http://schemas.microsoft.com/office/drawing/2014/main" id="{E28C53F8-2BAC-460A-9A0F-BD844831C5DB}"/>
              </a:ext>
            </a:extLst>
          </p:cNvPr>
          <p:cNvSpPr>
            <a:spLocks noGrp="1"/>
          </p:cNvSpPr>
          <p:nvPr/>
        </p:nvSpPr>
        <p:spPr>
          <a:xfrm>
            <a:off x="7480399" y="4724400"/>
            <a:ext cx="355253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T4</a:t>
            </a:r>
          </a:p>
        </p:txBody>
      </p:sp>
      <p:sp>
        <p:nvSpPr>
          <p:cNvPr id="78" name="!!source-10-dom-5-3-1-3-11-fill">
            <a:extLst>
              <a:ext uri="{FF2B5EF4-FFF2-40B4-BE49-F238E27FC236}">
                <a16:creationId xmlns:a16="http://schemas.microsoft.com/office/drawing/2014/main" id="{6EDDE5D2-3B88-46E8-B85E-7A475A2198FF}"/>
              </a:ext>
            </a:extLst>
          </p:cNvPr>
          <p:cNvSpPr>
            <a:spLocks noGrp="1"/>
          </p:cNvSpPr>
          <p:nvPr/>
        </p:nvSpPr>
        <p:spPr>
          <a:xfrm>
            <a:off x="1047750" y="5334000"/>
            <a:ext cx="2543175" cy="676276"/>
          </a:xfrm>
          <a:prstGeom prst="roundRect">
            <a:avLst>
              <a:gd name="adj" fmla="val 8451"/>
            </a:avLst>
          </a:prstGeom>
          <a:solidFill>
            <a:srgbClr val="FAF6F3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!!source-10-dom-5-3-1-3-11-outline">
            <a:extLst>
              <a:ext uri="{FF2B5EF4-FFF2-40B4-BE49-F238E27FC236}">
                <a16:creationId xmlns:a16="http://schemas.microsoft.com/office/drawing/2014/main" id="{EE086A17-7593-4F17-9390-2DB2BEBD3A0C}"/>
              </a:ext>
            </a:extLst>
          </p:cNvPr>
          <p:cNvSpPr>
            <a:spLocks noGrp="1"/>
          </p:cNvSpPr>
          <p:nvPr/>
        </p:nvSpPr>
        <p:spPr>
          <a:xfrm>
            <a:off x="1062037" y="5348287"/>
            <a:ext cx="2514600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E6D9D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!!source-10-dom-5-3-1-3-11-0-0-text-0">
            <a:extLst>
              <a:ext uri="{FF2B5EF4-FFF2-40B4-BE49-F238E27FC236}">
                <a16:creationId xmlns:a16="http://schemas.microsoft.com/office/drawing/2014/main" id="{5B62BA1A-661D-4A4D-AC83-AA95B748F417}"/>
              </a:ext>
            </a:extLst>
          </p:cNvPr>
          <p:cNvSpPr>
            <a:spLocks noGrp="1"/>
          </p:cNvSpPr>
          <p:nvPr/>
        </p:nvSpPr>
        <p:spPr>
          <a:xfrm>
            <a:off x="1753493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T3₁ → T3₃</a:t>
            </a:r>
          </a:p>
        </p:txBody>
      </p:sp>
      <p:sp>
        <p:nvSpPr>
          <p:cNvPr id="81" name="!!source-10-dom-5-3-1-3-14-fill">
            <a:extLst>
              <a:ext uri="{FF2B5EF4-FFF2-40B4-BE49-F238E27FC236}">
                <a16:creationId xmlns:a16="http://schemas.microsoft.com/office/drawing/2014/main" id="{E56198B2-B6EB-41C6-9F20-C9B32CB06FC9}"/>
              </a:ext>
            </a:extLst>
          </p:cNvPr>
          <p:cNvSpPr>
            <a:spLocks noGrp="1"/>
          </p:cNvSpPr>
          <p:nvPr/>
        </p:nvSpPr>
        <p:spPr>
          <a:xfrm>
            <a:off x="3705225" y="5334000"/>
            <a:ext cx="2543175" cy="676276"/>
          </a:xfrm>
          <a:prstGeom prst="roundRect">
            <a:avLst>
              <a:gd name="adj" fmla="val 8451"/>
            </a:avLst>
          </a:prstGeom>
          <a:solidFill>
            <a:srgbClr val="E8F3EC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2" name="!!source-10-dom-5-3-1-3-14-outline">
            <a:extLst>
              <a:ext uri="{FF2B5EF4-FFF2-40B4-BE49-F238E27FC236}">
                <a16:creationId xmlns:a16="http://schemas.microsoft.com/office/drawing/2014/main" id="{C54644C2-0325-4F41-BF10-7FCBF084E4EA}"/>
              </a:ext>
            </a:extLst>
          </p:cNvPr>
          <p:cNvSpPr>
            <a:spLocks noGrp="1"/>
          </p:cNvSpPr>
          <p:nvPr/>
        </p:nvSpPr>
        <p:spPr>
          <a:xfrm>
            <a:off x="3719512" y="5348287"/>
            <a:ext cx="2514600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2E7D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!!source-10-dom-5-3-1-3-14-0-0-text-0">
            <a:extLst>
              <a:ext uri="{FF2B5EF4-FFF2-40B4-BE49-F238E27FC236}">
                <a16:creationId xmlns:a16="http://schemas.microsoft.com/office/drawing/2014/main" id="{9AC8BE13-2724-4E6B-ACBA-7A3D6AA2271F}"/>
              </a:ext>
            </a:extLst>
          </p:cNvPr>
          <p:cNvSpPr>
            <a:spLocks noGrp="1"/>
          </p:cNvSpPr>
          <p:nvPr/>
        </p:nvSpPr>
        <p:spPr>
          <a:xfrm>
            <a:off x="4410968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2E7D4F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2E7D4F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T3₃ → T3₂</a:t>
            </a:r>
          </a:p>
        </p:txBody>
      </p:sp>
      <p:sp>
        <p:nvSpPr>
          <p:cNvPr id="84" name="!!source-10-dom-5-3-1-3-17-fill">
            <a:extLst>
              <a:ext uri="{FF2B5EF4-FFF2-40B4-BE49-F238E27FC236}">
                <a16:creationId xmlns:a16="http://schemas.microsoft.com/office/drawing/2014/main" id="{8C27FF81-E6D0-4B4A-ACEC-8FA9E203E64F}"/>
              </a:ext>
            </a:extLst>
          </p:cNvPr>
          <p:cNvSpPr>
            <a:spLocks noGrp="1"/>
          </p:cNvSpPr>
          <p:nvPr/>
        </p:nvSpPr>
        <p:spPr>
          <a:xfrm>
            <a:off x="6362700" y="5334000"/>
            <a:ext cx="2543176" cy="676276"/>
          </a:xfrm>
          <a:prstGeom prst="roundRect">
            <a:avLst>
              <a:gd name="adj" fmla="val 8451"/>
            </a:avLst>
          </a:prstGeom>
          <a:solidFill>
            <a:srgbClr val="FAF6F3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5" name="!!source-10-dom-5-3-1-3-17-outline">
            <a:extLst>
              <a:ext uri="{FF2B5EF4-FFF2-40B4-BE49-F238E27FC236}">
                <a16:creationId xmlns:a16="http://schemas.microsoft.com/office/drawing/2014/main" id="{4CE72832-EEA8-4E18-BBCD-D8F3637D1ABA}"/>
              </a:ext>
            </a:extLst>
          </p:cNvPr>
          <p:cNvSpPr>
            <a:spLocks noGrp="1"/>
          </p:cNvSpPr>
          <p:nvPr/>
        </p:nvSpPr>
        <p:spPr>
          <a:xfrm>
            <a:off x="6376988" y="5348287"/>
            <a:ext cx="2514601" cy="647701"/>
          </a:xfrm>
          <a:prstGeom prst="roundRect">
            <a:avLst>
              <a:gd name="adj" fmla="val 8824"/>
            </a:avLst>
          </a:prstGeom>
          <a:noFill/>
          <a:ln w="28575">
            <a:solidFill>
              <a:srgbClr val="E6D9D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!!source-10-dom-5-3-1-3-17-0-0-text-0">
            <a:extLst>
              <a:ext uri="{FF2B5EF4-FFF2-40B4-BE49-F238E27FC236}">
                <a16:creationId xmlns:a16="http://schemas.microsoft.com/office/drawing/2014/main" id="{AD950034-0B9E-45A7-A52C-B60A2CA5ADCE}"/>
              </a:ext>
            </a:extLst>
          </p:cNvPr>
          <p:cNvSpPr>
            <a:spLocks noGrp="1"/>
          </p:cNvSpPr>
          <p:nvPr/>
        </p:nvSpPr>
        <p:spPr>
          <a:xfrm>
            <a:off x="7068443" y="5514975"/>
            <a:ext cx="1179314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025" b="0" i="0" spc="-5">
                <a:solidFill>
                  <a:srgbClr val="C9B8AD">
                    <a:alpha val="5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T3₄ → T3₂</a:t>
            </a:r>
          </a:p>
        </p:txBody>
      </p:sp>
      <p:sp>
        <p:nvSpPr>
          <p:cNvPr id="87" name="!!source-10-dom-5-3-1-5-1-0-text-0">
            <a:extLst>
              <a:ext uri="{FF2B5EF4-FFF2-40B4-BE49-F238E27FC236}">
                <a16:creationId xmlns:a16="http://schemas.microsoft.com/office/drawing/2014/main" id="{FB5A4C7F-7C49-4285-8001-4235D70ED156}"/>
              </a:ext>
            </a:extLst>
          </p:cNvPr>
          <p:cNvSpPr>
            <a:spLocks noGrp="1"/>
          </p:cNvSpPr>
          <p:nvPr/>
        </p:nvSpPr>
        <p:spPr>
          <a:xfrm>
            <a:off x="1047749" y="6181725"/>
            <a:ext cx="7150319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 dirty="0" err="1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Σ</a:t>
            </a:r>
            <a:r>
              <a:rPr sz="2325" b="0" i="0" spc="-6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selected = booked flag </a:t>
            </a:r>
            <a:r>
              <a:rPr lang="es-ES" sz="2325" b="1" i="0" spc="-6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BUT</a:t>
            </a:r>
            <a:r>
              <a:rPr sz="2325" b="0" i="0" spc="-6" dirty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selected ≤ feasible</a:t>
            </a:r>
          </a:p>
        </p:txBody>
      </p:sp>
      <p:sp>
        <p:nvSpPr>
          <p:cNvPr id="88" name="!!source-10-dom-5-3-1-5-3-0-text-0">
            <a:extLst>
              <a:ext uri="{FF2B5EF4-FFF2-40B4-BE49-F238E27FC236}">
                <a16:creationId xmlns:a16="http://schemas.microsoft.com/office/drawing/2014/main" id="{257EEBF1-A8F2-43E3-A5BB-F41AADA57B46}"/>
              </a:ext>
            </a:extLst>
          </p:cNvPr>
          <p:cNvSpPr>
            <a:spLocks noGrp="1"/>
          </p:cNvSpPr>
          <p:nvPr/>
        </p:nvSpPr>
        <p:spPr>
          <a:xfrm>
            <a:off x="1047750" y="6690271"/>
            <a:ext cx="7808119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Only the selected pattern passes its per-tank masses</a:t>
            </a:r>
          </a:p>
        </p:txBody>
      </p:sp>
      <p:sp>
        <p:nvSpPr>
          <p:cNvPr id="89" name="!!source-10-dom-5-3-1-5-3-0-text-1">
            <a:extLst>
              <a:ext uri="{FF2B5EF4-FFF2-40B4-BE49-F238E27FC236}">
                <a16:creationId xmlns:a16="http://schemas.microsoft.com/office/drawing/2014/main" id="{93EE4281-A17F-452D-A955-A41731DA1592}"/>
              </a:ext>
            </a:extLst>
          </p:cNvPr>
          <p:cNvSpPr>
            <a:spLocks noGrp="1"/>
          </p:cNvSpPr>
          <p:nvPr/>
        </p:nvSpPr>
        <p:spPr>
          <a:xfrm>
            <a:off x="1047750" y="7103566"/>
            <a:ext cx="1267123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through</a:t>
            </a:r>
          </a:p>
        </p:txBody>
      </p:sp>
      <p:sp>
        <p:nvSpPr>
          <p:cNvPr id="90" name="!!source-10-dom-5-3-3-1-0-0-text-0">
            <a:extLst>
              <a:ext uri="{FF2B5EF4-FFF2-40B4-BE49-F238E27FC236}">
                <a16:creationId xmlns:a16="http://schemas.microsoft.com/office/drawing/2014/main" id="{F0BFB8C3-19AF-41D2-ABF2-CDFCAB22A051}"/>
              </a:ext>
            </a:extLst>
          </p:cNvPr>
          <p:cNvSpPr>
            <a:spLocks noGrp="1"/>
          </p:cNvSpPr>
          <p:nvPr/>
        </p:nvSpPr>
        <p:spPr>
          <a:xfrm>
            <a:off x="9382124" y="4086225"/>
            <a:ext cx="594285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TANK STATE AT K+8, THE SAMPLE AFTER V1</a:t>
            </a:r>
          </a:p>
        </p:txBody>
      </p:sp>
      <p:sp>
        <p:nvSpPr>
          <p:cNvPr id="91" name="!!source-10-dom-5-3-3-3-0-text-0">
            <a:extLst>
              <a:ext uri="{FF2B5EF4-FFF2-40B4-BE49-F238E27FC236}">
                <a16:creationId xmlns:a16="http://schemas.microsoft.com/office/drawing/2014/main" id="{77ED6024-0E42-435C-B878-8949D4B30DFF}"/>
              </a:ext>
            </a:extLst>
          </p:cNvPr>
          <p:cNvSpPr>
            <a:spLocks noGrp="1"/>
          </p:cNvSpPr>
          <p:nvPr/>
        </p:nvSpPr>
        <p:spPr>
          <a:xfrm>
            <a:off x="9382124" y="4514850"/>
            <a:ext cx="701263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 spc="8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next state = state + compression − reserved</a:t>
            </a:r>
          </a:p>
        </p:txBody>
      </p:sp>
      <p:sp>
        <p:nvSpPr>
          <p:cNvPr id="92" name="!!source-10-dom-5-3-3-5-2-0-0-0-text-0">
            <a:extLst>
              <a:ext uri="{FF2B5EF4-FFF2-40B4-BE49-F238E27FC236}">
                <a16:creationId xmlns:a16="http://schemas.microsoft.com/office/drawing/2014/main" id="{8BA4FD65-B4DC-498B-8C07-6A020C8B60DE}"/>
              </a:ext>
            </a:extLst>
          </p:cNvPr>
          <p:cNvSpPr>
            <a:spLocks noGrp="1"/>
          </p:cNvSpPr>
          <p:nvPr/>
        </p:nvSpPr>
        <p:spPr>
          <a:xfrm>
            <a:off x="10071646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93" name="!!source-10-dom-5-3-3-5-2-1-fill">
            <a:extLst>
              <a:ext uri="{FF2B5EF4-FFF2-40B4-BE49-F238E27FC236}">
                <a16:creationId xmlns:a16="http://schemas.microsoft.com/office/drawing/2014/main" id="{224A82F2-79D4-4328-9251-575F9C8DB428}"/>
              </a:ext>
            </a:extLst>
          </p:cNvPr>
          <p:cNvSpPr>
            <a:spLocks noGrp="1"/>
          </p:cNvSpPr>
          <p:nvPr/>
        </p:nvSpPr>
        <p:spPr>
          <a:xfrm>
            <a:off x="9353550" y="5248275"/>
            <a:ext cx="1506737" cy="1866900"/>
          </a:xfrm>
          <a:prstGeom prst="roundRect">
            <a:avLst>
              <a:gd name="adj" fmla="val 7586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4" name="!!source-10-dom-5-3-3-5-2-1-outline">
            <a:extLst>
              <a:ext uri="{FF2B5EF4-FFF2-40B4-BE49-F238E27FC236}">
                <a16:creationId xmlns:a16="http://schemas.microsoft.com/office/drawing/2014/main" id="{EFF2C4C5-A775-4E90-998A-DA1024CA7AAF}"/>
              </a:ext>
            </a:extLst>
          </p:cNvPr>
          <p:cNvSpPr>
            <a:spLocks noGrp="1"/>
          </p:cNvSpPr>
          <p:nvPr/>
        </p:nvSpPr>
        <p:spPr>
          <a:xfrm>
            <a:off x="9367837" y="5262562"/>
            <a:ext cx="1478162" cy="1838325"/>
          </a:xfrm>
          <a:prstGeom prst="roundRect">
            <a:avLst>
              <a:gd name="adj" fmla="val 7733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!!source-10-dom-5-3-3-5-2-1-0-fill">
            <a:extLst>
              <a:ext uri="{FF2B5EF4-FFF2-40B4-BE49-F238E27FC236}">
                <a16:creationId xmlns:a16="http://schemas.microsoft.com/office/drawing/2014/main" id="{7BD68C1F-B185-4758-8609-4902CEC50727}"/>
              </a:ext>
            </a:extLst>
          </p:cNvPr>
          <p:cNvSpPr>
            <a:spLocks noGrp="1"/>
          </p:cNvSpPr>
          <p:nvPr/>
        </p:nvSpPr>
        <p:spPr>
          <a:xfrm>
            <a:off x="9382124" y="6091238"/>
            <a:ext cx="1449587" cy="995362"/>
          </a:xfrm>
          <a:custGeom>
            <a:avLst/>
            <a:gdLst/>
            <a:ahLst/>
            <a:cxnLst/>
            <a:rect l="0" t="0" r="0" b="0"/>
            <a:pathLst>
              <a:path w="1449587" h="995362">
                <a:moveTo>
                  <a:pt x="0" y="0"/>
                </a:moveTo>
                <a:lnTo>
                  <a:pt x="1449587" y="0"/>
                </a:lnTo>
                <a:lnTo>
                  <a:pt x="1449587" y="909637"/>
                </a:lnTo>
                <a:lnTo>
                  <a:pt x="1447940" y="926362"/>
                </a:lnTo>
                <a:lnTo>
                  <a:pt x="1443061" y="942443"/>
                </a:lnTo>
                <a:lnTo>
                  <a:pt x="1435140" y="957264"/>
                </a:lnTo>
                <a:lnTo>
                  <a:pt x="1424479" y="970254"/>
                </a:lnTo>
                <a:lnTo>
                  <a:pt x="1411488" y="980915"/>
                </a:lnTo>
                <a:lnTo>
                  <a:pt x="1396667" y="988837"/>
                </a:lnTo>
                <a:lnTo>
                  <a:pt x="1380586" y="993715"/>
                </a:lnTo>
                <a:lnTo>
                  <a:pt x="1363862" y="995362"/>
                </a:lnTo>
                <a:lnTo>
                  <a:pt x="85725" y="995362"/>
                </a:lnTo>
                <a:lnTo>
                  <a:pt x="69001" y="993715"/>
                </a:lnTo>
                <a:lnTo>
                  <a:pt x="52919" y="988837"/>
                </a:lnTo>
                <a:lnTo>
                  <a:pt x="38099" y="980915"/>
                </a:lnTo>
                <a:lnTo>
                  <a:pt x="25108" y="970254"/>
                </a:lnTo>
                <a:lnTo>
                  <a:pt x="14447" y="957264"/>
                </a:lnTo>
                <a:lnTo>
                  <a:pt x="6525" y="942443"/>
                </a:lnTo>
                <a:lnTo>
                  <a:pt x="1647" y="926362"/>
                </a:lnTo>
                <a:lnTo>
                  <a:pt x="0" y="909637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6" name="!!source-10-dom-5-3-3-5-2-2-0-0-text-0">
            <a:extLst>
              <a:ext uri="{FF2B5EF4-FFF2-40B4-BE49-F238E27FC236}">
                <a16:creationId xmlns:a16="http://schemas.microsoft.com/office/drawing/2014/main" id="{ACFE8F8E-46DD-438C-8FE3-E4A76E73EC2F}"/>
              </a:ext>
            </a:extLst>
          </p:cNvPr>
          <p:cNvSpPr>
            <a:spLocks noGrp="1"/>
          </p:cNvSpPr>
          <p:nvPr/>
        </p:nvSpPr>
        <p:spPr>
          <a:xfrm>
            <a:off x="9911507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T3₁</a:t>
            </a:r>
          </a:p>
        </p:txBody>
      </p:sp>
      <p:sp>
        <p:nvSpPr>
          <p:cNvPr id="97" name="!!source-10-dom-5-3-3-5-5-0-0-0-text-0">
            <a:extLst>
              <a:ext uri="{FF2B5EF4-FFF2-40B4-BE49-F238E27FC236}">
                <a16:creationId xmlns:a16="http://schemas.microsoft.com/office/drawing/2014/main" id="{EA02EEC1-DC2D-4819-8263-31464B95CE51}"/>
              </a:ext>
            </a:extLst>
          </p:cNvPr>
          <p:cNvSpPr>
            <a:spLocks noGrp="1"/>
          </p:cNvSpPr>
          <p:nvPr/>
        </p:nvSpPr>
        <p:spPr>
          <a:xfrm>
            <a:off x="11673780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98" name="!!source-10-dom-5-3-3-5-5-1-fill">
            <a:extLst>
              <a:ext uri="{FF2B5EF4-FFF2-40B4-BE49-F238E27FC236}">
                <a16:creationId xmlns:a16="http://schemas.microsoft.com/office/drawing/2014/main" id="{3416BC2B-5B30-4A08-98E7-C065ACEDF87D}"/>
              </a:ext>
            </a:extLst>
          </p:cNvPr>
          <p:cNvSpPr>
            <a:spLocks noGrp="1"/>
          </p:cNvSpPr>
          <p:nvPr/>
        </p:nvSpPr>
        <p:spPr>
          <a:xfrm>
            <a:off x="10955536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9" name="!!source-10-dom-5-3-3-5-5-1-outline">
            <a:extLst>
              <a:ext uri="{FF2B5EF4-FFF2-40B4-BE49-F238E27FC236}">
                <a16:creationId xmlns:a16="http://schemas.microsoft.com/office/drawing/2014/main" id="{C60B93A8-9DFA-41E3-B3B8-E721E1F55474}"/>
              </a:ext>
            </a:extLst>
          </p:cNvPr>
          <p:cNvSpPr>
            <a:spLocks noGrp="1"/>
          </p:cNvSpPr>
          <p:nvPr/>
        </p:nvSpPr>
        <p:spPr>
          <a:xfrm>
            <a:off x="10969823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0" name="!!source-10-dom-5-3-3-5-5-1-0-fill">
            <a:extLst>
              <a:ext uri="{FF2B5EF4-FFF2-40B4-BE49-F238E27FC236}">
                <a16:creationId xmlns:a16="http://schemas.microsoft.com/office/drawing/2014/main" id="{CD87FF77-3704-45F9-BCE7-6AF504523DA6}"/>
              </a:ext>
            </a:extLst>
          </p:cNvPr>
          <p:cNvSpPr>
            <a:spLocks noGrp="1"/>
          </p:cNvSpPr>
          <p:nvPr/>
        </p:nvSpPr>
        <p:spPr>
          <a:xfrm>
            <a:off x="10984111" y="5819775"/>
            <a:ext cx="1449735" cy="1266825"/>
          </a:xfrm>
          <a:custGeom>
            <a:avLst/>
            <a:gdLst/>
            <a:ahLst/>
            <a:cxnLst/>
            <a:rect l="0" t="0" r="0" b="0"/>
            <a:pathLst>
              <a:path w="1449735" h="1266825">
                <a:moveTo>
                  <a:pt x="0" y="0"/>
                </a:moveTo>
                <a:lnTo>
                  <a:pt x="1449735" y="0"/>
                </a:lnTo>
                <a:lnTo>
                  <a:pt x="1449735" y="1181100"/>
                </a:lnTo>
                <a:lnTo>
                  <a:pt x="1448088" y="1197824"/>
                </a:lnTo>
                <a:lnTo>
                  <a:pt x="1443210" y="1213906"/>
                </a:lnTo>
                <a:lnTo>
                  <a:pt x="1435288" y="1228727"/>
                </a:lnTo>
                <a:lnTo>
                  <a:pt x="1424627" y="1241717"/>
                </a:lnTo>
                <a:lnTo>
                  <a:pt x="1411636" y="1252378"/>
                </a:lnTo>
                <a:lnTo>
                  <a:pt x="1396816" y="1260300"/>
                </a:lnTo>
                <a:lnTo>
                  <a:pt x="1380734" y="1265178"/>
                </a:lnTo>
                <a:lnTo>
                  <a:pt x="1364010" y="1266825"/>
                </a:lnTo>
                <a:lnTo>
                  <a:pt x="85725" y="1266825"/>
                </a:lnTo>
                <a:lnTo>
                  <a:pt x="69001" y="1265178"/>
                </a:lnTo>
                <a:lnTo>
                  <a:pt x="52919" y="1260300"/>
                </a:lnTo>
                <a:lnTo>
                  <a:pt x="38099" y="1252378"/>
                </a:lnTo>
                <a:lnTo>
                  <a:pt x="25108" y="1241717"/>
                </a:lnTo>
                <a:lnTo>
                  <a:pt x="14447" y="1228727"/>
                </a:lnTo>
                <a:lnTo>
                  <a:pt x="6525" y="1213906"/>
                </a:lnTo>
                <a:lnTo>
                  <a:pt x="1647" y="1197824"/>
                </a:lnTo>
                <a:lnTo>
                  <a:pt x="0" y="1181100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1" name="!!source-10-dom-5-3-3-5-5-2-0-0-text-0">
            <a:extLst>
              <a:ext uri="{FF2B5EF4-FFF2-40B4-BE49-F238E27FC236}">
                <a16:creationId xmlns:a16="http://schemas.microsoft.com/office/drawing/2014/main" id="{57E4A2FB-4C7C-43A2-B80E-29636B916ACB}"/>
              </a:ext>
            </a:extLst>
          </p:cNvPr>
          <p:cNvSpPr>
            <a:spLocks noGrp="1"/>
          </p:cNvSpPr>
          <p:nvPr/>
        </p:nvSpPr>
        <p:spPr>
          <a:xfrm>
            <a:off x="11513493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T3₂</a:t>
            </a:r>
          </a:p>
        </p:txBody>
      </p:sp>
      <p:sp>
        <p:nvSpPr>
          <p:cNvPr id="102" name="!!source-10-dom-5-3-3-5-8-0-0-0-text-0">
            <a:extLst>
              <a:ext uri="{FF2B5EF4-FFF2-40B4-BE49-F238E27FC236}">
                <a16:creationId xmlns:a16="http://schemas.microsoft.com/office/drawing/2014/main" id="{E2433805-A716-45AD-BB7B-93D6BCF98277}"/>
              </a:ext>
            </a:extLst>
          </p:cNvPr>
          <p:cNvSpPr>
            <a:spLocks noGrp="1"/>
          </p:cNvSpPr>
          <p:nvPr/>
        </p:nvSpPr>
        <p:spPr>
          <a:xfrm>
            <a:off x="13275915" y="4867275"/>
            <a:ext cx="11802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·</a:t>
            </a:r>
          </a:p>
        </p:txBody>
      </p:sp>
      <p:sp>
        <p:nvSpPr>
          <p:cNvPr id="103" name="!!source-10-dom-5-3-3-5-8-1-fill">
            <a:extLst>
              <a:ext uri="{FF2B5EF4-FFF2-40B4-BE49-F238E27FC236}">
                <a16:creationId xmlns:a16="http://schemas.microsoft.com/office/drawing/2014/main" id="{9E855284-C0BF-467B-BEBA-EF858BC031E0}"/>
              </a:ext>
            </a:extLst>
          </p:cNvPr>
          <p:cNvSpPr>
            <a:spLocks noGrp="1"/>
          </p:cNvSpPr>
          <p:nvPr/>
        </p:nvSpPr>
        <p:spPr>
          <a:xfrm>
            <a:off x="12557671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4" name="!!source-10-dom-5-3-3-5-8-1-outline">
            <a:extLst>
              <a:ext uri="{FF2B5EF4-FFF2-40B4-BE49-F238E27FC236}">
                <a16:creationId xmlns:a16="http://schemas.microsoft.com/office/drawing/2014/main" id="{64F4E089-65B8-49DF-8B21-00D85B4B568C}"/>
              </a:ext>
            </a:extLst>
          </p:cNvPr>
          <p:cNvSpPr>
            <a:spLocks noGrp="1"/>
          </p:cNvSpPr>
          <p:nvPr/>
        </p:nvSpPr>
        <p:spPr>
          <a:xfrm>
            <a:off x="12571958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" name="!!source-10-dom-5-3-3-5-8-1-0-fill">
            <a:extLst>
              <a:ext uri="{FF2B5EF4-FFF2-40B4-BE49-F238E27FC236}">
                <a16:creationId xmlns:a16="http://schemas.microsoft.com/office/drawing/2014/main" id="{88095F85-0E69-4AB0-97E8-F04076E60817}"/>
              </a:ext>
            </a:extLst>
          </p:cNvPr>
          <p:cNvSpPr>
            <a:spLocks noGrp="1"/>
          </p:cNvSpPr>
          <p:nvPr/>
        </p:nvSpPr>
        <p:spPr>
          <a:xfrm>
            <a:off x="12586246" y="5964585"/>
            <a:ext cx="1449734" cy="1122016"/>
          </a:xfrm>
          <a:custGeom>
            <a:avLst/>
            <a:gdLst/>
            <a:ahLst/>
            <a:cxnLst/>
            <a:rect l="0" t="0" r="0" b="0"/>
            <a:pathLst>
              <a:path w="1449734" h="1122016">
                <a:moveTo>
                  <a:pt x="0" y="0"/>
                </a:moveTo>
                <a:lnTo>
                  <a:pt x="1449734" y="0"/>
                </a:lnTo>
                <a:lnTo>
                  <a:pt x="1449734" y="1036291"/>
                </a:lnTo>
                <a:lnTo>
                  <a:pt x="1448087" y="1053015"/>
                </a:lnTo>
                <a:lnTo>
                  <a:pt x="1443208" y="1069096"/>
                </a:lnTo>
                <a:lnTo>
                  <a:pt x="1435286" y="1083917"/>
                </a:lnTo>
                <a:lnTo>
                  <a:pt x="1424625" y="1096907"/>
                </a:lnTo>
                <a:lnTo>
                  <a:pt x="1411635" y="1107568"/>
                </a:lnTo>
                <a:lnTo>
                  <a:pt x="1396814" y="1115490"/>
                </a:lnTo>
                <a:lnTo>
                  <a:pt x="1380733" y="1120368"/>
                </a:lnTo>
                <a:lnTo>
                  <a:pt x="1364009" y="1122016"/>
                </a:lnTo>
                <a:lnTo>
                  <a:pt x="85725" y="1122016"/>
                </a:lnTo>
                <a:lnTo>
                  <a:pt x="69001" y="1120368"/>
                </a:lnTo>
                <a:lnTo>
                  <a:pt x="52919" y="1115490"/>
                </a:lnTo>
                <a:lnTo>
                  <a:pt x="38099" y="1107568"/>
                </a:lnTo>
                <a:lnTo>
                  <a:pt x="25108" y="1096907"/>
                </a:lnTo>
                <a:lnTo>
                  <a:pt x="14447" y="1083917"/>
                </a:lnTo>
                <a:lnTo>
                  <a:pt x="6525" y="1069096"/>
                </a:lnTo>
                <a:lnTo>
                  <a:pt x="1647" y="1053015"/>
                </a:lnTo>
                <a:lnTo>
                  <a:pt x="0" y="1036291"/>
                </a:lnTo>
                <a:close/>
              </a:path>
            </a:pathLst>
          </a:cu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!!source-10-dom-5-3-3-5-8-2-0-0-text-0">
            <a:extLst>
              <a:ext uri="{FF2B5EF4-FFF2-40B4-BE49-F238E27FC236}">
                <a16:creationId xmlns:a16="http://schemas.microsoft.com/office/drawing/2014/main" id="{4AFAEA94-62B6-4D42-BAB4-6C4F44C95088}"/>
              </a:ext>
            </a:extLst>
          </p:cNvPr>
          <p:cNvSpPr>
            <a:spLocks noGrp="1"/>
          </p:cNvSpPr>
          <p:nvPr/>
        </p:nvSpPr>
        <p:spPr>
          <a:xfrm>
            <a:off x="13115628" y="7191375"/>
            <a:ext cx="43844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T3₃</a:t>
            </a:r>
          </a:p>
        </p:txBody>
      </p:sp>
      <p:sp>
        <p:nvSpPr>
          <p:cNvPr id="107" name="!!source-10-dom-5-3-3-5-11-0-0-0-text-0">
            <a:extLst>
              <a:ext uri="{FF2B5EF4-FFF2-40B4-BE49-F238E27FC236}">
                <a16:creationId xmlns:a16="http://schemas.microsoft.com/office/drawing/2014/main" id="{D24BCD3B-35E8-469A-B01A-CCB99777D7C0}"/>
              </a:ext>
            </a:extLst>
          </p:cNvPr>
          <p:cNvSpPr>
            <a:spLocks noGrp="1"/>
          </p:cNvSpPr>
          <p:nvPr/>
        </p:nvSpPr>
        <p:spPr>
          <a:xfrm>
            <a:off x="14468326" y="4867275"/>
            <a:ext cx="93746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−5.2 kg</a:t>
            </a:r>
          </a:p>
        </p:txBody>
      </p:sp>
      <p:sp>
        <p:nvSpPr>
          <p:cNvPr id="108" name="!!source-10-dom-5-3-3-5-11-1-fill">
            <a:extLst>
              <a:ext uri="{FF2B5EF4-FFF2-40B4-BE49-F238E27FC236}">
                <a16:creationId xmlns:a16="http://schemas.microsoft.com/office/drawing/2014/main" id="{DDCE6567-1ED8-4529-86D1-14C6A8178DFF}"/>
              </a:ext>
            </a:extLst>
          </p:cNvPr>
          <p:cNvSpPr>
            <a:spLocks noGrp="1"/>
          </p:cNvSpPr>
          <p:nvPr/>
        </p:nvSpPr>
        <p:spPr>
          <a:xfrm>
            <a:off x="14159806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!!source-10-dom-5-3-3-5-11-1-outline">
            <a:extLst>
              <a:ext uri="{FF2B5EF4-FFF2-40B4-BE49-F238E27FC236}">
                <a16:creationId xmlns:a16="http://schemas.microsoft.com/office/drawing/2014/main" id="{211F6C83-24C4-46E3-94EB-4BFFB8CE1F3D}"/>
              </a:ext>
            </a:extLst>
          </p:cNvPr>
          <p:cNvSpPr>
            <a:spLocks noGrp="1"/>
          </p:cNvSpPr>
          <p:nvPr/>
        </p:nvSpPr>
        <p:spPr>
          <a:xfrm>
            <a:off x="14174093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0" name="!!source-10-dom-5-3-3-5-11-1-0-fill">
            <a:extLst>
              <a:ext uri="{FF2B5EF4-FFF2-40B4-BE49-F238E27FC236}">
                <a16:creationId xmlns:a16="http://schemas.microsoft.com/office/drawing/2014/main" id="{2B45BDE4-BFC4-407F-84F8-616B28F93311}"/>
              </a:ext>
            </a:extLst>
          </p:cNvPr>
          <p:cNvSpPr>
            <a:spLocks noGrp="1"/>
          </p:cNvSpPr>
          <p:nvPr/>
        </p:nvSpPr>
        <p:spPr>
          <a:xfrm>
            <a:off x="14188380" y="6037064"/>
            <a:ext cx="1449735" cy="1049536"/>
          </a:xfrm>
          <a:custGeom>
            <a:avLst/>
            <a:gdLst/>
            <a:ahLst/>
            <a:cxnLst/>
            <a:rect l="0" t="0" r="0" b="0"/>
            <a:pathLst>
              <a:path w="1449735" h="1049536">
                <a:moveTo>
                  <a:pt x="0" y="0"/>
                </a:moveTo>
                <a:lnTo>
                  <a:pt x="1449735" y="0"/>
                </a:lnTo>
                <a:lnTo>
                  <a:pt x="1449735" y="963811"/>
                </a:lnTo>
                <a:lnTo>
                  <a:pt x="1448088" y="980535"/>
                </a:lnTo>
                <a:lnTo>
                  <a:pt x="1443210" y="996617"/>
                </a:lnTo>
                <a:lnTo>
                  <a:pt x="1435288" y="1011437"/>
                </a:lnTo>
                <a:lnTo>
                  <a:pt x="1424627" y="1024428"/>
                </a:lnTo>
                <a:lnTo>
                  <a:pt x="1411636" y="1035089"/>
                </a:lnTo>
                <a:lnTo>
                  <a:pt x="1396816" y="1043011"/>
                </a:lnTo>
                <a:lnTo>
                  <a:pt x="1380734" y="1047889"/>
                </a:lnTo>
                <a:lnTo>
                  <a:pt x="1364010" y="1049536"/>
                </a:lnTo>
                <a:lnTo>
                  <a:pt x="85725" y="1049536"/>
                </a:lnTo>
                <a:lnTo>
                  <a:pt x="69001" y="1047889"/>
                </a:lnTo>
                <a:lnTo>
                  <a:pt x="52919" y="1043011"/>
                </a:lnTo>
                <a:lnTo>
                  <a:pt x="38099" y="1035089"/>
                </a:lnTo>
                <a:lnTo>
                  <a:pt x="25108" y="1024428"/>
                </a:lnTo>
                <a:lnTo>
                  <a:pt x="14447" y="1011437"/>
                </a:lnTo>
                <a:lnTo>
                  <a:pt x="6525" y="996617"/>
                </a:lnTo>
                <a:lnTo>
                  <a:pt x="1647" y="980535"/>
                </a:lnTo>
                <a:lnTo>
                  <a:pt x="0" y="963811"/>
                </a:lnTo>
                <a:close/>
              </a:path>
            </a:pathLst>
          </a:cu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!!source-10-dom-5-3-3-5-11-2-0-0-text-0">
            <a:extLst>
              <a:ext uri="{FF2B5EF4-FFF2-40B4-BE49-F238E27FC236}">
                <a16:creationId xmlns:a16="http://schemas.microsoft.com/office/drawing/2014/main" id="{644ADC21-1271-460E-BA90-D7BB5DDE6B3B}"/>
              </a:ext>
            </a:extLst>
          </p:cNvPr>
          <p:cNvSpPr>
            <a:spLocks noGrp="1"/>
          </p:cNvSpPr>
          <p:nvPr/>
        </p:nvSpPr>
        <p:spPr>
          <a:xfrm>
            <a:off x="14717762" y="7191375"/>
            <a:ext cx="43844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T3₄</a:t>
            </a:r>
          </a:p>
        </p:txBody>
      </p:sp>
      <p:sp>
        <p:nvSpPr>
          <p:cNvPr id="112" name="!!source-10-dom-5-3-3-5-14-0-0-0-text-0">
            <a:extLst>
              <a:ext uri="{FF2B5EF4-FFF2-40B4-BE49-F238E27FC236}">
                <a16:creationId xmlns:a16="http://schemas.microsoft.com/office/drawing/2014/main" id="{CA433A6E-A76F-4F88-B514-956015A9E6B1}"/>
              </a:ext>
            </a:extLst>
          </p:cNvPr>
          <p:cNvSpPr>
            <a:spLocks noGrp="1"/>
          </p:cNvSpPr>
          <p:nvPr/>
        </p:nvSpPr>
        <p:spPr>
          <a:xfrm>
            <a:off x="16054685" y="4867275"/>
            <a:ext cx="96902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950" b="0" i="0" spc="-5">
                <a:solidFill>
                  <a:srgbClr val="E44646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−6.0 kg</a:t>
            </a:r>
          </a:p>
        </p:txBody>
      </p:sp>
      <p:sp>
        <p:nvSpPr>
          <p:cNvPr id="113" name="!!source-10-dom-5-3-3-5-14-1-fill">
            <a:extLst>
              <a:ext uri="{FF2B5EF4-FFF2-40B4-BE49-F238E27FC236}">
                <a16:creationId xmlns:a16="http://schemas.microsoft.com/office/drawing/2014/main" id="{1099012D-F47E-4356-8A72-D9306C92D48D}"/>
              </a:ext>
            </a:extLst>
          </p:cNvPr>
          <p:cNvSpPr>
            <a:spLocks noGrp="1"/>
          </p:cNvSpPr>
          <p:nvPr/>
        </p:nvSpPr>
        <p:spPr>
          <a:xfrm>
            <a:off x="15761940" y="5248275"/>
            <a:ext cx="1506885" cy="1866900"/>
          </a:xfrm>
          <a:prstGeom prst="roundRect">
            <a:avLst>
              <a:gd name="adj" fmla="val 7585"/>
            </a:avLst>
          </a:prstGeom>
          <a:solidFill>
            <a:srgbClr val="FAF6F3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!!source-10-dom-5-3-3-5-14-1-outline">
            <a:extLst>
              <a:ext uri="{FF2B5EF4-FFF2-40B4-BE49-F238E27FC236}">
                <a16:creationId xmlns:a16="http://schemas.microsoft.com/office/drawing/2014/main" id="{4935DD3B-FDDF-43F7-95C3-9A47D72AE718}"/>
              </a:ext>
            </a:extLst>
          </p:cNvPr>
          <p:cNvSpPr>
            <a:spLocks noGrp="1"/>
          </p:cNvSpPr>
          <p:nvPr/>
        </p:nvSpPr>
        <p:spPr>
          <a:xfrm>
            <a:off x="15776227" y="5262562"/>
            <a:ext cx="1478310" cy="1838325"/>
          </a:xfrm>
          <a:prstGeom prst="roundRect">
            <a:avLst>
              <a:gd name="adj" fmla="val 7732"/>
            </a:avLst>
          </a:prstGeom>
          <a:noFill/>
          <a:ln w="28575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5" name="!!source-10-dom-5-3-3-5-14-1-0-fill">
            <a:extLst>
              <a:ext uri="{FF2B5EF4-FFF2-40B4-BE49-F238E27FC236}">
                <a16:creationId xmlns:a16="http://schemas.microsoft.com/office/drawing/2014/main" id="{A62E1F9A-1715-4D3A-9110-D93A00CC31B9}"/>
              </a:ext>
            </a:extLst>
          </p:cNvPr>
          <p:cNvSpPr>
            <a:spLocks noGrp="1"/>
          </p:cNvSpPr>
          <p:nvPr/>
        </p:nvSpPr>
        <p:spPr>
          <a:xfrm>
            <a:off x="15790515" y="6760964"/>
            <a:ext cx="1449735" cy="325636"/>
          </a:xfrm>
          <a:custGeom>
            <a:avLst/>
            <a:gdLst/>
            <a:ahLst/>
            <a:cxnLst/>
            <a:rect l="0" t="0" r="0" b="0"/>
            <a:pathLst>
              <a:path w="1449735" h="325636">
                <a:moveTo>
                  <a:pt x="0" y="0"/>
                </a:moveTo>
                <a:lnTo>
                  <a:pt x="1449735" y="0"/>
                </a:lnTo>
                <a:lnTo>
                  <a:pt x="1449735" y="239911"/>
                </a:lnTo>
                <a:lnTo>
                  <a:pt x="1448088" y="256635"/>
                </a:lnTo>
                <a:lnTo>
                  <a:pt x="1443210" y="272716"/>
                </a:lnTo>
                <a:lnTo>
                  <a:pt x="1435288" y="287537"/>
                </a:lnTo>
                <a:lnTo>
                  <a:pt x="1424627" y="300528"/>
                </a:lnTo>
                <a:lnTo>
                  <a:pt x="1411636" y="311189"/>
                </a:lnTo>
                <a:lnTo>
                  <a:pt x="1396816" y="319110"/>
                </a:lnTo>
                <a:lnTo>
                  <a:pt x="1380734" y="323989"/>
                </a:lnTo>
                <a:lnTo>
                  <a:pt x="1364010" y="325636"/>
                </a:lnTo>
                <a:lnTo>
                  <a:pt x="85725" y="325636"/>
                </a:lnTo>
                <a:lnTo>
                  <a:pt x="69001" y="323989"/>
                </a:lnTo>
                <a:lnTo>
                  <a:pt x="52919" y="319110"/>
                </a:lnTo>
                <a:lnTo>
                  <a:pt x="38099" y="311189"/>
                </a:lnTo>
                <a:lnTo>
                  <a:pt x="25108" y="300528"/>
                </a:lnTo>
                <a:lnTo>
                  <a:pt x="14447" y="287537"/>
                </a:lnTo>
                <a:lnTo>
                  <a:pt x="6525" y="272716"/>
                </a:lnTo>
                <a:lnTo>
                  <a:pt x="1647" y="256635"/>
                </a:lnTo>
                <a:lnTo>
                  <a:pt x="0" y="239911"/>
                </a:lnTo>
                <a:close/>
              </a:path>
            </a:pathLst>
          </a:cu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6" name="!!source-10-dom-5-3-3-5-14-2-0-0-text-0">
            <a:extLst>
              <a:ext uri="{FF2B5EF4-FFF2-40B4-BE49-F238E27FC236}">
                <a16:creationId xmlns:a16="http://schemas.microsoft.com/office/drawing/2014/main" id="{9347DE64-7991-40C8-87D6-D5E082D26D28}"/>
              </a:ext>
            </a:extLst>
          </p:cNvPr>
          <p:cNvSpPr>
            <a:spLocks noGrp="1"/>
          </p:cNvSpPr>
          <p:nvPr/>
        </p:nvSpPr>
        <p:spPr>
          <a:xfrm>
            <a:off x="16373326" y="7191375"/>
            <a:ext cx="33173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T4</a:t>
            </a:r>
          </a:p>
        </p:txBody>
      </p:sp>
      <p:sp>
        <p:nvSpPr>
          <p:cNvPr id="117" name="!!source-10-dom-5-3-3-7-0-text-0">
            <a:extLst>
              <a:ext uri="{FF2B5EF4-FFF2-40B4-BE49-F238E27FC236}">
                <a16:creationId xmlns:a16="http://schemas.microsoft.com/office/drawing/2014/main" id="{9B1D9507-9ED4-4CEB-992E-58100989E682}"/>
              </a:ext>
            </a:extLst>
          </p:cNvPr>
          <p:cNvSpPr>
            <a:spLocks noGrp="1"/>
          </p:cNvSpPr>
          <p:nvPr/>
        </p:nvSpPr>
        <p:spPr>
          <a:xfrm>
            <a:off x="9382124" y="7667625"/>
            <a:ext cx="3551486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Horizon rolls: tanks moved, </a:t>
            </a:r>
          </a:p>
        </p:txBody>
      </p:sp>
      <p:sp>
        <p:nvSpPr>
          <p:cNvPr id="118" name="!!source-10-dom-5-3-3-7-1-0-text-0">
            <a:extLst>
              <a:ext uri="{FF2B5EF4-FFF2-40B4-BE49-F238E27FC236}">
                <a16:creationId xmlns:a16="http://schemas.microsoft.com/office/drawing/2014/main" id="{FC9CE912-CBB4-4B13-BCFA-1BDF3EB81D8C}"/>
              </a:ext>
            </a:extLst>
          </p:cNvPr>
          <p:cNvSpPr>
            <a:spLocks noGrp="1"/>
          </p:cNvSpPr>
          <p:nvPr/>
        </p:nvSpPr>
        <p:spPr>
          <a:xfrm>
            <a:off x="12885985" y="7667625"/>
            <a:ext cx="3082827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selection re-optimised</a:t>
            </a:r>
          </a:p>
        </p:txBody>
      </p:sp>
      <p:sp>
        <p:nvSpPr>
          <p:cNvPr id="119" name="!!source-10-dom-5-3-3-7-2-text-0">
            <a:extLst>
              <a:ext uri="{FF2B5EF4-FFF2-40B4-BE49-F238E27FC236}">
                <a16:creationId xmlns:a16="http://schemas.microsoft.com/office/drawing/2014/main" id="{B142B559-DC34-47E5-91F4-B1570B3A9043}"/>
              </a:ext>
            </a:extLst>
          </p:cNvPr>
          <p:cNvSpPr>
            <a:spLocks noGrp="1"/>
          </p:cNvSpPr>
          <p:nvPr/>
        </p:nvSpPr>
        <p:spPr>
          <a:xfrm>
            <a:off x="15921187" y="7667625"/>
            <a:ext cx="102245" cy="314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,</a:t>
            </a:r>
          </a:p>
        </p:txBody>
      </p:sp>
      <p:sp>
        <p:nvSpPr>
          <p:cNvPr id="120" name="!!source-10-dom-5-3-3-7-2-text-1">
            <a:extLst>
              <a:ext uri="{FF2B5EF4-FFF2-40B4-BE49-F238E27FC236}">
                <a16:creationId xmlns:a16="http://schemas.microsoft.com/office/drawing/2014/main" id="{4E2FC18F-9E8A-40E9-81F4-2C85F375D795}"/>
              </a:ext>
            </a:extLst>
          </p:cNvPr>
          <p:cNvSpPr>
            <a:spLocks noGrp="1"/>
          </p:cNvSpPr>
          <p:nvPr/>
        </p:nvSpPr>
        <p:spPr>
          <a:xfrm>
            <a:off x="9382124" y="8027640"/>
            <a:ext cx="2607321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>
                <a:solidFill>
                  <a:srgbClr val="4E2E1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commitments kept.</a:t>
            </a:r>
          </a:p>
        </p:txBody>
      </p:sp>
      <p:pic>
        <p:nvPicPr>
          <p:cNvPr id="248" name="!!source-10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249" name="!!source-10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  <p:sp>
        <p:nvSpPr>
          <p:cNvPr id="124" name="!!source-10-dom-5-1-3-23-0-0-text-0">
            <a:extLst>
              <a:ext uri="{FF2B5EF4-FFF2-40B4-BE49-F238E27FC236}">
                <a16:creationId xmlns:a16="http://schemas.microsoft.com/office/drawing/2014/main" id="{9807BAC7-60C6-446D-BA34-F69EA314C536}"/>
              </a:ext>
            </a:extLst>
          </p:cNvPr>
          <p:cNvSpPr>
            <a:spLocks noGrp="1"/>
          </p:cNvSpPr>
          <p:nvPr/>
        </p:nvSpPr>
        <p:spPr>
          <a:xfrm>
            <a:off x="5963543" y="2976562"/>
            <a:ext cx="3147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V1</a:t>
            </a:r>
          </a:p>
        </p:txBody>
      </p:sp>
      <p:sp>
        <p:nvSpPr>
          <p:cNvPr id="125" name="!!source-10-dom-5-1-3-38-0-0-text-0">
            <a:extLst>
              <a:ext uri="{FF2B5EF4-FFF2-40B4-BE49-F238E27FC236}">
                <a16:creationId xmlns:a16="http://schemas.microsoft.com/office/drawing/2014/main" id="{8A5317D0-5FF5-48D5-BCCB-54BD64F1958D}"/>
              </a:ext>
            </a:extLst>
          </p:cNvPr>
          <p:cNvSpPr>
            <a:spLocks noGrp="1"/>
          </p:cNvSpPr>
          <p:nvPr/>
        </p:nvSpPr>
        <p:spPr>
          <a:xfrm>
            <a:off x="9329737" y="2976562"/>
            <a:ext cx="35317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V2</a:t>
            </a:r>
          </a:p>
        </p:txBody>
      </p:sp>
      <p:sp>
        <p:nvSpPr>
          <p:cNvPr id="126" name="!!source-10-dom-5-1-3-56-0-0-text-0">
            <a:extLst>
              <a:ext uri="{FF2B5EF4-FFF2-40B4-BE49-F238E27FC236}">
                <a16:creationId xmlns:a16="http://schemas.microsoft.com/office/drawing/2014/main" id="{DA384FB3-407B-46D9-ABC0-776EB46C7485}"/>
              </a:ext>
            </a:extLst>
          </p:cNvPr>
          <p:cNvSpPr>
            <a:spLocks noGrp="1"/>
          </p:cNvSpPr>
          <p:nvPr/>
        </p:nvSpPr>
        <p:spPr>
          <a:xfrm>
            <a:off x="13391406" y="2976562"/>
            <a:ext cx="35451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-4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V3</a:t>
            </a:r>
          </a:p>
        </p:txBody>
      </p:sp>
      <p:sp>
        <p:nvSpPr>
          <p:cNvPr id="127" name="!!source-10-dom-5-1-5-23-0-0-text-0">
            <a:extLst>
              <a:ext uri="{FF2B5EF4-FFF2-40B4-BE49-F238E27FC236}">
                <a16:creationId xmlns:a16="http://schemas.microsoft.com/office/drawing/2014/main" id="{20E46B06-36D4-4711-ADE1-E1101C542D01}"/>
              </a:ext>
            </a:extLst>
          </p:cNvPr>
          <p:cNvSpPr>
            <a:spLocks noGrp="1"/>
          </p:cNvSpPr>
          <p:nvPr/>
        </p:nvSpPr>
        <p:spPr>
          <a:xfrm>
            <a:off x="6689277" y="3533775"/>
            <a:ext cx="178072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3200" b="1" i="0" spc="-4" dirty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▲</a:t>
            </a:r>
            <a:r>
              <a:rPr sz="1800" b="1" i="0" spc="-4" dirty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observing </a:t>
            </a:r>
            <a:r>
              <a:rPr lang="es-ES" sz="1800" b="1" i="0" spc="-4" dirty="0" err="1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past</a:t>
            </a:r>
            <a:r>
              <a:rPr lang="es-ES" sz="1800" b="1" i="0" spc="-4" dirty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800" b="1" i="0" spc="-4" dirty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V1</a:t>
            </a:r>
          </a:p>
        </p:txBody>
      </p:sp>
    </p:spTree>
    <p:extLst>
      <p:ext uri="{BB962C8B-B14F-4D97-AF65-F5344CB8AC3E}">
        <p14:creationId xmlns:p14="http://schemas.microsoft.com/office/powerpoint/2010/main" val="1031410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!!source-11-dom-fill">
            <a:extLst>
              <a:ext uri="{FF2B5EF4-FFF2-40B4-BE49-F238E27FC236}">
                <a16:creationId xmlns:a16="http://schemas.microsoft.com/office/drawing/2014/main" id="{C9808351-EEA9-424B-956C-EF357F6F0D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11-dom-1-0-0-0-text-0">
            <a:extLst>
              <a:ext uri="{FF2B5EF4-FFF2-40B4-BE49-F238E27FC236}">
                <a16:creationId xmlns:a16="http://schemas.microsoft.com/office/drawing/2014/main" id="{4C68B580-FD80-4E66-901C-20F5F1755437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11-dom-1-0-1-0-text-0">
            <a:extLst>
              <a:ext uri="{FF2B5EF4-FFF2-40B4-BE49-F238E27FC236}">
                <a16:creationId xmlns:a16="http://schemas.microsoft.com/office/drawing/2014/main" id="{B45C6343-7D0B-4109-A793-328CB3F97574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11-dom-1-0-2-0-text-0">
            <a:extLst>
              <a:ext uri="{FF2B5EF4-FFF2-40B4-BE49-F238E27FC236}">
                <a16:creationId xmlns:a16="http://schemas.microsoft.com/office/drawing/2014/main" id="{13D71ED5-0BF0-4198-B184-0C59EBF793EA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5" name="!!source-11-dom-1-0-3-0-text-0">
            <a:extLst>
              <a:ext uri="{FF2B5EF4-FFF2-40B4-BE49-F238E27FC236}">
                <a16:creationId xmlns:a16="http://schemas.microsoft.com/office/drawing/2014/main" id="{091A664A-4E6A-4F79-AFAF-1932729B41F2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6" name="!!source-11-dom-1-0-4-border-Bottom">
            <a:extLst>
              <a:ext uri="{FF2B5EF4-FFF2-40B4-BE49-F238E27FC236}">
                <a16:creationId xmlns:a16="http://schemas.microsoft.com/office/drawing/2014/main" id="{50407FBD-36BC-40F2-97DD-652B289C0AF4}"/>
              </a:ext>
            </a:extLst>
          </p:cNvPr>
          <p:cNvSpPr>
            <a:spLocks noGrp="1"/>
          </p:cNvSpPr>
          <p:nvPr/>
        </p:nvSpPr>
        <p:spPr>
          <a:xfrm>
            <a:off x="7703046" y="690562"/>
            <a:ext cx="1045071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!!source-11-dom-1-0-4-0-text-0">
            <a:extLst>
              <a:ext uri="{FF2B5EF4-FFF2-40B4-BE49-F238E27FC236}">
                <a16:creationId xmlns:a16="http://schemas.microsoft.com/office/drawing/2014/main" id="{2A19DF7F-72E0-4B7D-A699-DEC124494091}"/>
              </a:ext>
            </a:extLst>
          </p:cNvPr>
          <p:cNvSpPr>
            <a:spLocks noGrp="1"/>
          </p:cNvSpPr>
          <p:nvPr/>
        </p:nvSpPr>
        <p:spPr>
          <a:xfrm>
            <a:off x="7703046" y="381000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11-dom-1-0-5-0-text-0">
            <a:extLst>
              <a:ext uri="{FF2B5EF4-FFF2-40B4-BE49-F238E27FC236}">
                <a16:creationId xmlns:a16="http://schemas.microsoft.com/office/drawing/2014/main" id="{322B0145-D1A2-4397-B3E9-8CF123F1B06D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11-dom-1-1-0-text-0">
            <a:extLst>
              <a:ext uri="{FF2B5EF4-FFF2-40B4-BE49-F238E27FC236}">
                <a16:creationId xmlns:a16="http://schemas.microsoft.com/office/drawing/2014/main" id="{C5E9CFE6-E4B5-48E9-958B-F289D3D6FC75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12 / 17</a:t>
            </a:r>
          </a:p>
        </p:txBody>
      </p:sp>
      <p:sp>
        <p:nvSpPr>
          <p:cNvPr id="10" name="!!source-11-dom-3-0-0-text-0">
            <a:extLst>
              <a:ext uri="{FF2B5EF4-FFF2-40B4-BE49-F238E27FC236}">
                <a16:creationId xmlns:a16="http://schemas.microsoft.com/office/drawing/2014/main" id="{474EB8C3-D3CE-44BA-BD66-A73BB64ABBA8}"/>
              </a:ext>
            </a:extLst>
          </p:cNvPr>
          <p:cNvSpPr>
            <a:spLocks noGrp="1"/>
          </p:cNvSpPr>
          <p:nvPr/>
        </p:nvSpPr>
        <p:spPr>
          <a:xfrm>
            <a:off x="1047750" y="1181100"/>
            <a:ext cx="4813697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A preliminary case</a:t>
            </a:r>
          </a:p>
        </p:txBody>
      </p:sp>
      <p:sp>
        <p:nvSpPr>
          <p:cNvPr id="11" name="!!source-11-dom-3-1-0-text-0">
            <a:extLst>
              <a:ext uri="{FF2B5EF4-FFF2-40B4-BE49-F238E27FC236}">
                <a16:creationId xmlns:a16="http://schemas.microsoft.com/office/drawing/2014/main" id="{76F5C333-0AF7-4391-8D75-5BAFDB1E8206}"/>
              </a:ext>
            </a:extLst>
          </p:cNvPr>
          <p:cNvSpPr>
            <a:spLocks noGrp="1"/>
          </p:cNvSpPr>
          <p:nvPr/>
        </p:nvSpPr>
        <p:spPr>
          <a:xfrm>
            <a:off x="1047750" y="2019300"/>
            <a:ext cx="7682359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 short synthetic showcase, deterministic closed loop</a:t>
            </a:r>
          </a:p>
        </p:txBody>
      </p:sp>
      <p:sp>
        <p:nvSpPr>
          <p:cNvPr id="12" name="!!source-11-dom-5-1-1-0-0-text-0">
            <a:extLst>
              <a:ext uri="{FF2B5EF4-FFF2-40B4-BE49-F238E27FC236}">
                <a16:creationId xmlns:a16="http://schemas.microsoft.com/office/drawing/2014/main" id="{C0651137-E2B8-4411-81E7-43712AE397F5}"/>
              </a:ext>
            </a:extLst>
          </p:cNvPr>
          <p:cNvSpPr>
            <a:spLocks noGrp="1"/>
          </p:cNvSpPr>
          <p:nvPr/>
        </p:nvSpPr>
        <p:spPr>
          <a:xfrm>
            <a:off x="1047750" y="4910137"/>
            <a:ext cx="1070521" cy="952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6300" b="0" i="0">
                <a:solidFill>
                  <a:srgbClr val="F5A3A3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6300" b="0" i="0" spc="-15">
                <a:solidFill>
                  <a:srgbClr val="F5A3A3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6 h</a:t>
            </a:r>
          </a:p>
        </p:txBody>
      </p:sp>
      <p:sp>
        <p:nvSpPr>
          <p:cNvPr id="13" name="!!source-11-dom-5-1-1-1-0-text-0">
            <a:extLst>
              <a:ext uri="{FF2B5EF4-FFF2-40B4-BE49-F238E27FC236}">
                <a16:creationId xmlns:a16="http://schemas.microsoft.com/office/drawing/2014/main" id="{F3D09E79-DB3A-4594-90A5-18CAF4286F03}"/>
              </a:ext>
            </a:extLst>
          </p:cNvPr>
          <p:cNvSpPr>
            <a:spLocks noGrp="1"/>
          </p:cNvSpPr>
          <p:nvPr/>
        </p:nvSpPr>
        <p:spPr>
          <a:xfrm>
            <a:off x="2356396" y="5310188"/>
            <a:ext cx="553432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winter afternoon, PV fading before the</a:t>
            </a:r>
          </a:p>
        </p:txBody>
      </p:sp>
      <p:sp>
        <p:nvSpPr>
          <p:cNvPr id="14" name="!!source-11-dom-5-1-1-1-0-text-1">
            <a:extLst>
              <a:ext uri="{FF2B5EF4-FFF2-40B4-BE49-F238E27FC236}">
                <a16:creationId xmlns:a16="http://schemas.microsoft.com/office/drawing/2014/main" id="{36E6EC14-AF5F-4EB3-9290-BBE473578248}"/>
              </a:ext>
            </a:extLst>
          </p:cNvPr>
          <p:cNvSpPr>
            <a:spLocks noGrp="1"/>
          </p:cNvSpPr>
          <p:nvPr/>
        </p:nvSpPr>
        <p:spPr>
          <a:xfrm>
            <a:off x="2356396" y="5662613"/>
            <a:ext cx="105176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arrivals</a:t>
            </a:r>
          </a:p>
        </p:txBody>
      </p:sp>
      <p:sp>
        <p:nvSpPr>
          <p:cNvPr id="15" name="!!source-11-dom-5-1-3-0-0-text-0">
            <a:extLst>
              <a:ext uri="{FF2B5EF4-FFF2-40B4-BE49-F238E27FC236}">
                <a16:creationId xmlns:a16="http://schemas.microsoft.com/office/drawing/2014/main" id="{DD69D15C-DDA0-42AA-8668-B63ECE9262CA}"/>
              </a:ext>
            </a:extLst>
          </p:cNvPr>
          <p:cNvSpPr>
            <a:spLocks noGrp="1"/>
          </p:cNvSpPr>
          <p:nvPr/>
        </p:nvSpPr>
        <p:spPr>
          <a:xfrm>
            <a:off x="1047750" y="6415087"/>
            <a:ext cx="468809" cy="952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6300" b="0" i="0">
                <a:solidFill>
                  <a:srgbClr val="F5A3A3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6300" b="0" i="0" spc="-15">
                <a:solidFill>
                  <a:srgbClr val="F5A3A3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3</a:t>
            </a:r>
          </a:p>
        </p:txBody>
      </p:sp>
      <p:sp>
        <p:nvSpPr>
          <p:cNvPr id="16" name="!!source-11-dom-5-1-3-1-0-text-0">
            <a:extLst>
              <a:ext uri="{FF2B5EF4-FFF2-40B4-BE49-F238E27FC236}">
                <a16:creationId xmlns:a16="http://schemas.microsoft.com/office/drawing/2014/main" id="{91E3FD37-F4AC-4D8D-B6E6-DAC16AD4C96F}"/>
              </a:ext>
            </a:extLst>
          </p:cNvPr>
          <p:cNvSpPr>
            <a:spLocks noGrp="1"/>
          </p:cNvSpPr>
          <p:nvPr/>
        </p:nvSpPr>
        <p:spPr>
          <a:xfrm>
            <a:off x="1754684" y="6815137"/>
            <a:ext cx="7080647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bookings placed while PV is up, arrivals after dark</a:t>
            </a:r>
          </a:p>
        </p:txBody>
      </p:sp>
      <p:sp>
        <p:nvSpPr>
          <p:cNvPr id="17" name="!!source-11-dom-5-3-1-0-0-text-0">
            <a:extLst>
              <a:ext uri="{FF2B5EF4-FFF2-40B4-BE49-F238E27FC236}">
                <a16:creationId xmlns:a16="http://schemas.microsoft.com/office/drawing/2014/main" id="{5596E650-98C6-48BF-A2F2-E3D34361B016}"/>
              </a:ext>
            </a:extLst>
          </p:cNvPr>
          <p:cNvSpPr>
            <a:spLocks noGrp="1"/>
          </p:cNvSpPr>
          <p:nvPr/>
        </p:nvSpPr>
        <p:spPr>
          <a:xfrm>
            <a:off x="9658350" y="4514850"/>
            <a:ext cx="77405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Client</a:t>
            </a:r>
          </a:p>
        </p:txBody>
      </p:sp>
      <p:sp>
        <p:nvSpPr>
          <p:cNvPr id="18" name="!!source-11-dom-5-3-1-1-0-text-0">
            <a:extLst>
              <a:ext uri="{FF2B5EF4-FFF2-40B4-BE49-F238E27FC236}">
                <a16:creationId xmlns:a16="http://schemas.microsoft.com/office/drawing/2014/main" id="{17535711-D809-4E3D-B393-C3E3C4FDE7B7}"/>
              </a:ext>
            </a:extLst>
          </p:cNvPr>
          <p:cNvSpPr>
            <a:spLocks noGrp="1"/>
          </p:cNvSpPr>
          <p:nvPr/>
        </p:nvSpPr>
        <p:spPr>
          <a:xfrm>
            <a:off x="11525250" y="4514850"/>
            <a:ext cx="1081682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Request</a:t>
            </a:r>
          </a:p>
        </p:txBody>
      </p:sp>
      <p:sp>
        <p:nvSpPr>
          <p:cNvPr id="19" name="!!source-11-dom-5-3-1-2-0-text-0">
            <a:extLst>
              <a:ext uri="{FF2B5EF4-FFF2-40B4-BE49-F238E27FC236}">
                <a16:creationId xmlns:a16="http://schemas.microsoft.com/office/drawing/2014/main" id="{87749CF0-94A4-42B4-9E27-D7F888043A92}"/>
              </a:ext>
            </a:extLst>
          </p:cNvPr>
          <p:cNvSpPr>
            <a:spLocks noGrp="1"/>
          </p:cNvSpPr>
          <p:nvPr/>
        </p:nvSpPr>
        <p:spPr>
          <a:xfrm>
            <a:off x="13392151" y="4514850"/>
            <a:ext cx="65142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Lead</a:t>
            </a:r>
          </a:p>
        </p:txBody>
      </p:sp>
      <p:sp>
        <p:nvSpPr>
          <p:cNvPr id="20" name="!!source-11-dom-5-3-1-3-0-text-0">
            <a:extLst>
              <a:ext uri="{FF2B5EF4-FFF2-40B4-BE49-F238E27FC236}">
                <a16:creationId xmlns:a16="http://schemas.microsoft.com/office/drawing/2014/main" id="{D6807BE8-1A93-46A7-AA3E-9DDF72E59A82}"/>
              </a:ext>
            </a:extLst>
          </p:cNvPr>
          <p:cNvSpPr>
            <a:spLocks noGrp="1"/>
          </p:cNvSpPr>
          <p:nvPr/>
        </p:nvSpPr>
        <p:spPr>
          <a:xfrm>
            <a:off x="15259049" y="4514850"/>
            <a:ext cx="82852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Arrival</a:t>
            </a:r>
          </a:p>
        </p:txBody>
      </p:sp>
      <p:sp>
        <p:nvSpPr>
          <p:cNvPr id="21" name="!!source-11-dom-5-3-3-fill">
            <a:extLst>
              <a:ext uri="{FF2B5EF4-FFF2-40B4-BE49-F238E27FC236}">
                <a16:creationId xmlns:a16="http://schemas.microsoft.com/office/drawing/2014/main" id="{3817716F-E1BB-4C44-95E5-DBD9945B71A6}"/>
              </a:ext>
            </a:extLst>
          </p:cNvPr>
          <p:cNvSpPr>
            <a:spLocks noGrp="1"/>
          </p:cNvSpPr>
          <p:nvPr/>
        </p:nvSpPr>
        <p:spPr>
          <a:xfrm>
            <a:off x="9429750" y="4972050"/>
            <a:ext cx="7810500" cy="828675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!!source-11-dom-5-3-3-outline">
            <a:extLst>
              <a:ext uri="{FF2B5EF4-FFF2-40B4-BE49-F238E27FC236}">
                <a16:creationId xmlns:a16="http://schemas.microsoft.com/office/drawing/2014/main" id="{85C6D1FA-62C1-45A5-8F43-868C3D2863EE}"/>
              </a:ext>
            </a:extLst>
          </p:cNvPr>
          <p:cNvSpPr>
            <a:spLocks noGrp="1"/>
          </p:cNvSpPr>
          <p:nvPr/>
        </p:nvSpPr>
        <p:spPr>
          <a:xfrm>
            <a:off x="9439275" y="4981575"/>
            <a:ext cx="7791450" cy="809625"/>
          </a:xfrm>
          <a:prstGeom prst="rect">
            <a:avLst/>
          </a:prstGeom>
          <a:noFill/>
          <a:ln w="190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!!source-11-dom-5-3-3-0-0-text-0">
            <a:extLst>
              <a:ext uri="{FF2B5EF4-FFF2-40B4-BE49-F238E27FC236}">
                <a16:creationId xmlns:a16="http://schemas.microsoft.com/office/drawing/2014/main" id="{CB4E943C-81B6-400B-B6B4-3535E99E8421}"/>
              </a:ext>
            </a:extLst>
          </p:cNvPr>
          <p:cNvSpPr>
            <a:spLocks noGrp="1"/>
          </p:cNvSpPr>
          <p:nvPr/>
        </p:nvSpPr>
        <p:spPr>
          <a:xfrm>
            <a:off x="9677399" y="5200650"/>
            <a:ext cx="40377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 spc="-6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V1</a:t>
            </a:r>
          </a:p>
        </p:txBody>
      </p:sp>
      <p:sp>
        <p:nvSpPr>
          <p:cNvPr id="24" name="!!source-11-dom-5-3-3-1-0-text-0">
            <a:extLst>
              <a:ext uri="{FF2B5EF4-FFF2-40B4-BE49-F238E27FC236}">
                <a16:creationId xmlns:a16="http://schemas.microsoft.com/office/drawing/2014/main" id="{E2734B78-42E5-42EA-B453-5998FA9E0844}"/>
              </a:ext>
            </a:extLst>
          </p:cNvPr>
          <p:cNvSpPr>
            <a:spLocks noGrp="1"/>
          </p:cNvSpPr>
          <p:nvPr/>
        </p:nvSpPr>
        <p:spPr>
          <a:xfrm>
            <a:off x="11534776" y="5200650"/>
            <a:ext cx="807838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16 kg</a:t>
            </a:r>
          </a:p>
        </p:txBody>
      </p:sp>
      <p:sp>
        <p:nvSpPr>
          <p:cNvPr id="25" name="!!source-11-dom-5-3-3-2-0-text-0">
            <a:extLst>
              <a:ext uri="{FF2B5EF4-FFF2-40B4-BE49-F238E27FC236}">
                <a16:creationId xmlns:a16="http://schemas.microsoft.com/office/drawing/2014/main" id="{BA8C4121-3F5B-4A26-A052-840C253CD779}"/>
              </a:ext>
            </a:extLst>
          </p:cNvPr>
          <p:cNvSpPr>
            <a:spLocks noGrp="1"/>
          </p:cNvSpPr>
          <p:nvPr/>
        </p:nvSpPr>
        <p:spPr>
          <a:xfrm>
            <a:off x="13392151" y="5200650"/>
            <a:ext cx="1223962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210 min</a:t>
            </a:r>
          </a:p>
        </p:txBody>
      </p:sp>
      <p:sp>
        <p:nvSpPr>
          <p:cNvPr id="26" name="!!source-11-dom-5-3-3-3-0-text-0">
            <a:extLst>
              <a:ext uri="{FF2B5EF4-FFF2-40B4-BE49-F238E27FC236}">
                <a16:creationId xmlns:a16="http://schemas.microsoft.com/office/drawing/2014/main" id="{4BCD9EC6-F668-4F76-A283-9FD11174E946}"/>
              </a:ext>
            </a:extLst>
          </p:cNvPr>
          <p:cNvSpPr>
            <a:spLocks noGrp="1"/>
          </p:cNvSpPr>
          <p:nvPr/>
        </p:nvSpPr>
        <p:spPr>
          <a:xfrm>
            <a:off x="15249526" y="5200650"/>
            <a:ext cx="820341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18:00</a:t>
            </a:r>
          </a:p>
        </p:txBody>
      </p:sp>
      <p:sp>
        <p:nvSpPr>
          <p:cNvPr id="27" name="!!source-11-dom-5-3-5-fill">
            <a:extLst>
              <a:ext uri="{FF2B5EF4-FFF2-40B4-BE49-F238E27FC236}">
                <a16:creationId xmlns:a16="http://schemas.microsoft.com/office/drawing/2014/main" id="{45B04CFB-CD28-47BE-937E-0403DDA9E6CC}"/>
              </a:ext>
            </a:extLst>
          </p:cNvPr>
          <p:cNvSpPr>
            <a:spLocks noGrp="1"/>
          </p:cNvSpPr>
          <p:nvPr/>
        </p:nvSpPr>
        <p:spPr>
          <a:xfrm>
            <a:off x="9429750" y="5953125"/>
            <a:ext cx="7810500" cy="828675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!!source-11-dom-5-3-5-outline">
            <a:extLst>
              <a:ext uri="{FF2B5EF4-FFF2-40B4-BE49-F238E27FC236}">
                <a16:creationId xmlns:a16="http://schemas.microsoft.com/office/drawing/2014/main" id="{7E67957D-2137-4139-B59E-FF0225E29AAB}"/>
              </a:ext>
            </a:extLst>
          </p:cNvPr>
          <p:cNvSpPr>
            <a:spLocks noGrp="1"/>
          </p:cNvSpPr>
          <p:nvPr/>
        </p:nvSpPr>
        <p:spPr>
          <a:xfrm>
            <a:off x="9439275" y="5962650"/>
            <a:ext cx="7791450" cy="809625"/>
          </a:xfrm>
          <a:prstGeom prst="rect">
            <a:avLst/>
          </a:prstGeom>
          <a:noFill/>
          <a:ln w="190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11-dom-5-3-5-0-0-text-0">
            <a:extLst>
              <a:ext uri="{FF2B5EF4-FFF2-40B4-BE49-F238E27FC236}">
                <a16:creationId xmlns:a16="http://schemas.microsoft.com/office/drawing/2014/main" id="{62988887-7573-4685-B883-E952AE2475E3}"/>
              </a:ext>
            </a:extLst>
          </p:cNvPr>
          <p:cNvSpPr>
            <a:spLocks noGrp="1"/>
          </p:cNvSpPr>
          <p:nvPr/>
        </p:nvSpPr>
        <p:spPr>
          <a:xfrm>
            <a:off x="9677399" y="6181725"/>
            <a:ext cx="454969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 spc="-6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V2</a:t>
            </a:r>
          </a:p>
        </p:txBody>
      </p:sp>
      <p:sp>
        <p:nvSpPr>
          <p:cNvPr id="30" name="!!source-11-dom-5-3-5-1-0-text-0">
            <a:extLst>
              <a:ext uri="{FF2B5EF4-FFF2-40B4-BE49-F238E27FC236}">
                <a16:creationId xmlns:a16="http://schemas.microsoft.com/office/drawing/2014/main" id="{C480431E-9715-4C48-895D-F3164E93C03A}"/>
              </a:ext>
            </a:extLst>
          </p:cNvPr>
          <p:cNvSpPr>
            <a:spLocks noGrp="1"/>
          </p:cNvSpPr>
          <p:nvPr/>
        </p:nvSpPr>
        <p:spPr>
          <a:xfrm>
            <a:off x="11534776" y="6181725"/>
            <a:ext cx="823763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14 kg</a:t>
            </a:r>
          </a:p>
        </p:txBody>
      </p:sp>
      <p:sp>
        <p:nvSpPr>
          <p:cNvPr id="31" name="!!source-11-dom-5-3-5-2-0-text-0">
            <a:extLst>
              <a:ext uri="{FF2B5EF4-FFF2-40B4-BE49-F238E27FC236}">
                <a16:creationId xmlns:a16="http://schemas.microsoft.com/office/drawing/2014/main" id="{4B273123-02E8-4232-B783-711CB2B5291D}"/>
              </a:ext>
            </a:extLst>
          </p:cNvPr>
          <p:cNvSpPr>
            <a:spLocks noGrp="1"/>
          </p:cNvSpPr>
          <p:nvPr/>
        </p:nvSpPr>
        <p:spPr>
          <a:xfrm>
            <a:off x="13392151" y="6181725"/>
            <a:ext cx="1223962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210 min</a:t>
            </a:r>
          </a:p>
        </p:txBody>
      </p:sp>
      <p:sp>
        <p:nvSpPr>
          <p:cNvPr id="32" name="!!source-11-dom-5-3-5-3-0-text-0">
            <a:extLst>
              <a:ext uri="{FF2B5EF4-FFF2-40B4-BE49-F238E27FC236}">
                <a16:creationId xmlns:a16="http://schemas.microsoft.com/office/drawing/2014/main" id="{4D326C20-A6D8-4B67-9D41-909053498C1B}"/>
              </a:ext>
            </a:extLst>
          </p:cNvPr>
          <p:cNvSpPr>
            <a:spLocks noGrp="1"/>
          </p:cNvSpPr>
          <p:nvPr/>
        </p:nvSpPr>
        <p:spPr>
          <a:xfrm>
            <a:off x="15249526" y="6181725"/>
            <a:ext cx="790426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18:30</a:t>
            </a:r>
          </a:p>
        </p:txBody>
      </p:sp>
      <p:sp>
        <p:nvSpPr>
          <p:cNvPr id="33" name="!!source-11-dom-5-3-7-fill">
            <a:extLst>
              <a:ext uri="{FF2B5EF4-FFF2-40B4-BE49-F238E27FC236}">
                <a16:creationId xmlns:a16="http://schemas.microsoft.com/office/drawing/2014/main" id="{5F6B9C24-A681-4CBD-9C5B-40CBB9A0D662}"/>
              </a:ext>
            </a:extLst>
          </p:cNvPr>
          <p:cNvSpPr>
            <a:spLocks noGrp="1"/>
          </p:cNvSpPr>
          <p:nvPr/>
        </p:nvSpPr>
        <p:spPr>
          <a:xfrm>
            <a:off x="9429750" y="6934200"/>
            <a:ext cx="7810500" cy="828675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!!source-11-dom-5-3-7-outline">
            <a:extLst>
              <a:ext uri="{FF2B5EF4-FFF2-40B4-BE49-F238E27FC236}">
                <a16:creationId xmlns:a16="http://schemas.microsoft.com/office/drawing/2014/main" id="{DF16F5DF-DEF5-4DA6-A950-86EB3933B7C0}"/>
              </a:ext>
            </a:extLst>
          </p:cNvPr>
          <p:cNvSpPr>
            <a:spLocks noGrp="1"/>
          </p:cNvSpPr>
          <p:nvPr/>
        </p:nvSpPr>
        <p:spPr>
          <a:xfrm>
            <a:off x="9439275" y="6943725"/>
            <a:ext cx="7791450" cy="809625"/>
          </a:xfrm>
          <a:prstGeom prst="rect">
            <a:avLst/>
          </a:prstGeom>
          <a:noFill/>
          <a:ln w="190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!!source-11-dom-5-3-7-0-0-text-0">
            <a:extLst>
              <a:ext uri="{FF2B5EF4-FFF2-40B4-BE49-F238E27FC236}">
                <a16:creationId xmlns:a16="http://schemas.microsoft.com/office/drawing/2014/main" id="{8DEB5FEA-05CA-4B79-BA74-75151D2BC157}"/>
              </a:ext>
            </a:extLst>
          </p:cNvPr>
          <p:cNvSpPr>
            <a:spLocks noGrp="1"/>
          </p:cNvSpPr>
          <p:nvPr/>
        </p:nvSpPr>
        <p:spPr>
          <a:xfrm>
            <a:off x="9677399" y="7162800"/>
            <a:ext cx="456754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 spc="-6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V3</a:t>
            </a:r>
          </a:p>
        </p:txBody>
      </p:sp>
      <p:sp>
        <p:nvSpPr>
          <p:cNvPr id="36" name="!!source-11-dom-5-3-7-1-0-text-0">
            <a:extLst>
              <a:ext uri="{FF2B5EF4-FFF2-40B4-BE49-F238E27FC236}">
                <a16:creationId xmlns:a16="http://schemas.microsoft.com/office/drawing/2014/main" id="{88572E6B-D4C1-4E63-914B-C93382F78D55}"/>
              </a:ext>
            </a:extLst>
          </p:cNvPr>
          <p:cNvSpPr>
            <a:spLocks noGrp="1"/>
          </p:cNvSpPr>
          <p:nvPr/>
        </p:nvSpPr>
        <p:spPr>
          <a:xfrm>
            <a:off x="11534776" y="7162800"/>
            <a:ext cx="816768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18 kg</a:t>
            </a:r>
          </a:p>
        </p:txBody>
      </p:sp>
      <p:sp>
        <p:nvSpPr>
          <p:cNvPr id="37" name="!!source-11-dom-5-3-7-2-0-text-0">
            <a:extLst>
              <a:ext uri="{FF2B5EF4-FFF2-40B4-BE49-F238E27FC236}">
                <a16:creationId xmlns:a16="http://schemas.microsoft.com/office/drawing/2014/main" id="{E6C5A941-02E9-46DB-9D49-CD8189421662}"/>
              </a:ext>
            </a:extLst>
          </p:cNvPr>
          <p:cNvSpPr>
            <a:spLocks noGrp="1"/>
          </p:cNvSpPr>
          <p:nvPr/>
        </p:nvSpPr>
        <p:spPr>
          <a:xfrm>
            <a:off x="13392151" y="7162800"/>
            <a:ext cx="1236463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190 min</a:t>
            </a:r>
          </a:p>
        </p:txBody>
      </p:sp>
      <p:sp>
        <p:nvSpPr>
          <p:cNvPr id="38" name="!!source-11-dom-5-3-7-3-0-text-0">
            <a:extLst>
              <a:ext uri="{FF2B5EF4-FFF2-40B4-BE49-F238E27FC236}">
                <a16:creationId xmlns:a16="http://schemas.microsoft.com/office/drawing/2014/main" id="{861F1FEF-E0AC-43AF-8804-26E8821F9D64}"/>
              </a:ext>
            </a:extLst>
          </p:cNvPr>
          <p:cNvSpPr>
            <a:spLocks noGrp="1"/>
          </p:cNvSpPr>
          <p:nvPr/>
        </p:nvSpPr>
        <p:spPr>
          <a:xfrm>
            <a:off x="15249526" y="7162800"/>
            <a:ext cx="78164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0" i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400" b="0" i="0" spc="-6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19:30</a:t>
            </a:r>
          </a:p>
        </p:txBody>
      </p:sp>
    </p:spTree>
    <p:extLst>
      <p:ext uri="{BB962C8B-B14F-4D97-AF65-F5344CB8AC3E}">
        <p14:creationId xmlns:p14="http://schemas.microsoft.com/office/powerpoint/2010/main" val="3159017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!!source-12-dom-fill">
            <a:extLst>
              <a:ext uri="{FF2B5EF4-FFF2-40B4-BE49-F238E27FC236}">
                <a16:creationId xmlns:a16="http://schemas.microsoft.com/office/drawing/2014/main" id="{44F6E854-4FC9-4ACA-8833-53AC70658ED1}"/>
              </a:ext>
            </a:extLst>
          </p:cNvPr>
          <p:cNvSpPr>
            <a:spLocks noGrp="1"/>
          </p:cNvSpPr>
          <p:nvPr/>
        </p:nvSpPr>
        <p:spPr>
          <a:xfrm>
            <a:off x="0" y="249382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12-dom-1-0-0-0-text-0">
            <a:extLst>
              <a:ext uri="{FF2B5EF4-FFF2-40B4-BE49-F238E27FC236}">
                <a16:creationId xmlns:a16="http://schemas.microsoft.com/office/drawing/2014/main" id="{AB29C068-D67D-40E4-A90C-12AD3ABBA154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12-dom-1-0-1-0-text-0">
            <a:extLst>
              <a:ext uri="{FF2B5EF4-FFF2-40B4-BE49-F238E27FC236}">
                <a16:creationId xmlns:a16="http://schemas.microsoft.com/office/drawing/2014/main" id="{5D2773AC-A1C7-4F0F-805B-F353A1927AC7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12-dom-1-0-2-0-text-0">
            <a:extLst>
              <a:ext uri="{FF2B5EF4-FFF2-40B4-BE49-F238E27FC236}">
                <a16:creationId xmlns:a16="http://schemas.microsoft.com/office/drawing/2014/main" id="{4435335C-1F9D-4728-A40C-787982C1B209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5" name="!!source-12-dom-1-0-3-0-text-0">
            <a:extLst>
              <a:ext uri="{FF2B5EF4-FFF2-40B4-BE49-F238E27FC236}">
                <a16:creationId xmlns:a16="http://schemas.microsoft.com/office/drawing/2014/main" id="{5A1244FE-9E3D-43B4-9D20-84F7B8C3A4EF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6" name="!!source-12-dom-1-0-4-border-Bottom">
            <a:extLst>
              <a:ext uri="{FF2B5EF4-FFF2-40B4-BE49-F238E27FC236}">
                <a16:creationId xmlns:a16="http://schemas.microsoft.com/office/drawing/2014/main" id="{EF1AC4B6-1BE9-419B-921D-2DD6EB696BB6}"/>
              </a:ext>
            </a:extLst>
          </p:cNvPr>
          <p:cNvSpPr>
            <a:spLocks noGrp="1"/>
          </p:cNvSpPr>
          <p:nvPr/>
        </p:nvSpPr>
        <p:spPr>
          <a:xfrm>
            <a:off x="7703046" y="690562"/>
            <a:ext cx="1045071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!!source-12-dom-1-0-4-0-text-0">
            <a:extLst>
              <a:ext uri="{FF2B5EF4-FFF2-40B4-BE49-F238E27FC236}">
                <a16:creationId xmlns:a16="http://schemas.microsoft.com/office/drawing/2014/main" id="{EEACE01F-7ED3-4415-BE63-4B8DD1D05F5E}"/>
              </a:ext>
            </a:extLst>
          </p:cNvPr>
          <p:cNvSpPr>
            <a:spLocks noGrp="1"/>
          </p:cNvSpPr>
          <p:nvPr/>
        </p:nvSpPr>
        <p:spPr>
          <a:xfrm>
            <a:off x="7703046" y="381000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12-dom-1-0-5-0-text-0">
            <a:extLst>
              <a:ext uri="{FF2B5EF4-FFF2-40B4-BE49-F238E27FC236}">
                <a16:creationId xmlns:a16="http://schemas.microsoft.com/office/drawing/2014/main" id="{BD6CCC73-EA45-4861-BDA6-65B7B7DE141E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12-dom-1-1-0-text-0">
            <a:extLst>
              <a:ext uri="{FF2B5EF4-FFF2-40B4-BE49-F238E27FC236}">
                <a16:creationId xmlns:a16="http://schemas.microsoft.com/office/drawing/2014/main" id="{56CB75D6-08F7-42C5-982B-25FA987E3DBE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13 / 17</a:t>
            </a:r>
          </a:p>
        </p:txBody>
      </p:sp>
      <p:sp>
        <p:nvSpPr>
          <p:cNvPr id="10" name="!!source-12-dom-3-0-0-text-0">
            <a:extLst>
              <a:ext uri="{FF2B5EF4-FFF2-40B4-BE49-F238E27FC236}">
                <a16:creationId xmlns:a16="http://schemas.microsoft.com/office/drawing/2014/main" id="{ACB69B1C-22A2-4389-A4CA-BA8637F2D228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945773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Reserved pattern along each booking</a:t>
            </a:r>
          </a:p>
        </p:txBody>
      </p:sp>
      <p:sp>
        <p:nvSpPr>
          <p:cNvPr id="11" name="!!source-12-dom-3-1-0-text-0">
            <a:extLst>
              <a:ext uri="{FF2B5EF4-FFF2-40B4-BE49-F238E27FC236}">
                <a16:creationId xmlns:a16="http://schemas.microsoft.com/office/drawing/2014/main" id="{EEBD6659-08F1-45E4-BB09-2192982F3DBA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1344394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Steps s1 and s2 of the selected pattern at every supervisory decision, from request ◆ to arrival ▼</a:t>
            </a:r>
          </a:p>
        </p:txBody>
      </p:sp>
      <p:sp>
        <p:nvSpPr>
          <p:cNvPr id="13" name="!!source-12-dom-5-3-1-border-Top">
            <a:extLst>
              <a:ext uri="{FF2B5EF4-FFF2-40B4-BE49-F238E27FC236}">
                <a16:creationId xmlns:a16="http://schemas.microsoft.com/office/drawing/2014/main" id="{5BE9339D-D802-494B-86C5-0C362F200761}"/>
              </a:ext>
            </a:extLst>
          </p:cNvPr>
          <p:cNvSpPr>
            <a:spLocks noGrp="1"/>
          </p:cNvSpPr>
          <p:nvPr/>
        </p:nvSpPr>
        <p:spPr>
          <a:xfrm>
            <a:off x="1047750" y="7460955"/>
            <a:ext cx="5219700" cy="953"/>
          </a:xfrm>
          <a:prstGeom prst="line">
            <a:avLst/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12-dom-5-3-1-0-0-text-0">
            <a:extLst>
              <a:ext uri="{FF2B5EF4-FFF2-40B4-BE49-F238E27FC236}">
                <a16:creationId xmlns:a16="http://schemas.microsoft.com/office/drawing/2014/main" id="{CDC2C2C8-ED04-43BA-A3CC-A3FDB9F5FC20}"/>
              </a:ext>
            </a:extLst>
          </p:cNvPr>
          <p:cNvSpPr>
            <a:spLocks noGrp="1"/>
          </p:cNvSpPr>
          <p:nvPr/>
        </p:nvSpPr>
        <p:spPr>
          <a:xfrm>
            <a:off x="1047750" y="7632406"/>
            <a:ext cx="417567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Multiple reassignments</a:t>
            </a:r>
          </a:p>
        </p:txBody>
      </p:sp>
      <p:sp>
        <p:nvSpPr>
          <p:cNvPr id="15" name="!!source-12-dom-5-3-1-1-0-text-0">
            <a:extLst>
              <a:ext uri="{FF2B5EF4-FFF2-40B4-BE49-F238E27FC236}">
                <a16:creationId xmlns:a16="http://schemas.microsoft.com/office/drawing/2014/main" id="{8C3A3EC2-6B25-47E5-9755-30603E94E9EB}"/>
              </a:ext>
            </a:extLst>
          </p:cNvPr>
          <p:cNvSpPr>
            <a:spLocks noGrp="1"/>
          </p:cNvSpPr>
          <p:nvPr/>
        </p:nvSpPr>
        <p:spPr>
          <a:xfrm>
            <a:off x="1047750" y="8127706"/>
            <a:ext cx="429324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the solver changes the reserved</a:t>
            </a:r>
          </a:p>
        </p:txBody>
      </p:sp>
      <p:sp>
        <p:nvSpPr>
          <p:cNvPr id="16" name="!!source-12-dom-5-3-1-1-0-text-1">
            <a:extLst>
              <a:ext uri="{FF2B5EF4-FFF2-40B4-BE49-F238E27FC236}">
                <a16:creationId xmlns:a16="http://schemas.microsoft.com/office/drawing/2014/main" id="{7537DB72-E012-4C30-89E3-16683DC7E823}"/>
              </a:ext>
            </a:extLst>
          </p:cNvPr>
          <p:cNvSpPr>
            <a:spLocks noGrp="1"/>
          </p:cNvSpPr>
          <p:nvPr/>
        </p:nvSpPr>
        <p:spPr>
          <a:xfrm>
            <a:off x="1047750" y="8451556"/>
            <a:ext cx="289024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pattern of each client</a:t>
            </a:r>
          </a:p>
        </p:txBody>
      </p:sp>
      <p:sp>
        <p:nvSpPr>
          <p:cNvPr id="17" name="!!source-12-dom-5-3-3-border-Top">
            <a:extLst>
              <a:ext uri="{FF2B5EF4-FFF2-40B4-BE49-F238E27FC236}">
                <a16:creationId xmlns:a16="http://schemas.microsoft.com/office/drawing/2014/main" id="{6A9C6B26-CF96-4408-9C8B-F09B697C5B84}"/>
              </a:ext>
            </a:extLst>
          </p:cNvPr>
          <p:cNvSpPr>
            <a:spLocks noGrp="1"/>
          </p:cNvSpPr>
          <p:nvPr/>
        </p:nvSpPr>
        <p:spPr>
          <a:xfrm>
            <a:off x="6534150" y="7460955"/>
            <a:ext cx="5219701" cy="953"/>
          </a:xfrm>
          <a:prstGeom prst="line">
            <a:avLst/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!!source-12-dom-5-3-3-0-0-text-0">
            <a:extLst>
              <a:ext uri="{FF2B5EF4-FFF2-40B4-BE49-F238E27FC236}">
                <a16:creationId xmlns:a16="http://schemas.microsoft.com/office/drawing/2014/main" id="{D993692E-4F15-4FCA-B58E-A453D9257812}"/>
              </a:ext>
            </a:extLst>
          </p:cNvPr>
          <p:cNvSpPr>
            <a:spLocks noGrp="1"/>
          </p:cNvSpPr>
          <p:nvPr/>
        </p:nvSpPr>
        <p:spPr>
          <a:xfrm>
            <a:off x="6534150" y="7632406"/>
            <a:ext cx="2842606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33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lang="es-ES" sz="3300" spc="-8" dirty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25 → 97 %</a:t>
            </a:r>
          </a:p>
        </p:txBody>
      </p:sp>
      <p:sp>
        <p:nvSpPr>
          <p:cNvPr id="20" name="!!source-12-dom-5-3-5-border-Top">
            <a:extLst>
              <a:ext uri="{FF2B5EF4-FFF2-40B4-BE49-F238E27FC236}">
                <a16:creationId xmlns:a16="http://schemas.microsoft.com/office/drawing/2014/main" id="{10650600-B0DB-4F09-BCB7-4D0464B4F4F3}"/>
              </a:ext>
            </a:extLst>
          </p:cNvPr>
          <p:cNvSpPr>
            <a:spLocks noGrp="1"/>
          </p:cNvSpPr>
          <p:nvPr/>
        </p:nvSpPr>
        <p:spPr>
          <a:xfrm>
            <a:off x="12020550" y="7460955"/>
            <a:ext cx="5219700" cy="953"/>
          </a:xfrm>
          <a:prstGeom prst="line">
            <a:avLst/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!!source-12-dom-5-3-5-0-0-text-0">
            <a:extLst>
              <a:ext uri="{FF2B5EF4-FFF2-40B4-BE49-F238E27FC236}">
                <a16:creationId xmlns:a16="http://schemas.microsoft.com/office/drawing/2014/main" id="{E59F9E60-AF78-4D3A-8B10-301090B83DB5}"/>
              </a:ext>
            </a:extLst>
          </p:cNvPr>
          <p:cNvSpPr>
            <a:spLocks noGrp="1"/>
          </p:cNvSpPr>
          <p:nvPr/>
        </p:nvSpPr>
        <p:spPr>
          <a:xfrm>
            <a:off x="12020550" y="7632406"/>
            <a:ext cx="28009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3300" b="0" i="0" spc="-8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0</a:t>
            </a:r>
          </a:p>
        </p:txBody>
      </p:sp>
      <p:sp>
        <p:nvSpPr>
          <p:cNvPr id="22" name="!!source-12-dom-5-3-5-1-0-text-0">
            <a:extLst>
              <a:ext uri="{FF2B5EF4-FFF2-40B4-BE49-F238E27FC236}">
                <a16:creationId xmlns:a16="http://schemas.microsoft.com/office/drawing/2014/main" id="{2CF4E050-02CD-4C3F-95C4-4B035329F9CC}"/>
              </a:ext>
            </a:extLst>
          </p:cNvPr>
          <p:cNvSpPr>
            <a:spLocks noGrp="1"/>
          </p:cNvSpPr>
          <p:nvPr/>
        </p:nvSpPr>
        <p:spPr>
          <a:xfrm>
            <a:off x="12020550" y="8127706"/>
            <a:ext cx="441781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commitments broken while new</a:t>
            </a:r>
          </a:p>
        </p:txBody>
      </p:sp>
      <p:sp>
        <p:nvSpPr>
          <p:cNvPr id="23" name="!!source-12-dom-5-3-5-1-0-text-1">
            <a:extLst>
              <a:ext uri="{FF2B5EF4-FFF2-40B4-BE49-F238E27FC236}">
                <a16:creationId xmlns:a16="http://schemas.microsoft.com/office/drawing/2014/main" id="{2137C162-FE35-439B-9AA4-FCDB9D0433D8}"/>
              </a:ext>
            </a:extLst>
          </p:cNvPr>
          <p:cNvSpPr>
            <a:spLocks noGrp="1"/>
          </p:cNvSpPr>
          <p:nvPr/>
        </p:nvSpPr>
        <p:spPr>
          <a:xfrm>
            <a:off x="12020550" y="8451556"/>
            <a:ext cx="227841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bookings arrived</a:t>
            </a:r>
          </a:p>
        </p:txBody>
      </p:sp>
      <p:pic>
        <p:nvPicPr>
          <p:cNvPr id="50" name="!!source-12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51" name="!!source-12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3AE5021D-E610-6F1E-3610-95B3CACAE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2313056"/>
            <a:ext cx="16192500" cy="2228374"/>
          </a:xfrm>
          <a:prstGeom prst="rect">
            <a:avLst/>
          </a:prstGeom>
        </p:spPr>
      </p:pic>
      <p:pic>
        <p:nvPicPr>
          <p:cNvPr id="24" name="!!source-14-dom-5-1-image">
            <a:extLst>
              <a:ext uri="{FF2B5EF4-FFF2-40B4-BE49-F238E27FC236}">
                <a16:creationId xmlns:a16="http://schemas.microsoft.com/office/drawing/2014/main" id="{6182C297-2D10-A44B-92EE-436ABFBF20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48340" y="4623386"/>
            <a:ext cx="16191910" cy="2687985"/>
          </a:xfrm>
          <a:prstGeom prst="rect">
            <a:avLst/>
          </a:prstGeom>
        </p:spPr>
      </p:pic>
      <p:sp>
        <p:nvSpPr>
          <p:cNvPr id="25" name="!!source-14-dom-5-3-1-1-0-text-0">
            <a:extLst>
              <a:ext uri="{FF2B5EF4-FFF2-40B4-BE49-F238E27FC236}">
                <a16:creationId xmlns:a16="http://schemas.microsoft.com/office/drawing/2014/main" id="{E5E3122C-270C-86E7-A9CC-349A6BFF41BF}"/>
              </a:ext>
            </a:extLst>
          </p:cNvPr>
          <p:cNvSpPr>
            <a:spLocks noGrp="1"/>
          </p:cNvSpPr>
          <p:nvPr/>
        </p:nvSpPr>
        <p:spPr>
          <a:xfrm>
            <a:off x="6517178" y="8127706"/>
            <a:ext cx="4738255" cy="647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025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spc="-5" dirty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T4 raised for V1, then rebuilt only to </a:t>
            </a:r>
            <a:endParaRPr lang="es-ES" sz="2025" b="0" i="0" spc="-5" dirty="0">
              <a:solidFill>
                <a:srgbClr val="5A4A40">
                  <a:alpha val="100000"/>
                </a:srgbClr>
              </a:solidFill>
              <a:latin typeface="Montserrat"/>
              <a:ea typeface="Montserrat"/>
              <a:cs typeface="Montserrat"/>
            </a:endParaRPr>
          </a:p>
          <a:p>
            <a:pPr>
              <a:defRPr sz="2025" b="0" i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lang="es-ES" sz="2025" b="1" spc="-5" dirty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54 %</a:t>
            </a:r>
            <a:r>
              <a:rPr lang="es-ES" sz="2025" spc="-5" dirty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s-ES" sz="2025" spc="-5" dirty="0" err="1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for</a:t>
            </a:r>
            <a:r>
              <a:rPr lang="es-ES" sz="2025" spc="-5" dirty="0">
                <a:solidFill>
                  <a:srgbClr val="5A4A4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V3</a:t>
            </a:r>
            <a:endParaRPr lang="es-ES" sz="2025" b="1" spc="-5" dirty="0">
              <a:solidFill>
                <a:srgbClr val="5A4A40">
                  <a:alpha val="100000"/>
                </a:srgbClr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9985053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!!source-13-dom-fill">
            <a:extLst>
              <a:ext uri="{FF2B5EF4-FFF2-40B4-BE49-F238E27FC236}">
                <a16:creationId xmlns:a16="http://schemas.microsoft.com/office/drawing/2014/main" id="{C571E329-9663-4A85-8FA3-6011468341BB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13-dom-1-0-0-0-text-0">
            <a:extLst>
              <a:ext uri="{FF2B5EF4-FFF2-40B4-BE49-F238E27FC236}">
                <a16:creationId xmlns:a16="http://schemas.microsoft.com/office/drawing/2014/main" id="{2BD66F1D-184F-4B17-B204-5F06A58320A3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13-dom-1-0-1-0-text-0">
            <a:extLst>
              <a:ext uri="{FF2B5EF4-FFF2-40B4-BE49-F238E27FC236}">
                <a16:creationId xmlns:a16="http://schemas.microsoft.com/office/drawing/2014/main" id="{6773BEFE-6E1F-41CE-964E-07E34E52D43E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13-dom-1-0-2-0-text-0">
            <a:extLst>
              <a:ext uri="{FF2B5EF4-FFF2-40B4-BE49-F238E27FC236}">
                <a16:creationId xmlns:a16="http://schemas.microsoft.com/office/drawing/2014/main" id="{C8B4E4B0-1FC7-4412-8C83-49AB72759728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5" name="!!source-13-dom-1-0-3-0-text-0">
            <a:extLst>
              <a:ext uri="{FF2B5EF4-FFF2-40B4-BE49-F238E27FC236}">
                <a16:creationId xmlns:a16="http://schemas.microsoft.com/office/drawing/2014/main" id="{0353B349-8CEA-4361-B060-33A601F37FA3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6" name="!!source-13-dom-1-0-4-border-Bottom">
            <a:extLst>
              <a:ext uri="{FF2B5EF4-FFF2-40B4-BE49-F238E27FC236}">
                <a16:creationId xmlns:a16="http://schemas.microsoft.com/office/drawing/2014/main" id="{04D6B8A1-A5E1-4916-B625-52A17BD9E10C}"/>
              </a:ext>
            </a:extLst>
          </p:cNvPr>
          <p:cNvSpPr>
            <a:spLocks noGrp="1"/>
          </p:cNvSpPr>
          <p:nvPr/>
        </p:nvSpPr>
        <p:spPr>
          <a:xfrm>
            <a:off x="7703046" y="690562"/>
            <a:ext cx="1045071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!!source-13-dom-1-0-4-0-text-0">
            <a:extLst>
              <a:ext uri="{FF2B5EF4-FFF2-40B4-BE49-F238E27FC236}">
                <a16:creationId xmlns:a16="http://schemas.microsoft.com/office/drawing/2014/main" id="{5336F63A-8E00-413B-BCB2-19BD4EA30860}"/>
              </a:ext>
            </a:extLst>
          </p:cNvPr>
          <p:cNvSpPr>
            <a:spLocks noGrp="1"/>
          </p:cNvSpPr>
          <p:nvPr/>
        </p:nvSpPr>
        <p:spPr>
          <a:xfrm>
            <a:off x="7703046" y="381000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8" name="!!source-13-dom-1-0-5-0-text-0">
            <a:extLst>
              <a:ext uri="{FF2B5EF4-FFF2-40B4-BE49-F238E27FC236}">
                <a16:creationId xmlns:a16="http://schemas.microsoft.com/office/drawing/2014/main" id="{7169C394-DF7B-4423-A1C6-6DED452B0DCA}"/>
              </a:ext>
            </a:extLst>
          </p:cNvPr>
          <p:cNvSpPr>
            <a:spLocks noGrp="1"/>
          </p:cNvSpPr>
          <p:nvPr/>
        </p:nvSpPr>
        <p:spPr>
          <a:xfrm>
            <a:off x="9071967" y="414337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13-dom-1-1-0-text-0">
            <a:extLst>
              <a:ext uri="{FF2B5EF4-FFF2-40B4-BE49-F238E27FC236}">
                <a16:creationId xmlns:a16="http://schemas.microsoft.com/office/drawing/2014/main" id="{AC23338B-A98E-4120-8955-3324736155FE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14 / 17</a:t>
            </a:r>
          </a:p>
        </p:txBody>
      </p:sp>
      <p:sp>
        <p:nvSpPr>
          <p:cNvPr id="10" name="!!source-13-dom-3-0-0-text-0">
            <a:extLst>
              <a:ext uri="{FF2B5EF4-FFF2-40B4-BE49-F238E27FC236}">
                <a16:creationId xmlns:a16="http://schemas.microsoft.com/office/drawing/2014/main" id="{191B2B89-970C-4AC3-A780-96CFB1FFC98B}"/>
              </a:ext>
            </a:extLst>
          </p:cNvPr>
          <p:cNvSpPr>
            <a:spLocks noGrp="1"/>
          </p:cNvSpPr>
          <p:nvPr/>
        </p:nvSpPr>
        <p:spPr>
          <a:xfrm>
            <a:off x="1047750" y="990600"/>
            <a:ext cx="9614892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Compression timed to PV and arrivals</a:t>
            </a:r>
          </a:p>
        </p:txBody>
      </p:sp>
      <p:sp>
        <p:nvSpPr>
          <p:cNvPr id="11" name="!!source-13-dom-3-1-0-text-0">
            <a:extLst>
              <a:ext uri="{FF2B5EF4-FFF2-40B4-BE49-F238E27FC236}">
                <a16:creationId xmlns:a16="http://schemas.microsoft.com/office/drawing/2014/main" id="{0BB37AD2-31F8-4777-ADFB-BA0F44147B15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11890029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250" b="0" i="0" spc="-5">
                <a:solidFill>
                  <a:srgbClr val="6B5D54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Compressor duty (C1, C2, C3) against PV power; dashed lines mark the three arrivals</a:t>
            </a:r>
          </a:p>
        </p:txBody>
      </p:sp>
      <p:pic>
        <p:nvPicPr>
          <p:cNvPr id="43" name="!!source-13-dom-5-1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987" y="3348038"/>
            <a:ext cx="16192026" cy="2804368"/>
          </a:xfrm>
          <a:prstGeom prst="rect">
            <a:avLst/>
          </a:prstGeom>
        </p:spPr>
      </p:pic>
      <p:sp>
        <p:nvSpPr>
          <p:cNvPr id="13" name="!!source-13-dom-5-3-1-border-Top">
            <a:extLst>
              <a:ext uri="{FF2B5EF4-FFF2-40B4-BE49-F238E27FC236}">
                <a16:creationId xmlns:a16="http://schemas.microsoft.com/office/drawing/2014/main" id="{FF5B0BAD-6C1B-4861-B5E5-F33B68FD94B8}"/>
              </a:ext>
            </a:extLst>
          </p:cNvPr>
          <p:cNvSpPr>
            <a:spLocks noGrp="1"/>
          </p:cNvSpPr>
          <p:nvPr/>
        </p:nvSpPr>
        <p:spPr>
          <a:xfrm>
            <a:off x="1047750" y="6457206"/>
            <a:ext cx="5143500" cy="953"/>
          </a:xfrm>
          <a:prstGeom prst="line">
            <a:avLst/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!!source-13-dom-5-3-1-0-text-0">
            <a:extLst>
              <a:ext uri="{FF2B5EF4-FFF2-40B4-BE49-F238E27FC236}">
                <a16:creationId xmlns:a16="http://schemas.microsoft.com/office/drawing/2014/main" id="{829568E2-EE62-4893-87AD-F69621260F76}"/>
              </a:ext>
            </a:extLst>
          </p:cNvPr>
          <p:cNvSpPr>
            <a:spLocks noGrp="1"/>
          </p:cNvSpPr>
          <p:nvPr/>
        </p:nvSpPr>
        <p:spPr>
          <a:xfrm>
            <a:off x="1047750" y="6628656"/>
            <a:ext cx="187568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Compression </a:t>
            </a:r>
          </a:p>
        </p:txBody>
      </p:sp>
      <p:sp>
        <p:nvSpPr>
          <p:cNvPr id="15" name="!!source-13-dom-5-3-1-1-0-text-0">
            <a:extLst>
              <a:ext uri="{FF2B5EF4-FFF2-40B4-BE49-F238E27FC236}">
                <a16:creationId xmlns:a16="http://schemas.microsoft.com/office/drawing/2014/main" id="{5DBBC8A3-DB9B-4991-AE31-B2762B9606A8}"/>
              </a:ext>
            </a:extLst>
          </p:cNvPr>
          <p:cNvSpPr>
            <a:spLocks noGrp="1"/>
          </p:cNvSpPr>
          <p:nvPr/>
        </p:nvSpPr>
        <p:spPr>
          <a:xfrm>
            <a:off x="2875806" y="6628656"/>
            <a:ext cx="1794271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front-loaded</a:t>
            </a:r>
          </a:p>
        </p:txBody>
      </p:sp>
      <p:sp>
        <p:nvSpPr>
          <p:cNvPr id="16" name="!!source-13-dom-5-3-1-2-text-0">
            <a:extLst>
              <a:ext uri="{FF2B5EF4-FFF2-40B4-BE49-F238E27FC236}">
                <a16:creationId xmlns:a16="http://schemas.microsoft.com/office/drawing/2014/main" id="{EE05169D-230E-46BA-86A3-6062017C7526}"/>
              </a:ext>
            </a:extLst>
          </p:cNvPr>
          <p:cNvSpPr>
            <a:spLocks noGrp="1"/>
          </p:cNvSpPr>
          <p:nvPr/>
        </p:nvSpPr>
        <p:spPr>
          <a:xfrm>
            <a:off x="4622452" y="6628656"/>
            <a:ext cx="115952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into the</a:t>
            </a:r>
          </a:p>
        </p:txBody>
      </p:sp>
      <p:sp>
        <p:nvSpPr>
          <p:cNvPr id="17" name="!!source-13-dom-5-3-1-2-text-1">
            <a:extLst>
              <a:ext uri="{FF2B5EF4-FFF2-40B4-BE49-F238E27FC236}">
                <a16:creationId xmlns:a16="http://schemas.microsoft.com/office/drawing/2014/main" id="{38B54827-A419-4B5D-A256-EDA96212E9C8}"/>
              </a:ext>
            </a:extLst>
          </p:cNvPr>
          <p:cNvSpPr>
            <a:spLocks noGrp="1"/>
          </p:cNvSpPr>
          <p:nvPr/>
        </p:nvSpPr>
        <p:spPr>
          <a:xfrm>
            <a:off x="1047750" y="7001917"/>
            <a:ext cx="242128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last two PV hours.</a:t>
            </a:r>
          </a:p>
        </p:txBody>
      </p:sp>
      <p:sp>
        <p:nvSpPr>
          <p:cNvPr id="18" name="!!source-13-dom-5-3-3-border-Top">
            <a:extLst>
              <a:ext uri="{FF2B5EF4-FFF2-40B4-BE49-F238E27FC236}">
                <a16:creationId xmlns:a16="http://schemas.microsoft.com/office/drawing/2014/main" id="{1FC3FADB-8056-4DA9-A9E2-6405858C426A}"/>
              </a:ext>
            </a:extLst>
          </p:cNvPr>
          <p:cNvSpPr>
            <a:spLocks noGrp="1"/>
          </p:cNvSpPr>
          <p:nvPr/>
        </p:nvSpPr>
        <p:spPr>
          <a:xfrm>
            <a:off x="6572250" y="6457206"/>
            <a:ext cx="5143500" cy="953"/>
          </a:xfrm>
          <a:prstGeom prst="line">
            <a:avLst/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!!source-13-dom-5-3-3-0-text-0">
            <a:extLst>
              <a:ext uri="{FF2B5EF4-FFF2-40B4-BE49-F238E27FC236}">
                <a16:creationId xmlns:a16="http://schemas.microsoft.com/office/drawing/2014/main" id="{AD9DECBC-65EC-4CA0-86F2-0A83F3040147}"/>
              </a:ext>
            </a:extLst>
          </p:cNvPr>
          <p:cNvSpPr>
            <a:spLocks noGrp="1"/>
          </p:cNvSpPr>
          <p:nvPr/>
        </p:nvSpPr>
        <p:spPr>
          <a:xfrm>
            <a:off x="6572250" y="6628656"/>
            <a:ext cx="1860203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Compressors </a:t>
            </a:r>
          </a:p>
        </p:txBody>
      </p:sp>
      <p:sp>
        <p:nvSpPr>
          <p:cNvPr id="20" name="!!source-13-dom-5-3-3-1-0-text-0">
            <a:extLst>
              <a:ext uri="{FF2B5EF4-FFF2-40B4-BE49-F238E27FC236}">
                <a16:creationId xmlns:a16="http://schemas.microsoft.com/office/drawing/2014/main" id="{9C6772DA-0242-40BB-9878-90CF5E1270F1}"/>
              </a:ext>
            </a:extLst>
          </p:cNvPr>
          <p:cNvSpPr>
            <a:spLocks noGrp="1"/>
          </p:cNvSpPr>
          <p:nvPr/>
        </p:nvSpPr>
        <p:spPr>
          <a:xfrm>
            <a:off x="8384828" y="6628656"/>
            <a:ext cx="145940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mostly off</a:t>
            </a:r>
          </a:p>
        </p:txBody>
      </p:sp>
      <p:sp>
        <p:nvSpPr>
          <p:cNvPr id="21" name="!!source-13-dom-5-3-3-2-text-0">
            <a:extLst>
              <a:ext uri="{FF2B5EF4-FFF2-40B4-BE49-F238E27FC236}">
                <a16:creationId xmlns:a16="http://schemas.microsoft.com/office/drawing/2014/main" id="{B8463EE3-E485-47BD-974B-144666EC2B82}"/>
              </a:ext>
            </a:extLst>
          </p:cNvPr>
          <p:cNvSpPr>
            <a:spLocks noGrp="1"/>
          </p:cNvSpPr>
          <p:nvPr/>
        </p:nvSpPr>
        <p:spPr>
          <a:xfrm>
            <a:off x="9796612" y="6628656"/>
            <a:ext cx="1618059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in the dark;</a:t>
            </a:r>
          </a:p>
        </p:txBody>
      </p:sp>
      <p:sp>
        <p:nvSpPr>
          <p:cNvPr id="22" name="!!source-13-dom-5-3-3-2-text-1">
            <a:extLst>
              <a:ext uri="{FF2B5EF4-FFF2-40B4-BE49-F238E27FC236}">
                <a16:creationId xmlns:a16="http://schemas.microsoft.com/office/drawing/2014/main" id="{C15C6CC4-87F8-4D11-B2A1-9B5493FCF8A5}"/>
              </a:ext>
            </a:extLst>
          </p:cNvPr>
          <p:cNvSpPr>
            <a:spLocks noGrp="1"/>
          </p:cNvSpPr>
          <p:nvPr/>
        </p:nvSpPr>
        <p:spPr>
          <a:xfrm>
            <a:off x="6572250" y="7001917"/>
            <a:ext cx="4701927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no eager refilling of emptied tanks.</a:t>
            </a:r>
          </a:p>
        </p:txBody>
      </p:sp>
      <p:sp>
        <p:nvSpPr>
          <p:cNvPr id="23" name="!!source-13-dom-5-3-5-border-Top">
            <a:extLst>
              <a:ext uri="{FF2B5EF4-FFF2-40B4-BE49-F238E27FC236}">
                <a16:creationId xmlns:a16="http://schemas.microsoft.com/office/drawing/2014/main" id="{DC03DA35-2C80-4B3B-9223-6FBA58616625}"/>
              </a:ext>
            </a:extLst>
          </p:cNvPr>
          <p:cNvSpPr>
            <a:spLocks noGrp="1"/>
          </p:cNvSpPr>
          <p:nvPr/>
        </p:nvSpPr>
        <p:spPr>
          <a:xfrm>
            <a:off x="12096750" y="6457206"/>
            <a:ext cx="5143500" cy="953"/>
          </a:xfrm>
          <a:prstGeom prst="line">
            <a:avLst/>
          </a:prstGeom>
          <a:noFill/>
          <a:ln w="38100">
            <a:solidFill>
              <a:srgbClr val="4E2E1A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!!source-13-dom-5-3-5-0-text-0">
            <a:extLst>
              <a:ext uri="{FF2B5EF4-FFF2-40B4-BE49-F238E27FC236}">
                <a16:creationId xmlns:a16="http://schemas.microsoft.com/office/drawing/2014/main" id="{2AA56C33-2CD1-473F-844B-EA713E3CB3F5}"/>
              </a:ext>
            </a:extLst>
          </p:cNvPr>
          <p:cNvSpPr>
            <a:spLocks noGrp="1"/>
          </p:cNvSpPr>
          <p:nvPr/>
        </p:nvSpPr>
        <p:spPr>
          <a:xfrm>
            <a:off x="12096750" y="6628656"/>
            <a:ext cx="2572494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 short burst ends </a:t>
            </a:r>
          </a:p>
        </p:txBody>
      </p:sp>
      <p:sp>
        <p:nvSpPr>
          <p:cNvPr id="25" name="!!source-13-dom-5-3-5-1-0-text-0">
            <a:extLst>
              <a:ext uri="{FF2B5EF4-FFF2-40B4-BE49-F238E27FC236}">
                <a16:creationId xmlns:a16="http://schemas.microsoft.com/office/drawing/2014/main" id="{891C66E3-9A82-488B-AB0E-5A996757A57A}"/>
              </a:ext>
            </a:extLst>
          </p:cNvPr>
          <p:cNvSpPr>
            <a:spLocks noGrp="1"/>
          </p:cNvSpPr>
          <p:nvPr/>
        </p:nvSpPr>
        <p:spPr>
          <a:xfrm>
            <a:off x="14621620" y="6628656"/>
            <a:ext cx="155510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just before</a:t>
            </a:r>
          </a:p>
        </p:txBody>
      </p:sp>
      <p:sp>
        <p:nvSpPr>
          <p:cNvPr id="26" name="!!source-13-dom-5-3-5-2-text-0">
            <a:extLst>
              <a:ext uri="{FF2B5EF4-FFF2-40B4-BE49-F238E27FC236}">
                <a16:creationId xmlns:a16="http://schemas.microsoft.com/office/drawing/2014/main" id="{A5E17635-AED1-4204-9334-7E1033DD4B01}"/>
              </a:ext>
            </a:extLst>
          </p:cNvPr>
          <p:cNvSpPr>
            <a:spLocks noGrp="1"/>
          </p:cNvSpPr>
          <p:nvPr/>
        </p:nvSpPr>
        <p:spPr>
          <a:xfrm>
            <a:off x="16129100" y="6628656"/>
            <a:ext cx="760362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each</a:t>
            </a:r>
          </a:p>
        </p:txBody>
      </p:sp>
      <p:sp>
        <p:nvSpPr>
          <p:cNvPr id="27" name="!!source-13-dom-5-3-5-2-text-1">
            <a:extLst>
              <a:ext uri="{FF2B5EF4-FFF2-40B4-BE49-F238E27FC236}">
                <a16:creationId xmlns:a16="http://schemas.microsoft.com/office/drawing/2014/main" id="{0409C9F5-E599-4A47-9877-64F4BFA564DF}"/>
              </a:ext>
            </a:extLst>
          </p:cNvPr>
          <p:cNvSpPr>
            <a:spLocks noGrp="1"/>
          </p:cNvSpPr>
          <p:nvPr/>
        </p:nvSpPr>
        <p:spPr>
          <a:xfrm>
            <a:off x="12096750" y="7001917"/>
            <a:ext cx="4704308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arrival, moving just the mass of the</a:t>
            </a:r>
          </a:p>
        </p:txBody>
      </p:sp>
      <p:sp>
        <p:nvSpPr>
          <p:cNvPr id="28" name="!!source-13-dom-5-3-5-2-text-2">
            <a:extLst>
              <a:ext uri="{FF2B5EF4-FFF2-40B4-BE49-F238E27FC236}">
                <a16:creationId xmlns:a16="http://schemas.microsoft.com/office/drawing/2014/main" id="{D9FA3020-6B87-4263-BBB3-A67BDB2D03C5}"/>
              </a:ext>
            </a:extLst>
          </p:cNvPr>
          <p:cNvSpPr>
            <a:spLocks noGrp="1"/>
          </p:cNvSpPr>
          <p:nvPr/>
        </p:nvSpPr>
        <p:spPr>
          <a:xfrm>
            <a:off x="12096750" y="7375178"/>
            <a:ext cx="23145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 spc="-5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reserved pattern.</a:t>
            </a:r>
          </a:p>
        </p:txBody>
      </p:sp>
      <p:pic>
        <p:nvPicPr>
          <p:cNvPr id="60" name="!!source-13-dom-7-0-0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61" name="!!source-13-dom-7-0-1-image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4155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!!source-15-dom-fill">
            <a:extLst>
              <a:ext uri="{FF2B5EF4-FFF2-40B4-BE49-F238E27FC236}">
                <a16:creationId xmlns:a16="http://schemas.microsoft.com/office/drawing/2014/main" id="{D74CE482-B35B-48AC-8702-C46C4E42BAD5}"/>
              </a:ext>
            </a:extLst>
          </p:cNvPr>
          <p:cNvSpPr>
            <a:spLocks noGrp="1"/>
          </p:cNvSpPr>
          <p:nvPr/>
        </p:nvSpPr>
        <p:spPr>
          <a:xfrm>
            <a:off x="0" y="328613"/>
            <a:ext cx="18288000" cy="10287000"/>
          </a:xfrm>
          <a:prstGeom prst="rec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15-dom-1-0-0-0-text-0">
            <a:extLst>
              <a:ext uri="{FF2B5EF4-FFF2-40B4-BE49-F238E27FC236}">
                <a16:creationId xmlns:a16="http://schemas.microsoft.com/office/drawing/2014/main" id="{FD6C5E67-5C05-41F0-AF92-29AF02064F25}"/>
              </a:ext>
            </a:extLst>
          </p:cNvPr>
          <p:cNvSpPr>
            <a:spLocks noGrp="1"/>
          </p:cNvSpPr>
          <p:nvPr/>
        </p:nvSpPr>
        <p:spPr>
          <a:xfrm>
            <a:off x="1047750" y="414337"/>
            <a:ext cx="11553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CONTEXT</a:t>
            </a:r>
          </a:p>
        </p:txBody>
      </p:sp>
      <p:sp>
        <p:nvSpPr>
          <p:cNvPr id="3" name="!!source-15-dom-1-0-1-0-text-0">
            <a:extLst>
              <a:ext uri="{FF2B5EF4-FFF2-40B4-BE49-F238E27FC236}">
                <a16:creationId xmlns:a16="http://schemas.microsoft.com/office/drawing/2014/main" id="{9A5FA2DC-14EB-4325-8C19-55782D7E6AAC}"/>
              </a:ext>
            </a:extLst>
          </p:cNvPr>
          <p:cNvSpPr>
            <a:spLocks noGrp="1"/>
          </p:cNvSpPr>
          <p:nvPr/>
        </p:nvSpPr>
        <p:spPr>
          <a:xfrm>
            <a:off x="2479328" y="414337"/>
            <a:ext cx="1370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PROPOSAL</a:t>
            </a:r>
          </a:p>
        </p:txBody>
      </p:sp>
      <p:sp>
        <p:nvSpPr>
          <p:cNvPr id="4" name="!!source-15-dom-1-0-2-0-text-0">
            <a:extLst>
              <a:ext uri="{FF2B5EF4-FFF2-40B4-BE49-F238E27FC236}">
                <a16:creationId xmlns:a16="http://schemas.microsoft.com/office/drawing/2014/main" id="{F8F25E50-37A8-4E4E-ADFE-554CB4336A30}"/>
              </a:ext>
            </a:extLst>
          </p:cNvPr>
          <p:cNvSpPr>
            <a:spLocks noGrp="1"/>
          </p:cNvSpPr>
          <p:nvPr/>
        </p:nvSpPr>
        <p:spPr>
          <a:xfrm>
            <a:off x="4126409" y="414337"/>
            <a:ext cx="168056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AVAILABILITY</a:t>
            </a:r>
          </a:p>
        </p:txBody>
      </p:sp>
      <p:sp>
        <p:nvSpPr>
          <p:cNvPr id="5" name="!!source-15-dom-1-0-3-0-text-0">
            <a:extLst>
              <a:ext uri="{FF2B5EF4-FFF2-40B4-BE49-F238E27FC236}">
                <a16:creationId xmlns:a16="http://schemas.microsoft.com/office/drawing/2014/main" id="{B0BEDDE4-9F4C-4CF9-A037-25A14786F066}"/>
              </a:ext>
            </a:extLst>
          </p:cNvPr>
          <p:cNvSpPr>
            <a:spLocks noGrp="1"/>
          </p:cNvSpPr>
          <p:nvPr/>
        </p:nvSpPr>
        <p:spPr>
          <a:xfrm>
            <a:off x="6083201" y="414337"/>
            <a:ext cx="134362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BOOKINGS</a:t>
            </a:r>
          </a:p>
        </p:txBody>
      </p:sp>
      <p:sp>
        <p:nvSpPr>
          <p:cNvPr id="6" name="!!source-15-dom-1-0-4-0-text-0">
            <a:extLst>
              <a:ext uri="{FF2B5EF4-FFF2-40B4-BE49-F238E27FC236}">
                <a16:creationId xmlns:a16="http://schemas.microsoft.com/office/drawing/2014/main" id="{FCF20AD3-7565-4979-9913-9035DEA414F6}"/>
              </a:ext>
            </a:extLst>
          </p:cNvPr>
          <p:cNvSpPr>
            <a:spLocks noGrp="1"/>
          </p:cNvSpPr>
          <p:nvPr/>
        </p:nvSpPr>
        <p:spPr>
          <a:xfrm>
            <a:off x="7703046" y="414337"/>
            <a:ext cx="10926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RESULTS</a:t>
            </a:r>
          </a:p>
        </p:txBody>
      </p:sp>
      <p:sp>
        <p:nvSpPr>
          <p:cNvPr id="7" name="!!source-15-dom-1-0-5-border-Bottom">
            <a:extLst>
              <a:ext uri="{FF2B5EF4-FFF2-40B4-BE49-F238E27FC236}">
                <a16:creationId xmlns:a16="http://schemas.microsoft.com/office/drawing/2014/main" id="{54BDDBEE-5274-4B74-86BC-0FB53C6E2F44}"/>
              </a:ext>
            </a:extLst>
          </p:cNvPr>
          <p:cNvSpPr>
            <a:spLocks noGrp="1"/>
          </p:cNvSpPr>
          <p:nvPr/>
        </p:nvSpPr>
        <p:spPr>
          <a:xfrm>
            <a:off x="9071967" y="690562"/>
            <a:ext cx="1743671" cy="953"/>
          </a:xfrm>
          <a:prstGeom prst="line">
            <a:avLst/>
          </a:prstGeom>
          <a:noFill/>
          <a:ln w="28575">
            <a:solidFill>
              <a:srgbClr val="E44646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!!source-15-dom-1-0-5-0-text-0">
            <a:extLst>
              <a:ext uri="{FF2B5EF4-FFF2-40B4-BE49-F238E27FC236}">
                <a16:creationId xmlns:a16="http://schemas.microsoft.com/office/drawing/2014/main" id="{A6C9C265-9EC7-4C70-BD0C-8343557E5304}"/>
              </a:ext>
            </a:extLst>
          </p:cNvPr>
          <p:cNvSpPr>
            <a:spLocks noGrp="1"/>
          </p:cNvSpPr>
          <p:nvPr/>
        </p:nvSpPr>
        <p:spPr>
          <a:xfrm>
            <a:off x="9071967" y="381000"/>
            <a:ext cx="17912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4E2E1A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CONCLUSIONS</a:t>
            </a:r>
          </a:p>
        </p:txBody>
      </p:sp>
      <p:sp>
        <p:nvSpPr>
          <p:cNvPr id="9" name="!!source-15-dom-1-1-0-text-0">
            <a:extLst>
              <a:ext uri="{FF2B5EF4-FFF2-40B4-BE49-F238E27FC236}">
                <a16:creationId xmlns:a16="http://schemas.microsoft.com/office/drawing/2014/main" id="{E730A469-67C2-41E9-9343-15D27DF4C9FD}"/>
              </a:ext>
            </a:extLst>
          </p:cNvPr>
          <p:cNvSpPr>
            <a:spLocks noGrp="1"/>
          </p:cNvSpPr>
          <p:nvPr/>
        </p:nvSpPr>
        <p:spPr>
          <a:xfrm>
            <a:off x="16371987" y="414337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8A7B71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16 / 17</a:t>
            </a:r>
          </a:p>
        </p:txBody>
      </p:sp>
      <p:sp>
        <p:nvSpPr>
          <p:cNvPr id="10" name="!!source-15-dom-3-0-text-0">
            <a:extLst>
              <a:ext uri="{FF2B5EF4-FFF2-40B4-BE49-F238E27FC236}">
                <a16:creationId xmlns:a16="http://schemas.microsoft.com/office/drawing/2014/main" id="{27707C9B-26FD-4019-87B3-CAF6742212EA}"/>
              </a:ext>
            </a:extLst>
          </p:cNvPr>
          <p:cNvSpPr>
            <a:spLocks noGrp="1"/>
          </p:cNvSpPr>
          <p:nvPr/>
        </p:nvSpPr>
        <p:spPr>
          <a:xfrm>
            <a:off x="1047750" y="1123950"/>
            <a:ext cx="3156942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 i="0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4800" b="0" i="0" spc="-12">
                <a:solidFill>
                  <a:srgbClr val="4E2E1A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Conclusions</a:t>
            </a:r>
          </a:p>
        </p:txBody>
      </p:sp>
      <p:sp>
        <p:nvSpPr>
          <p:cNvPr id="11" name="!!source-15-dom-5-1-1-0-text-0">
            <a:extLst>
              <a:ext uri="{FF2B5EF4-FFF2-40B4-BE49-F238E27FC236}">
                <a16:creationId xmlns:a16="http://schemas.microsoft.com/office/drawing/2014/main" id="{BDA4A6BD-9626-49BA-8308-423FA1366CC2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166077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E44646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THIS PAPER</a:t>
            </a:r>
          </a:p>
        </p:txBody>
      </p:sp>
      <p:sp>
        <p:nvSpPr>
          <p:cNvPr id="12" name="!!source-15-dom-5-1-3-border-Bottom">
            <a:extLst>
              <a:ext uri="{FF2B5EF4-FFF2-40B4-BE49-F238E27FC236}">
                <a16:creationId xmlns:a16="http://schemas.microsoft.com/office/drawing/2014/main" id="{CB9A0A6C-507A-45C3-BFBA-31531A50E11A}"/>
              </a:ext>
            </a:extLst>
          </p:cNvPr>
          <p:cNvSpPr>
            <a:spLocks noGrp="1"/>
          </p:cNvSpPr>
          <p:nvPr/>
        </p:nvSpPr>
        <p:spPr>
          <a:xfrm>
            <a:off x="1047750" y="3452812"/>
            <a:ext cx="7810500" cy="953"/>
          </a:xfrm>
          <a:prstGeom prst="line">
            <a:avLst/>
          </a:prstGeom>
          <a:noFill/>
          <a:ln w="19050">
            <a:solidFill>
              <a:srgbClr val="EEEEEE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!!source-15-dom-5-1-3-0-text-0">
            <a:extLst>
              <a:ext uri="{FF2B5EF4-FFF2-40B4-BE49-F238E27FC236}">
                <a16:creationId xmlns:a16="http://schemas.microsoft.com/office/drawing/2014/main" id="{596BF3E2-BF11-4B8F-BFD7-D0A1BBCFE9E7}"/>
              </a:ext>
            </a:extLst>
          </p:cNvPr>
          <p:cNvSpPr>
            <a:spLocks noGrp="1"/>
          </p:cNvSpPr>
          <p:nvPr/>
        </p:nvSpPr>
        <p:spPr>
          <a:xfrm>
            <a:off x="1047750" y="2828925"/>
            <a:ext cx="2781896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Bookings enter as </a:t>
            </a:r>
          </a:p>
        </p:txBody>
      </p:sp>
      <p:sp>
        <p:nvSpPr>
          <p:cNvPr id="14" name="!!source-15-dom-5-1-3-1-0-text-0">
            <a:extLst>
              <a:ext uri="{FF2B5EF4-FFF2-40B4-BE49-F238E27FC236}">
                <a16:creationId xmlns:a16="http://schemas.microsoft.com/office/drawing/2014/main" id="{58A9E91A-E2AB-4BB4-BA16-00398AF8BD8F}"/>
              </a:ext>
            </a:extLst>
          </p:cNvPr>
          <p:cNvSpPr>
            <a:spLocks noGrp="1"/>
          </p:cNvSpPr>
          <p:nvPr/>
        </p:nvSpPr>
        <p:spPr>
          <a:xfrm>
            <a:off x="3782020" y="2828925"/>
            <a:ext cx="2577554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1" i="0" spc="-6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hard constraints</a:t>
            </a:r>
          </a:p>
        </p:txBody>
      </p:sp>
      <p:sp>
        <p:nvSpPr>
          <p:cNvPr id="15" name="!!source-15-dom-5-1-3-2-text-0">
            <a:extLst>
              <a:ext uri="{FF2B5EF4-FFF2-40B4-BE49-F238E27FC236}">
                <a16:creationId xmlns:a16="http://schemas.microsoft.com/office/drawing/2014/main" id="{C2F9897F-5E09-43BA-9DDA-B07BD65E9359}"/>
              </a:ext>
            </a:extLst>
          </p:cNvPr>
          <p:cNvSpPr>
            <a:spLocks noGrp="1"/>
          </p:cNvSpPr>
          <p:nvPr/>
        </p:nvSpPr>
        <p:spPr>
          <a:xfrm>
            <a:off x="6311950" y="2828925"/>
            <a:ext cx="2092523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, tank by tank.</a:t>
            </a:r>
          </a:p>
        </p:txBody>
      </p:sp>
      <p:sp>
        <p:nvSpPr>
          <p:cNvPr id="16" name="!!source-15-dom-5-1-5-border-Bottom">
            <a:extLst>
              <a:ext uri="{FF2B5EF4-FFF2-40B4-BE49-F238E27FC236}">
                <a16:creationId xmlns:a16="http://schemas.microsoft.com/office/drawing/2014/main" id="{5EAFC167-F77A-45D2-929E-B67532848DF3}"/>
              </a:ext>
            </a:extLst>
          </p:cNvPr>
          <p:cNvSpPr>
            <a:spLocks noGrp="1"/>
          </p:cNvSpPr>
          <p:nvPr/>
        </p:nvSpPr>
        <p:spPr>
          <a:xfrm>
            <a:off x="1047750" y="4814888"/>
            <a:ext cx="7810500" cy="953"/>
          </a:xfrm>
          <a:prstGeom prst="line">
            <a:avLst/>
          </a:prstGeom>
          <a:noFill/>
          <a:ln w="19050">
            <a:solidFill>
              <a:srgbClr val="EEEEEE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!!source-15-dom-5-1-5-0-text-0">
            <a:extLst>
              <a:ext uri="{FF2B5EF4-FFF2-40B4-BE49-F238E27FC236}">
                <a16:creationId xmlns:a16="http://schemas.microsoft.com/office/drawing/2014/main" id="{0EBCF3CD-2A01-47F7-B6ED-86B98E28E636}"/>
              </a:ext>
            </a:extLst>
          </p:cNvPr>
          <p:cNvSpPr>
            <a:spLocks noGrp="1"/>
          </p:cNvSpPr>
          <p:nvPr/>
        </p:nvSpPr>
        <p:spPr>
          <a:xfrm>
            <a:off x="1047750" y="3748087"/>
            <a:ext cx="750689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One </a:t>
            </a:r>
          </a:p>
        </p:txBody>
      </p:sp>
      <p:sp>
        <p:nvSpPr>
          <p:cNvPr id="18" name="!!source-15-dom-5-1-5-1-0-text-0">
            <a:extLst>
              <a:ext uri="{FF2B5EF4-FFF2-40B4-BE49-F238E27FC236}">
                <a16:creationId xmlns:a16="http://schemas.microsoft.com/office/drawing/2014/main" id="{284CDAB3-2C42-46F9-B44D-573003700E65}"/>
              </a:ext>
            </a:extLst>
          </p:cNvPr>
          <p:cNvSpPr>
            <a:spLocks noGrp="1"/>
          </p:cNvSpPr>
          <p:nvPr/>
        </p:nvSpPr>
        <p:spPr>
          <a:xfrm>
            <a:off x="1750814" y="3748087"/>
            <a:ext cx="2627858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1" i="0" spc="-6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reserved pattern</a:t>
            </a:r>
          </a:p>
        </p:txBody>
      </p:sp>
      <p:sp>
        <p:nvSpPr>
          <p:cNvPr id="19" name="!!source-15-dom-5-1-5-2-text-0">
            <a:extLst>
              <a:ext uri="{FF2B5EF4-FFF2-40B4-BE49-F238E27FC236}">
                <a16:creationId xmlns:a16="http://schemas.microsoft.com/office/drawing/2014/main" id="{3AEF4CB3-5EAB-46B4-A12E-0642357DBBAB}"/>
              </a:ext>
            </a:extLst>
          </p:cNvPr>
          <p:cNvSpPr>
            <a:spLocks noGrp="1"/>
          </p:cNvSpPr>
          <p:nvPr/>
        </p:nvSpPr>
        <p:spPr>
          <a:xfrm>
            <a:off x="4331047" y="3748087"/>
            <a:ext cx="3797647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per client, with a tunable</a:t>
            </a:r>
          </a:p>
        </p:txBody>
      </p:sp>
      <p:sp>
        <p:nvSpPr>
          <p:cNvPr id="20" name="!!source-15-dom-5-1-5-2-text-1">
            <a:extLst>
              <a:ext uri="{FF2B5EF4-FFF2-40B4-BE49-F238E27FC236}">
                <a16:creationId xmlns:a16="http://schemas.microsoft.com/office/drawing/2014/main" id="{55F31AB3-EE13-401C-A1AD-CC340DEA8EED}"/>
              </a:ext>
            </a:extLst>
          </p:cNvPr>
          <p:cNvSpPr>
            <a:spLocks noGrp="1"/>
          </p:cNvSpPr>
          <p:nvPr/>
        </p:nvSpPr>
        <p:spPr>
          <a:xfrm>
            <a:off x="1047750" y="4191000"/>
            <a:ext cx="2134344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safety margin.</a:t>
            </a:r>
          </a:p>
        </p:txBody>
      </p:sp>
      <p:sp>
        <p:nvSpPr>
          <p:cNvPr id="21" name="!!source-15-dom-5-1-7-0-text-0">
            <a:extLst>
              <a:ext uri="{FF2B5EF4-FFF2-40B4-BE49-F238E27FC236}">
                <a16:creationId xmlns:a16="http://schemas.microsoft.com/office/drawing/2014/main" id="{A7F2370E-A5EA-4187-8234-36CC5D87CDE0}"/>
              </a:ext>
            </a:extLst>
          </p:cNvPr>
          <p:cNvSpPr>
            <a:spLocks noGrp="1"/>
          </p:cNvSpPr>
          <p:nvPr/>
        </p:nvSpPr>
        <p:spPr>
          <a:xfrm>
            <a:off x="1047750" y="5110163"/>
            <a:ext cx="4636591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 dirty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Re-decided every ten minutes: </a:t>
            </a:r>
          </a:p>
        </p:txBody>
      </p:sp>
      <p:sp>
        <p:nvSpPr>
          <p:cNvPr id="22" name="!!source-15-dom-5-1-7-1-0-text-0">
            <a:extLst>
              <a:ext uri="{FF2B5EF4-FFF2-40B4-BE49-F238E27FC236}">
                <a16:creationId xmlns:a16="http://schemas.microsoft.com/office/drawing/2014/main" id="{87891B5A-7B60-46F8-8124-8FE071C068D9}"/>
              </a:ext>
            </a:extLst>
          </p:cNvPr>
          <p:cNvSpPr>
            <a:spLocks noGrp="1"/>
          </p:cNvSpPr>
          <p:nvPr/>
        </p:nvSpPr>
        <p:spPr>
          <a:xfrm>
            <a:off x="5636716" y="5110163"/>
            <a:ext cx="872133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1" i="0" spc="-6" dirty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3 of 3</a:t>
            </a:r>
          </a:p>
        </p:txBody>
      </p:sp>
      <p:sp>
        <p:nvSpPr>
          <p:cNvPr id="23" name="!!source-15-dom-5-1-7-2-text-0">
            <a:extLst>
              <a:ext uri="{FF2B5EF4-FFF2-40B4-BE49-F238E27FC236}">
                <a16:creationId xmlns:a16="http://schemas.microsoft.com/office/drawing/2014/main" id="{79392B13-FD59-4A17-8064-274ABC2A4ED7}"/>
              </a:ext>
            </a:extLst>
          </p:cNvPr>
          <p:cNvSpPr>
            <a:spLocks noGrp="1"/>
          </p:cNvSpPr>
          <p:nvPr/>
        </p:nvSpPr>
        <p:spPr>
          <a:xfrm>
            <a:off x="6461224" y="5110163"/>
            <a:ext cx="2397472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served on time,</a:t>
            </a:r>
          </a:p>
        </p:txBody>
      </p:sp>
      <p:sp>
        <p:nvSpPr>
          <p:cNvPr id="24" name="!!source-15-dom-5-1-7-2-text-1">
            <a:extLst>
              <a:ext uri="{FF2B5EF4-FFF2-40B4-BE49-F238E27FC236}">
                <a16:creationId xmlns:a16="http://schemas.microsoft.com/office/drawing/2014/main" id="{0EDA927E-50A2-48F3-A84E-D3F5B24E7827}"/>
              </a:ext>
            </a:extLst>
          </p:cNvPr>
          <p:cNvSpPr>
            <a:spLocks noGrp="1"/>
          </p:cNvSpPr>
          <p:nvPr/>
        </p:nvSpPr>
        <p:spPr>
          <a:xfrm>
            <a:off x="1047750" y="5553075"/>
            <a:ext cx="5288459" cy="3619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 dirty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compression inside the PV window.</a:t>
            </a:r>
          </a:p>
        </p:txBody>
      </p:sp>
      <p:sp>
        <p:nvSpPr>
          <p:cNvPr id="25" name="!!source-15-dom-5-3-1-0-text-0">
            <a:extLst>
              <a:ext uri="{FF2B5EF4-FFF2-40B4-BE49-F238E27FC236}">
                <a16:creationId xmlns:a16="http://schemas.microsoft.com/office/drawing/2014/main" id="{032DAE92-9DE7-432E-A201-2BF9AEED4182}"/>
              </a:ext>
            </a:extLst>
          </p:cNvPr>
          <p:cNvSpPr>
            <a:spLocks noGrp="1"/>
          </p:cNvSpPr>
          <p:nvPr/>
        </p:nvSpPr>
        <p:spPr>
          <a:xfrm>
            <a:off x="9429750" y="2266950"/>
            <a:ext cx="535215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spc="140">
                <a:solidFill>
                  <a:srgbClr val="8A7B71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TO ANSWER THE RESEARCH QUESTION</a:t>
            </a:r>
          </a:p>
        </p:txBody>
      </p:sp>
      <p:sp>
        <p:nvSpPr>
          <p:cNvPr id="26" name="!!source-15-dom-5-3-3-border-Bottom">
            <a:extLst>
              <a:ext uri="{FF2B5EF4-FFF2-40B4-BE49-F238E27FC236}">
                <a16:creationId xmlns:a16="http://schemas.microsoft.com/office/drawing/2014/main" id="{2746DF1B-D60A-4CE5-9A10-2B5C1CC63895}"/>
              </a:ext>
            </a:extLst>
          </p:cNvPr>
          <p:cNvSpPr>
            <a:spLocks noGrp="1"/>
          </p:cNvSpPr>
          <p:nvPr/>
        </p:nvSpPr>
        <p:spPr>
          <a:xfrm>
            <a:off x="9429750" y="3452812"/>
            <a:ext cx="7810500" cy="953"/>
          </a:xfrm>
          <a:prstGeom prst="line">
            <a:avLst/>
          </a:prstGeom>
          <a:noFill/>
          <a:ln w="19050">
            <a:solidFill>
              <a:srgbClr val="EEEEEE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!!source-15-dom-5-3-3-0-text-0">
            <a:extLst>
              <a:ext uri="{FF2B5EF4-FFF2-40B4-BE49-F238E27FC236}">
                <a16:creationId xmlns:a16="http://schemas.microsoft.com/office/drawing/2014/main" id="{175AAF65-E597-4726-A223-B01425A32082}"/>
              </a:ext>
            </a:extLst>
          </p:cNvPr>
          <p:cNvSpPr>
            <a:spLocks noGrp="1"/>
          </p:cNvSpPr>
          <p:nvPr/>
        </p:nvSpPr>
        <p:spPr>
          <a:xfrm>
            <a:off x="9429750" y="2828925"/>
            <a:ext cx="6194971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Benchmark against rule-based operation.</a:t>
            </a:r>
          </a:p>
        </p:txBody>
      </p:sp>
      <p:sp>
        <p:nvSpPr>
          <p:cNvPr id="28" name="!!source-15-dom-5-3-5-border-Bottom">
            <a:extLst>
              <a:ext uri="{FF2B5EF4-FFF2-40B4-BE49-F238E27FC236}">
                <a16:creationId xmlns:a16="http://schemas.microsoft.com/office/drawing/2014/main" id="{DDBB340C-F019-45E2-A05B-A3D2A7AA27AB}"/>
              </a:ext>
            </a:extLst>
          </p:cNvPr>
          <p:cNvSpPr>
            <a:spLocks noGrp="1"/>
          </p:cNvSpPr>
          <p:nvPr/>
        </p:nvSpPr>
        <p:spPr>
          <a:xfrm>
            <a:off x="9429750" y="4371975"/>
            <a:ext cx="7810500" cy="953"/>
          </a:xfrm>
          <a:prstGeom prst="line">
            <a:avLst/>
          </a:prstGeom>
          <a:noFill/>
          <a:ln w="19050">
            <a:solidFill>
              <a:srgbClr val="EEEEEE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!!source-15-dom-5-3-5-0-text-0">
            <a:extLst>
              <a:ext uri="{FF2B5EF4-FFF2-40B4-BE49-F238E27FC236}">
                <a16:creationId xmlns:a16="http://schemas.microsoft.com/office/drawing/2014/main" id="{9A0E32A5-8FE7-4386-8861-A9EFCF650166}"/>
              </a:ext>
            </a:extLst>
          </p:cNvPr>
          <p:cNvSpPr>
            <a:spLocks noGrp="1"/>
          </p:cNvSpPr>
          <p:nvPr/>
        </p:nvSpPr>
        <p:spPr>
          <a:xfrm>
            <a:off x="9429750" y="3748087"/>
            <a:ext cx="417329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More scenarios, longer runs.</a:t>
            </a:r>
          </a:p>
        </p:txBody>
      </p:sp>
      <p:sp>
        <p:nvSpPr>
          <p:cNvPr id="30" name="!!source-15-dom-5-3-7-border-Bottom">
            <a:extLst>
              <a:ext uri="{FF2B5EF4-FFF2-40B4-BE49-F238E27FC236}">
                <a16:creationId xmlns:a16="http://schemas.microsoft.com/office/drawing/2014/main" id="{271E1B78-A9D5-4D98-9E91-73DBAB4C79AB}"/>
              </a:ext>
            </a:extLst>
          </p:cNvPr>
          <p:cNvSpPr>
            <a:spLocks noGrp="1"/>
          </p:cNvSpPr>
          <p:nvPr/>
        </p:nvSpPr>
        <p:spPr>
          <a:xfrm>
            <a:off x="9429750" y="5291138"/>
            <a:ext cx="7810500" cy="953"/>
          </a:xfrm>
          <a:prstGeom prst="line">
            <a:avLst/>
          </a:prstGeom>
          <a:noFill/>
          <a:ln w="19050">
            <a:solidFill>
              <a:srgbClr val="EEEEEE">
                <a:alpha val="10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!!source-15-dom-5-3-7-0-text-0">
            <a:extLst>
              <a:ext uri="{FF2B5EF4-FFF2-40B4-BE49-F238E27FC236}">
                <a16:creationId xmlns:a16="http://schemas.microsoft.com/office/drawing/2014/main" id="{EF2C9783-D0DE-409A-8C62-CC3201613B19}"/>
              </a:ext>
            </a:extLst>
          </p:cNvPr>
          <p:cNvSpPr>
            <a:spLocks noGrp="1"/>
          </p:cNvSpPr>
          <p:nvPr/>
        </p:nvSpPr>
        <p:spPr>
          <a:xfrm>
            <a:off x="9429750" y="4667250"/>
            <a:ext cx="6172647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 dirty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Disjoint availability</a:t>
            </a:r>
            <a:r>
              <a:rPr lang="es-ES" sz="2325" spc="-6" dirty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target </a:t>
            </a:r>
            <a:r>
              <a:rPr lang="es-ES" sz="2325" spc="-6" dirty="0" err="1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effect</a:t>
            </a:r>
            <a:r>
              <a:rPr lang="es-ES" sz="2325" spc="-6" dirty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s-ES" sz="2325" spc="-6" dirty="0" err="1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on</a:t>
            </a:r>
            <a:r>
              <a:rPr lang="es-ES" sz="2325" spc="-6" dirty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s-ES" sz="2325" spc="-6" dirty="0" err="1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KPIs</a:t>
            </a:r>
            <a:r>
              <a:rPr sz="2325" b="0" i="0" spc="-6" dirty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sp>
        <p:nvSpPr>
          <p:cNvPr id="32" name="!!source-15-dom-5-3-9-0-text-0">
            <a:extLst>
              <a:ext uri="{FF2B5EF4-FFF2-40B4-BE49-F238E27FC236}">
                <a16:creationId xmlns:a16="http://schemas.microsoft.com/office/drawing/2014/main" id="{0671E106-5FE4-4A8E-AE8A-8C47888559FF}"/>
              </a:ext>
            </a:extLst>
          </p:cNvPr>
          <p:cNvSpPr>
            <a:spLocks noGrp="1"/>
          </p:cNvSpPr>
          <p:nvPr/>
        </p:nvSpPr>
        <p:spPr>
          <a:xfrm>
            <a:off x="9429750" y="5586413"/>
            <a:ext cx="553030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 i="0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325" b="0" i="0" spc="-6">
                <a:solidFill>
                  <a:srgbClr val="2B2B2B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Model mismatch from real operation.</a:t>
            </a:r>
          </a:p>
        </p:txBody>
      </p:sp>
      <p:pic>
        <p:nvPicPr>
          <p:cNvPr id="68" name="!!source-15-dom-7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896411"/>
            <a:ext cx="553789" cy="533279"/>
          </a:xfrm>
          <a:prstGeom prst="rect">
            <a:avLst/>
          </a:prstGeom>
        </p:spPr>
      </p:pic>
      <p:pic>
        <p:nvPicPr>
          <p:cNvPr id="69" name="!!source-15-dom-7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2990" y="889635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8834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!!source-16-dom-fill">
            <a:extLst>
              <a:ext uri="{FF2B5EF4-FFF2-40B4-BE49-F238E27FC236}">
                <a16:creationId xmlns:a16="http://schemas.microsoft.com/office/drawing/2014/main" id="{44BDB816-5BD5-45F3-B718-451CEC896C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E2E1A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!!source-16-dom-1-0-0-fill">
            <a:extLst>
              <a:ext uri="{FF2B5EF4-FFF2-40B4-BE49-F238E27FC236}">
                <a16:creationId xmlns:a16="http://schemas.microsoft.com/office/drawing/2014/main" id="{1FE958C5-A4B1-4206-86A0-B85E0F81BE03}"/>
              </a:ext>
            </a:extLst>
          </p:cNvPr>
          <p:cNvSpPr>
            <a:spLocks noGrp="1"/>
          </p:cNvSpPr>
          <p:nvPr/>
        </p:nvSpPr>
        <p:spPr>
          <a:xfrm>
            <a:off x="1047750" y="857250"/>
            <a:ext cx="1103412" cy="1066800"/>
          </a:xfrm>
          <a:prstGeom prst="roundRect">
            <a:avLst>
              <a:gd name="adj" fmla="val 44643"/>
            </a:avLst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16" name="!!source-16-dom-1-0-0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859378"/>
            <a:ext cx="1103412" cy="1062545"/>
          </a:xfrm>
          <a:prstGeom prst="rect">
            <a:avLst/>
          </a:prstGeom>
        </p:spPr>
      </p:pic>
      <p:sp>
        <p:nvSpPr>
          <p:cNvPr id="4" name="!!source-16-dom-1-0-1-fill">
            <a:extLst>
              <a:ext uri="{FF2B5EF4-FFF2-40B4-BE49-F238E27FC236}">
                <a16:creationId xmlns:a16="http://schemas.microsoft.com/office/drawing/2014/main" id="{2EDB9DEB-3175-4E4E-AD6A-85ABD6B2A0DE}"/>
              </a:ext>
            </a:extLst>
          </p:cNvPr>
          <p:cNvSpPr>
            <a:spLocks noGrp="1"/>
          </p:cNvSpPr>
          <p:nvPr/>
        </p:nvSpPr>
        <p:spPr>
          <a:xfrm>
            <a:off x="2417862" y="914400"/>
            <a:ext cx="952500" cy="952500"/>
          </a:xfrm>
          <a:prstGeom prst="ellipse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18" name="!!source-16-dom-1-0-1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417862" y="914400"/>
            <a:ext cx="952500" cy="952500"/>
          </a:xfrm>
          <a:prstGeom prst="rect">
            <a:avLst/>
          </a:prstGeom>
        </p:spPr>
      </p:pic>
      <p:sp>
        <p:nvSpPr>
          <p:cNvPr id="6" name="!!source-16-dom-1-1-0-text-0">
            <a:extLst>
              <a:ext uri="{FF2B5EF4-FFF2-40B4-BE49-F238E27FC236}">
                <a16:creationId xmlns:a16="http://schemas.microsoft.com/office/drawing/2014/main" id="{F62B27B7-F2A6-415B-A66C-B6189CE5F887}"/>
              </a:ext>
            </a:extLst>
          </p:cNvPr>
          <p:cNvSpPr>
            <a:spLocks noGrp="1"/>
          </p:cNvSpPr>
          <p:nvPr/>
        </p:nvSpPr>
        <p:spPr>
          <a:xfrm>
            <a:off x="16371987" y="1262062"/>
            <a:ext cx="91588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1650" b="0" i="0" spc="95">
                <a:solidFill>
                  <a:srgbClr val="C9B8AD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17 / 17</a:t>
            </a:r>
          </a:p>
        </p:txBody>
      </p:sp>
      <p:sp>
        <p:nvSpPr>
          <p:cNvPr id="7" name="!!source-16-dom-3-1-fill">
            <a:extLst>
              <a:ext uri="{FF2B5EF4-FFF2-40B4-BE49-F238E27FC236}">
                <a16:creationId xmlns:a16="http://schemas.microsoft.com/office/drawing/2014/main" id="{205B74CE-7F27-4C4C-85D1-E5A64EA145E4}"/>
              </a:ext>
            </a:extLst>
          </p:cNvPr>
          <p:cNvSpPr>
            <a:spLocks noGrp="1"/>
          </p:cNvSpPr>
          <p:nvPr/>
        </p:nvSpPr>
        <p:spPr>
          <a:xfrm>
            <a:off x="1047750" y="4029075"/>
            <a:ext cx="1143000" cy="76200"/>
          </a:xfrm>
          <a:prstGeom prst="rect">
            <a:avLst/>
          </a:prstGeom>
          <a:solidFill>
            <a:srgbClr val="E44646">
              <a:alpha val="10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" name="!!source-16-dom-3-3-0-text-0">
            <a:extLst>
              <a:ext uri="{FF2B5EF4-FFF2-40B4-BE49-F238E27FC236}">
                <a16:creationId xmlns:a16="http://schemas.microsoft.com/office/drawing/2014/main" id="{065AEA53-8101-4CE7-9D8C-BDAAFE38E7BD}"/>
              </a:ext>
            </a:extLst>
          </p:cNvPr>
          <p:cNvSpPr>
            <a:spLocks noGrp="1"/>
          </p:cNvSpPr>
          <p:nvPr/>
        </p:nvSpPr>
        <p:spPr>
          <a:xfrm>
            <a:off x="1047750" y="4295775"/>
            <a:ext cx="4619328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250" b="0" i="0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defRPr>
            </a:pPr>
            <a:r>
              <a:rPr sz="8250" b="0" i="0" spc="-20">
                <a:solidFill>
                  <a:srgbClr val="FFFFFF">
                    <a:alpha val="100000"/>
                  </a:srgbClr>
                </a:solidFill>
                <a:latin typeface="Abhaya Libre ExtraBold"/>
                <a:ea typeface="Abhaya Libre ExtraBold"/>
                <a:cs typeface="Abhaya Libre ExtraBold"/>
              </a:rPr>
              <a:t>Thank you</a:t>
            </a:r>
          </a:p>
        </p:txBody>
      </p:sp>
      <p:sp>
        <p:nvSpPr>
          <p:cNvPr id="9" name="!!source-16-dom-3-5-0-text-0">
            <a:extLst>
              <a:ext uri="{FF2B5EF4-FFF2-40B4-BE49-F238E27FC236}">
                <a16:creationId xmlns:a16="http://schemas.microsoft.com/office/drawing/2014/main" id="{B17BA68B-146C-4326-B2E9-2CB5B3F89DCE}"/>
              </a:ext>
            </a:extLst>
          </p:cNvPr>
          <p:cNvSpPr>
            <a:spLocks noGrp="1"/>
          </p:cNvSpPr>
          <p:nvPr/>
        </p:nvSpPr>
        <p:spPr>
          <a:xfrm>
            <a:off x="1047750" y="5724525"/>
            <a:ext cx="1978968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0" i="0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3000" b="0" i="0" spc="-7">
                <a:solidFill>
                  <a:srgbClr val="E6D9D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Questions</a:t>
            </a:r>
          </a:p>
        </p:txBody>
      </p:sp>
      <p:sp>
        <p:nvSpPr>
          <p:cNvPr id="10" name="!!source-16-dom-3-7-0-text-0">
            <a:extLst>
              <a:ext uri="{FF2B5EF4-FFF2-40B4-BE49-F238E27FC236}">
                <a16:creationId xmlns:a16="http://schemas.microsoft.com/office/drawing/2014/main" id="{ACA946DA-372B-4203-B18B-71ABCCFD0F3D}"/>
              </a:ext>
            </a:extLst>
          </p:cNvPr>
          <p:cNvSpPr>
            <a:spLocks noGrp="1"/>
          </p:cNvSpPr>
          <p:nvPr/>
        </p:nvSpPr>
        <p:spPr>
          <a:xfrm>
            <a:off x="1047750" y="6477000"/>
            <a:ext cx="911988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 i="0">
                <a:solidFill>
                  <a:srgbClr val="C9B8AD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 spc="-5" dirty="0">
                <a:solidFill>
                  <a:srgbClr val="C9B8AD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European Fuel Cells and Hydrogen </a:t>
            </a:r>
            <a:r>
              <a:rPr lang="es-ES" sz="1950" b="0" i="0" spc="-5" dirty="0">
                <a:solidFill>
                  <a:srgbClr val="C9B8AD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|</a:t>
            </a:r>
            <a:r>
              <a:rPr sz="1950" b="0" i="0" spc="-5" dirty="0">
                <a:solidFill>
                  <a:srgbClr val="C9B8AD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Piero Lunghi Conference 2026 </a:t>
            </a:r>
            <a:r>
              <a:rPr lang="es-ES" sz="1950" b="0" i="0" spc="-5" dirty="0">
                <a:solidFill>
                  <a:srgbClr val="C9B8AD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|</a:t>
            </a:r>
            <a:r>
              <a:rPr sz="1950" b="0" i="0" spc="-5" dirty="0">
                <a:solidFill>
                  <a:srgbClr val="C9B8AD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 Capri</a:t>
            </a:r>
          </a:p>
        </p:txBody>
      </p:sp>
      <p:sp>
        <p:nvSpPr>
          <p:cNvPr id="11" name="!!source-16-dom-5-1-0-0-text-0">
            <a:extLst>
              <a:ext uri="{FF2B5EF4-FFF2-40B4-BE49-F238E27FC236}">
                <a16:creationId xmlns:a16="http://schemas.microsoft.com/office/drawing/2014/main" id="{A9EC3747-7E9E-47F9-AC26-80527F0BE98A}"/>
              </a:ext>
            </a:extLst>
          </p:cNvPr>
          <p:cNvSpPr>
            <a:spLocks noGrp="1"/>
          </p:cNvSpPr>
          <p:nvPr/>
        </p:nvSpPr>
        <p:spPr>
          <a:xfrm>
            <a:off x="1047750" y="8886825"/>
            <a:ext cx="404901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 i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defRPr>
            </a:pPr>
            <a:r>
              <a:rPr sz="2250" b="0" i="0" spc="-5" dirty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Pol Cardona </a:t>
            </a:r>
            <a:r>
              <a:rPr lang="es-ES" sz="2250" b="0" i="0" spc="-5" dirty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|</a:t>
            </a:r>
            <a:r>
              <a:rPr sz="2250" b="0" i="0" spc="-5" dirty="0">
                <a:solidFill>
                  <a:srgbClr val="FFFFFF">
                    <a:alpha val="100000"/>
                  </a:srgbClr>
                </a:solidFill>
                <a:latin typeface="Montserrat SemiBold"/>
                <a:ea typeface="Montserrat SemiBold"/>
                <a:cs typeface="Montserrat SemiBold"/>
              </a:rPr>
              <a:t> IRI, CSIC-UPC</a:t>
            </a:r>
          </a:p>
        </p:txBody>
      </p:sp>
      <p:sp>
        <p:nvSpPr>
          <p:cNvPr id="13" name="!!source-16-dom-5-3-0-text-0">
            <a:extLst>
              <a:ext uri="{FF2B5EF4-FFF2-40B4-BE49-F238E27FC236}">
                <a16:creationId xmlns:a16="http://schemas.microsoft.com/office/drawing/2014/main" id="{4117162F-C94F-4E75-B8C2-1EC8DEE49394}"/>
              </a:ext>
            </a:extLst>
          </p:cNvPr>
          <p:cNvSpPr>
            <a:spLocks noGrp="1"/>
          </p:cNvSpPr>
          <p:nvPr/>
        </p:nvSpPr>
        <p:spPr>
          <a:xfrm>
            <a:off x="9876532" y="9344025"/>
            <a:ext cx="741134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C9B8AD">
                    <a:alpha val="10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 spc="-4">
                <a:solidFill>
                  <a:srgbClr val="C9B8AD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CSIC/I-LINK2025/ILINK25160 · SEAMLESS PID2023-148840OB-I00</a:t>
            </a:r>
          </a:p>
        </p:txBody>
      </p:sp>
    </p:spTree>
    <p:extLst>
      <p:ext uri="{BB962C8B-B14F-4D97-AF65-F5344CB8AC3E}">
        <p14:creationId xmlns:p14="http://schemas.microsoft.com/office/powerpoint/2010/main" val="13904922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</TotalTime>
  <Words>14132</Words>
  <Application>Microsoft Macintosh PowerPoint</Application>
  <DocSecurity>0</DocSecurity>
  <PresentationFormat>Personalizado</PresentationFormat>
  <Paragraphs>2734</Paragraphs>
  <Slides>46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52" baseType="lpstr">
      <vt:lpstr>Abhaya Libre</vt:lpstr>
      <vt:lpstr>Abhaya Libre ExtraBold</vt:lpstr>
      <vt:lpstr>Calibri</vt:lpstr>
      <vt:lpstr>Montserrat</vt:lpstr>
      <vt:lpstr>Montserrat SemiBold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Pol Cardona</cp:lastModifiedBy>
  <cp:revision>27</cp:revision>
  <cp:lastPrinted>2026-09-15T06:20:22Z</cp:lastPrinted>
  <dcterms:created xsi:type="dcterms:W3CDTF">2026-09-14T14:09:45Z</dcterms:created>
  <dcterms:modified xsi:type="dcterms:W3CDTF">2026-09-16T10:40:32Z</dcterms:modified>
</cp:coreProperties>
</file>